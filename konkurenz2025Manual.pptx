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tableStyles" Target="tableStyle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theme" Target="theme/theme1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5270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37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722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877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2881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902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0552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2270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270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4010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089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6961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33488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985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75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6709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4281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43267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A18542B-DE16-5114-FF46-7FB3C25C6FD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9120C3-8123-54A6-BC23-B2C9E0258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>
            <a:normAutofit/>
          </a:bodyPr>
          <a:lstStyle/>
          <a:p>
            <a:r>
              <a:rPr lang="en-GB"/>
              <a:t>F1 Predictions 2025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3A50E7-F7CD-34E2-759A-E19D16C3F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>
            <a:normAutofit/>
          </a:bodyPr>
          <a:lstStyle/>
          <a:p>
            <a:r>
              <a:rPr lang="en-GB" dirty="0" err="1"/>
              <a:t>Zukenhausen</a:t>
            </a:r>
            <a:r>
              <a:rPr lang="en-GB" dirty="0"/>
              <a:t> </a:t>
            </a:r>
            <a:r>
              <a:rPr lang="en-GB" dirty="0" err="1"/>
              <a:t>Konkurrenz</a:t>
            </a:r>
            <a:r>
              <a:rPr lang="en-GB" dirty="0"/>
              <a:t> der Formula Ein</a:t>
            </a:r>
          </a:p>
        </p:txBody>
      </p:sp>
    </p:spTree>
    <p:extLst>
      <p:ext uri="{BB962C8B-B14F-4D97-AF65-F5344CB8AC3E}">
        <p14:creationId xmlns:p14="http://schemas.microsoft.com/office/powerpoint/2010/main" val="3375778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Quali H2H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60" y="1371600"/>
            <a:ext cx="5852160" cy="5212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t>Predict the driver in each pairing that will finish ahead in qualifying most often. Excludes Sprint Qualifying.
+5pts per correct pick, 0 in a draw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90560" y="1371600"/>
            <a:ext cx="1950720" cy="54864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90560" y="2057400"/>
            <a:ext cx="1950720" cy="54864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0560" y="2743200"/>
            <a:ext cx="1950720" cy="54864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90560" y="3429000"/>
            <a:ext cx="1950720" cy="54864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90560" y="4114800"/>
            <a:ext cx="1950720" cy="54864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0560" y="4800600"/>
            <a:ext cx="1950720" cy="54864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90560" y="5486400"/>
            <a:ext cx="1950720" cy="54864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6304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Lando Norris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98576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Oscar Piastri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2606040"/>
            <a:ext cx="1950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13-11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71650" y="4663440"/>
            <a:ext cx="274320" cy="2743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80260" y="4663440"/>
            <a:ext cx="274320" cy="2743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388870" y="4663440"/>
            <a:ext cx="274320" cy="2743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97480" y="4663440"/>
            <a:ext cx="274320" cy="2743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06090" y="4663440"/>
            <a:ext cx="274320" cy="2743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14700" y="4663440"/>
            <a:ext cx="274320" cy="2743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23310" y="4663440"/>
            <a:ext cx="274320" cy="2743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Quali H2H: Lando Norris VS Oscar Piastri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846" y="5760720"/>
            <a:ext cx="1875692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Benedict: 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1384" y="5760720"/>
            <a:ext cx="1875692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Carla: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4923" y="5760720"/>
            <a:ext cx="1875692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Damian: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8461" y="5760720"/>
            <a:ext cx="1875692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David: 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44615" y="6309360"/>
            <a:ext cx="1875692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Jarek: 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8153" y="6309360"/>
            <a:ext cx="1875692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Josh: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1692" y="6309360"/>
            <a:ext cx="1875692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Suley: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6304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Charles Leclerc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98576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Lewis Hamilton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2606040"/>
            <a:ext cx="1950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19-5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15737" y="4663440"/>
            <a:ext cx="274320" cy="2743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168434" y="4663440"/>
            <a:ext cx="274320" cy="2743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21131" y="4663440"/>
            <a:ext cx="274320" cy="2743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73828" y="4663440"/>
            <a:ext cx="274320" cy="2743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26525" y="4663440"/>
            <a:ext cx="274320" cy="2743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579222" y="4663440"/>
            <a:ext cx="274320" cy="2743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220200" y="4663440"/>
            <a:ext cx="274320" cy="2743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Quali H2H: Charles Leclerc VS Lewis Hamilton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846" y="5760720"/>
            <a:ext cx="1875692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Benedict: 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1384" y="5760720"/>
            <a:ext cx="1875692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Carla: 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4923" y="5760720"/>
            <a:ext cx="1875692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Damian: 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8461" y="5760720"/>
            <a:ext cx="1875692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David: 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44615" y="6309360"/>
            <a:ext cx="1875692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Jarek: 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8153" y="6309360"/>
            <a:ext cx="1875692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Josh: 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1692" y="6309360"/>
            <a:ext cx="1875692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Suley: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6304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Max Verstappen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98576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Liam Lawson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2606040"/>
            <a:ext cx="1950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22-2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71650" y="4663440"/>
            <a:ext cx="274320" cy="2743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80260" y="4663440"/>
            <a:ext cx="274320" cy="2743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388870" y="4663440"/>
            <a:ext cx="274320" cy="2743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97480" y="4663440"/>
            <a:ext cx="274320" cy="2743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06090" y="4663440"/>
            <a:ext cx="274320" cy="2743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14700" y="4663440"/>
            <a:ext cx="274320" cy="2743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23310" y="4663440"/>
            <a:ext cx="274320" cy="2743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Quali H2H: Max Verstappen VS Liam Lawson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846" y="5760720"/>
            <a:ext cx="1875692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Benedict: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1384" y="5760720"/>
            <a:ext cx="1875692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Carla: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4923" y="5760720"/>
            <a:ext cx="1875692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Damian: 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8461" y="5760720"/>
            <a:ext cx="1875692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David: 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44615" y="6309360"/>
            <a:ext cx="1875692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Jarek: 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8153" y="6309360"/>
            <a:ext cx="1875692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Josh: 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1692" y="6309360"/>
            <a:ext cx="1875692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Suley: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6304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George Russell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98576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Kimi Antonelli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2606040"/>
            <a:ext cx="1950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21-3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71650" y="4663440"/>
            <a:ext cx="274320" cy="2743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80260" y="4663440"/>
            <a:ext cx="274320" cy="2743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388870" y="4663440"/>
            <a:ext cx="274320" cy="2743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97480" y="4663440"/>
            <a:ext cx="274320" cy="2743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06090" y="4663440"/>
            <a:ext cx="274320" cy="2743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14700" y="4663440"/>
            <a:ext cx="274320" cy="2743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23310" y="4663440"/>
            <a:ext cx="274320" cy="2743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Quali H2H: George Russell VS Kimi Antonelli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846" y="5760720"/>
            <a:ext cx="1875692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Benedict: 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1384" y="5760720"/>
            <a:ext cx="1875692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Carla: 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4923" y="5760720"/>
            <a:ext cx="1875692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Damian: 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8461" y="5760720"/>
            <a:ext cx="1875692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David: 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44615" y="6309360"/>
            <a:ext cx="1875692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Jarek: 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8153" y="6309360"/>
            <a:ext cx="1875692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Josh: 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1692" y="6309360"/>
            <a:ext cx="1875692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Suley: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6304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Fernando Alonso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98576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Lance Stroll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2606040"/>
            <a:ext cx="1950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24-0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71650" y="4663440"/>
            <a:ext cx="274320" cy="2743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80260" y="4663440"/>
            <a:ext cx="274320" cy="2743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388870" y="4663440"/>
            <a:ext cx="274320" cy="2743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97480" y="4663440"/>
            <a:ext cx="274320" cy="2743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06090" y="4663440"/>
            <a:ext cx="274320" cy="2743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14700" y="4663440"/>
            <a:ext cx="274320" cy="2743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23310" y="4663440"/>
            <a:ext cx="274320" cy="2743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Quali H2H: Fernando Alonso VS Lance Stroll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846" y="5760720"/>
            <a:ext cx="1875692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Benedict: 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1384" y="5760720"/>
            <a:ext cx="1875692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Carla: 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4923" y="5760720"/>
            <a:ext cx="1875692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Damian: 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8461" y="5760720"/>
            <a:ext cx="1875692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David: 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44615" y="6309360"/>
            <a:ext cx="1875692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Jarek: 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8153" y="6309360"/>
            <a:ext cx="1875692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Josh: 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1692" y="6309360"/>
            <a:ext cx="1875692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Suley: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6304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Pierre Gasly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98576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Jack Doohan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2606040"/>
            <a:ext cx="1950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5-1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71650" y="4663440"/>
            <a:ext cx="274320" cy="2743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80260" y="4663440"/>
            <a:ext cx="274320" cy="2743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388870" y="4663440"/>
            <a:ext cx="274320" cy="2743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97480" y="4663440"/>
            <a:ext cx="274320" cy="2743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06090" y="4663440"/>
            <a:ext cx="274320" cy="2743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14700" y="4663440"/>
            <a:ext cx="274320" cy="2743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23310" y="4663440"/>
            <a:ext cx="274320" cy="2743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Quali H2H: Pierre Gasly VS Jack Doohan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846" y="5760720"/>
            <a:ext cx="1875692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Benedict: 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1384" y="5760720"/>
            <a:ext cx="1875692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Carla: 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4923" y="5760720"/>
            <a:ext cx="1875692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Damian: 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8461" y="5760720"/>
            <a:ext cx="1875692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David: 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44615" y="6309360"/>
            <a:ext cx="1875692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Jarek: 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8153" y="6309360"/>
            <a:ext cx="1875692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Josh: 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1692" y="6309360"/>
            <a:ext cx="1875692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Suley: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6304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Oliver Bearman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98576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Esteban Ocon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2606040"/>
            <a:ext cx="1950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14-10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02980" y="4663440"/>
            <a:ext cx="274320" cy="2743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220200" y="4663440"/>
            <a:ext cx="274320" cy="2743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837420" y="4663440"/>
            <a:ext cx="274320" cy="2743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956816" y="4663440"/>
            <a:ext cx="274320" cy="2743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450592" y="4663440"/>
            <a:ext cx="274320" cy="2743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44368" y="4663440"/>
            <a:ext cx="274320" cy="2743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38144" y="4663440"/>
            <a:ext cx="274320" cy="2743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Quali H2H: Oliver Bearman VS Esteban Ocon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846" y="5760720"/>
            <a:ext cx="1875692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Benedict: 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1384" y="5760720"/>
            <a:ext cx="1875692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Carla: 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4923" y="5760720"/>
            <a:ext cx="1875692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Damian: 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8461" y="5760720"/>
            <a:ext cx="1875692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David: 35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44615" y="6309360"/>
            <a:ext cx="1875692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Jarek: 35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8153" y="6309360"/>
            <a:ext cx="1875692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Josh: 35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1692" y="6309360"/>
            <a:ext cx="1875692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Suley: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6304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Yuki Tsunoda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98576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Isack Hadjar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2606040"/>
            <a:ext cx="1950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9-15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71650" y="4663440"/>
            <a:ext cx="274320" cy="2743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80260" y="4663440"/>
            <a:ext cx="274320" cy="2743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388870" y="4663440"/>
            <a:ext cx="274320" cy="2743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97480" y="4663440"/>
            <a:ext cx="274320" cy="2743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06090" y="4663440"/>
            <a:ext cx="274320" cy="2743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14700" y="4663440"/>
            <a:ext cx="274320" cy="2743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23310" y="4663440"/>
            <a:ext cx="274320" cy="2743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Quali H2H: Yuki Tsunoda VS Isack Hadjar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846" y="5760720"/>
            <a:ext cx="1875692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Benedict: 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1384" y="5760720"/>
            <a:ext cx="1875692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Carla: 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4923" y="5760720"/>
            <a:ext cx="1875692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Damian: 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8461" y="5760720"/>
            <a:ext cx="1875692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David: 35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44615" y="6309360"/>
            <a:ext cx="1875692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Jarek: 35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8153" y="6309360"/>
            <a:ext cx="1875692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Josh: 35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1692" y="6309360"/>
            <a:ext cx="1875692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Suley: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6304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Alexander Albon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98576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Carlos Sainz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2606040"/>
            <a:ext cx="1950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9-15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38457" y="4663440"/>
            <a:ext cx="274320" cy="2743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91154" y="4663440"/>
            <a:ext cx="274320" cy="2743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043851" y="4663440"/>
            <a:ext cx="274320" cy="2743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97480" y="4663440"/>
            <a:ext cx="274320" cy="2743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396548" y="4663440"/>
            <a:ext cx="274320" cy="2743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749245" y="4663440"/>
            <a:ext cx="274320" cy="2743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101942" y="4663440"/>
            <a:ext cx="274320" cy="2743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Quali H2H: Alexander Albon VS Carlos Sainz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846" y="5760720"/>
            <a:ext cx="1875692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Benedict: 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1384" y="5760720"/>
            <a:ext cx="1875692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Carla: 35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4923" y="5760720"/>
            <a:ext cx="1875692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Damian: 35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8461" y="5760720"/>
            <a:ext cx="1875692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David: 35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44615" y="6309360"/>
            <a:ext cx="1875692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Jarek: 40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8153" y="6309360"/>
            <a:ext cx="1875692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Josh: 40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1692" y="6309360"/>
            <a:ext cx="1875692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Suley: 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6304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Nico Hulkenberg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98576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Gabriel Bortoleto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2606040"/>
            <a:ext cx="1950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12-12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71650" y="4663440"/>
            <a:ext cx="274320" cy="2743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80260" y="4663440"/>
            <a:ext cx="274320" cy="2743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388870" y="4663440"/>
            <a:ext cx="274320" cy="2743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97480" y="4663440"/>
            <a:ext cx="274320" cy="2743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06090" y="4663440"/>
            <a:ext cx="274320" cy="2743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14700" y="4663440"/>
            <a:ext cx="274320" cy="2743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23310" y="4663440"/>
            <a:ext cx="274320" cy="2743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Quali H2H: Nico Hulkenberg VS Gabriel Bortoleto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846" y="5760720"/>
            <a:ext cx="1875692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Benedict: 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1384" y="5760720"/>
            <a:ext cx="1875692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Carla: 35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4923" y="5760720"/>
            <a:ext cx="1875692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Damian: 35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8461" y="5760720"/>
            <a:ext cx="1875692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David: 35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44615" y="6309360"/>
            <a:ext cx="1875692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Jarek: 40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8153" y="6309360"/>
            <a:ext cx="1875692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Josh: 40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1692" y="6309360"/>
            <a:ext cx="1875692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Suley: 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37376" y="2331720"/>
            <a:ext cx="1463040" cy="7315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
35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583168" y="2331720"/>
            <a:ext cx="1463040" cy="7315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
35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82240" y="3794760"/>
            <a:ext cx="1463040" cy="7315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
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64480" y="3794760"/>
            <a:ext cx="1463040" cy="7315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
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45792" y="2331720"/>
            <a:ext cx="1463040" cy="7315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
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1584" y="2331720"/>
            <a:ext cx="1463040" cy="7315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
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794760"/>
            <a:ext cx="1463040" cy="7315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
35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Quali H2H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Race H2H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60" y="1371600"/>
            <a:ext cx="5852160" cy="5212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t>Predict the driver in each pairing that will finish ahead on the road most often (not necessarilly points wise!) in races. Excludes Sprint Races.
+5pts per correct pick, 0 in a draw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90560" y="1371600"/>
            <a:ext cx="1950720" cy="54864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90560" y="2057400"/>
            <a:ext cx="1950720" cy="54864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0560" y="2743200"/>
            <a:ext cx="1950720" cy="54864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90560" y="3429000"/>
            <a:ext cx="1950720" cy="54864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90560" y="4114800"/>
            <a:ext cx="1950720" cy="54864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0560" y="4800600"/>
            <a:ext cx="1950720" cy="54864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90560" y="5486400"/>
            <a:ext cx="1950720" cy="54864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6304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Lando Norris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98576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Oscar Piastri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2606040"/>
            <a:ext cx="1950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14-10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74520" y="4663440"/>
            <a:ext cx="274320" cy="2743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286000" y="4663440"/>
            <a:ext cx="274320" cy="2743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808720" y="4663440"/>
            <a:ext cx="274320" cy="2743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97480" y="4663440"/>
            <a:ext cx="274320" cy="2743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108960" y="4663440"/>
            <a:ext cx="274320" cy="2743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520440" y="4663440"/>
            <a:ext cx="274320" cy="2743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31680" y="4663440"/>
            <a:ext cx="274320" cy="2743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Race H2H: Lando Norris VS Oscar Piastri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846" y="5760720"/>
            <a:ext cx="1875692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Benedict: 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1384" y="5760720"/>
            <a:ext cx="1875692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Carla: 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4923" y="5760720"/>
            <a:ext cx="1875692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Damian: 35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8461" y="5760720"/>
            <a:ext cx="1875692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David: 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44615" y="6309360"/>
            <a:ext cx="1875692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Jarek: 45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8153" y="6309360"/>
            <a:ext cx="1875692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Josh: 45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1692" y="6309360"/>
            <a:ext cx="1875692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Suley: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6304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Charles Leclerc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98576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Lewis Hamilton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2606040"/>
            <a:ext cx="1950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20-4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74520" y="4663440"/>
            <a:ext cx="274320" cy="2743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286000" y="4663440"/>
            <a:ext cx="274320" cy="2743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697480" y="4663440"/>
            <a:ext cx="274320" cy="2743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08720" y="4663440"/>
            <a:ext cx="274320" cy="2743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108960" y="4663440"/>
            <a:ext cx="274320" cy="2743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520440" y="4663440"/>
            <a:ext cx="274320" cy="2743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31680" y="4663440"/>
            <a:ext cx="274320" cy="2743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Race H2H: Charles Leclerc VS Lewis Hamilton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846" y="5760720"/>
            <a:ext cx="1875692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Benedict: 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1384" y="5760720"/>
            <a:ext cx="1875692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Carla: 45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4923" y="5760720"/>
            <a:ext cx="1875692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Damian: 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8461" y="5760720"/>
            <a:ext cx="1875692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David: 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44615" y="6309360"/>
            <a:ext cx="1875692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Jarek: 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8153" y="6309360"/>
            <a:ext cx="1875692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Josh: 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1692" y="6309360"/>
            <a:ext cx="1875692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Suley: 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6304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Max Verstappen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98576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Liam Lawson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2606040"/>
            <a:ext cx="1950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22-2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71650" y="4663440"/>
            <a:ext cx="274320" cy="2743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80260" y="4663440"/>
            <a:ext cx="274320" cy="2743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388870" y="4663440"/>
            <a:ext cx="274320" cy="2743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97480" y="4663440"/>
            <a:ext cx="274320" cy="2743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06090" y="4663440"/>
            <a:ext cx="274320" cy="2743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14700" y="4663440"/>
            <a:ext cx="274320" cy="2743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23310" y="4663440"/>
            <a:ext cx="274320" cy="2743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Race H2H: Max Verstappen VS Liam Lawson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846" y="5760720"/>
            <a:ext cx="1875692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Benedict: 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1384" y="5760720"/>
            <a:ext cx="1875692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Carla: 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4923" y="5760720"/>
            <a:ext cx="1875692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Damian: 45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8461" y="5760720"/>
            <a:ext cx="1875692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David: 45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44615" y="6309360"/>
            <a:ext cx="1875692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Jarek: 55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8153" y="6309360"/>
            <a:ext cx="1875692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Josh: 55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1692" y="6309360"/>
            <a:ext cx="1875692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Suley: 40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6304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George Russell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98576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Kimi Antonelli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2606040"/>
            <a:ext cx="1950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20-4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71650" y="4663440"/>
            <a:ext cx="274320" cy="2743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80260" y="4663440"/>
            <a:ext cx="274320" cy="2743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388870" y="4663440"/>
            <a:ext cx="274320" cy="2743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97480" y="4663440"/>
            <a:ext cx="274320" cy="2743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06090" y="4663440"/>
            <a:ext cx="274320" cy="2743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14700" y="4663440"/>
            <a:ext cx="274320" cy="2743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23310" y="4663440"/>
            <a:ext cx="274320" cy="2743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Race H2H: George Russell VS Kimi Antonelli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846" y="5760720"/>
            <a:ext cx="1875692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Benedict: 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1384" y="5760720"/>
            <a:ext cx="1875692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Carla: 55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4923" y="5760720"/>
            <a:ext cx="1875692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Damian: 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8461" y="5760720"/>
            <a:ext cx="1875692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David: 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44615" y="6309360"/>
            <a:ext cx="1875692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Jarek: 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8153" y="6309360"/>
            <a:ext cx="1875692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Josh: 60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1692" y="6309360"/>
            <a:ext cx="1875692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Suley: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6304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Fernando Alonso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98576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Lance Stroll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2606040"/>
            <a:ext cx="1950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17-7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71650" y="4663440"/>
            <a:ext cx="274320" cy="2743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80260" y="4663440"/>
            <a:ext cx="274320" cy="2743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388870" y="4663440"/>
            <a:ext cx="274320" cy="2743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97480" y="4663440"/>
            <a:ext cx="274320" cy="2743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06090" y="4663440"/>
            <a:ext cx="274320" cy="2743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14700" y="4663440"/>
            <a:ext cx="274320" cy="2743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23310" y="4663440"/>
            <a:ext cx="274320" cy="2743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Race H2H: Fernando Alonso VS Lance Stroll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846" y="5760720"/>
            <a:ext cx="1875692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Benedict: 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1384" y="5760720"/>
            <a:ext cx="1875692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Carla: 60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4923" y="5760720"/>
            <a:ext cx="1875692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Damian: 55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8461" y="5760720"/>
            <a:ext cx="1875692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David: 55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44615" y="6309360"/>
            <a:ext cx="1875692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Jarek: 65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8153" y="6309360"/>
            <a:ext cx="1875692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Josh: 65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1692" y="6309360"/>
            <a:ext cx="1875692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Suley: 50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6304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Pierre Gasly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98576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Jack Doohan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2606040"/>
            <a:ext cx="1950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5-1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71650" y="4663440"/>
            <a:ext cx="274320" cy="2743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80260" y="4663440"/>
            <a:ext cx="274320" cy="2743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388870" y="4663440"/>
            <a:ext cx="274320" cy="2743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97480" y="4663440"/>
            <a:ext cx="274320" cy="2743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06090" y="4663440"/>
            <a:ext cx="274320" cy="2743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14700" y="4663440"/>
            <a:ext cx="274320" cy="2743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23310" y="4663440"/>
            <a:ext cx="274320" cy="2743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Race H2H: Pierre Gasly VS Jack Doohan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846" y="5760720"/>
            <a:ext cx="1875692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Benedict: 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1384" y="5760720"/>
            <a:ext cx="1875692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Carla: 65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4923" y="5760720"/>
            <a:ext cx="1875692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Damian: 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8461" y="5760720"/>
            <a:ext cx="1875692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David: 60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44615" y="6309360"/>
            <a:ext cx="1875692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Jarek: 70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8153" y="6309360"/>
            <a:ext cx="1875692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Josh: 70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1692" y="6309360"/>
            <a:ext cx="1875692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Suley: 55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6304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Oliver Bearman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98576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Esteban Ocon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2606040"/>
            <a:ext cx="1950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12-12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38457" y="4663440"/>
            <a:ext cx="274320" cy="2743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91154" y="4663440"/>
            <a:ext cx="274320" cy="2743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043851" y="4663440"/>
            <a:ext cx="274320" cy="2743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396548" y="4663440"/>
            <a:ext cx="274320" cy="2743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749245" y="4663440"/>
            <a:ext cx="274320" cy="2743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101942" y="4663440"/>
            <a:ext cx="274320" cy="2743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697480" y="4663440"/>
            <a:ext cx="274320" cy="2743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Race H2H: Oliver Bearman VS Esteban Ocon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846" y="5760720"/>
            <a:ext cx="1875692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Benedict: 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1384" y="5760720"/>
            <a:ext cx="1875692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Carla: 65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4923" y="5760720"/>
            <a:ext cx="1875692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Damian: 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8461" y="5760720"/>
            <a:ext cx="1875692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David: 60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44615" y="6309360"/>
            <a:ext cx="1875692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Jarek: 70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8153" y="6309360"/>
            <a:ext cx="1875692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Josh: 70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1692" y="6309360"/>
            <a:ext cx="1875692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Suley: 55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6304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Yuki Tsunoda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98576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Isack Hadjar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2606040"/>
            <a:ext cx="1950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11-13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71650" y="4663440"/>
            <a:ext cx="274320" cy="2743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80260" y="4663440"/>
            <a:ext cx="274320" cy="2743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388870" y="4663440"/>
            <a:ext cx="274320" cy="2743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97480" y="4663440"/>
            <a:ext cx="274320" cy="2743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06090" y="4663440"/>
            <a:ext cx="274320" cy="2743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14700" y="4663440"/>
            <a:ext cx="274320" cy="2743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23310" y="4663440"/>
            <a:ext cx="274320" cy="2743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Race H2H: Yuki Tsunoda VS Isack Hadjar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846" y="5760720"/>
            <a:ext cx="1875692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Benedict: 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1384" y="5760720"/>
            <a:ext cx="1875692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Carla: 65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4923" y="5760720"/>
            <a:ext cx="1875692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Damian: 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8461" y="5760720"/>
            <a:ext cx="1875692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David: 60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44615" y="6309360"/>
            <a:ext cx="1875692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Jarek: 70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8153" y="6309360"/>
            <a:ext cx="1875692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Josh: 70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1692" y="6309360"/>
            <a:ext cx="1875692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Suley: 55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6304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Alexander Albon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98576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Carlos Sainz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2606040"/>
            <a:ext cx="1950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15-9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94370" y="4663440"/>
            <a:ext cx="274320" cy="2743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02980" y="4663440"/>
            <a:ext cx="274320" cy="2743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11590" y="4663440"/>
            <a:ext cx="274320" cy="2743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220200" y="4663440"/>
            <a:ext cx="274320" cy="2743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528810" y="4663440"/>
            <a:ext cx="274320" cy="2743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37420" y="4663440"/>
            <a:ext cx="274320" cy="2743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146030" y="4663440"/>
            <a:ext cx="274320" cy="2743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Race H2H: Alexander Albon VS Carlos Sainz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846" y="5760720"/>
            <a:ext cx="1875692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Benedict: 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1384" y="5760720"/>
            <a:ext cx="1875692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Carla: 65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4923" y="5760720"/>
            <a:ext cx="1875692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Damian: 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8461" y="5760720"/>
            <a:ext cx="1875692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David: 60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44615" y="6309360"/>
            <a:ext cx="1875692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Jarek: 70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8153" y="6309360"/>
            <a:ext cx="1875692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Josh: 70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1692" y="6309360"/>
            <a:ext cx="1875692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Suley: 55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6304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Nico Hulkenberg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985760" y="1645920"/>
            <a:ext cx="2743200" cy="2743200"/>
          </a:xfrm>
          <a:prstGeom prst="roundRect">
            <a:avLst/>
          </a:prstGeom>
          <a:solidFill>
            <a:srgbClr val="01010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Gabriel Bortoleto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2606040"/>
            <a:ext cx="1950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14-10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15737" y="4663440"/>
            <a:ext cx="274320" cy="2743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168434" y="4663440"/>
            <a:ext cx="274320" cy="2743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21131" y="4663440"/>
            <a:ext cx="274320" cy="2743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220200" y="4663440"/>
            <a:ext cx="274320" cy="2743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873828" y="4663440"/>
            <a:ext cx="274320" cy="2743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226525" y="4663440"/>
            <a:ext cx="274320" cy="2743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79222" y="4663440"/>
            <a:ext cx="274320" cy="2743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Race H2H: Nico Hulkenberg VS Gabriel Bortoleto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846" y="5760720"/>
            <a:ext cx="1875692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Benedict: 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1384" y="5760720"/>
            <a:ext cx="1875692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Carla: 70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4923" y="5760720"/>
            <a:ext cx="1875692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Damian: 65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8461" y="5760720"/>
            <a:ext cx="1875692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David: 60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44615" y="6309360"/>
            <a:ext cx="1875692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Jarek: 75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8153" y="6309360"/>
            <a:ext cx="1875692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Josh: 75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1692" y="6309360"/>
            <a:ext cx="1875692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Suley: 60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37376" y="2331720"/>
            <a:ext cx="1463040" cy="7315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
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583168" y="2331720"/>
            <a:ext cx="1463040" cy="7315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
70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82240" y="3794760"/>
            <a:ext cx="1463040" cy="7315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
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64480" y="3794760"/>
            <a:ext cx="1463040" cy="7315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
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45792" y="2331720"/>
            <a:ext cx="1463040" cy="7315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
75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1584" y="2331720"/>
            <a:ext cx="1463040" cy="7315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
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794760"/>
            <a:ext cx="1463040" cy="7315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
60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Race H2H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Constructor's Championship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60" y="1371600"/>
            <a:ext cx="5852160" cy="5212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t>Predict the Constructor's Championship order.
You'll get 20 points for being exactly right on a team prediction, 10 for 1 position out, 5 for 2 out and none for more.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90560" y="1371600"/>
            <a:ext cx="1950720" cy="54864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- 70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90560" y="2057400"/>
            <a:ext cx="1950720" cy="54864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- 70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0560" y="2743200"/>
            <a:ext cx="1950720" cy="54864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- 65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90560" y="3429000"/>
            <a:ext cx="1950720" cy="54864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90560" y="4114800"/>
            <a:ext cx="1950720" cy="54864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- 75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0560" y="4800600"/>
            <a:ext cx="1950720" cy="54864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90560" y="5486400"/>
            <a:ext cx="1950720" cy="54864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- 60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P6
0 (+0)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P8
5 (+5)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P6
0 (+0)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P6
0 (+0)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P5
0 (+0)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P8
5 (+5)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P7
0 (+0)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Constructor's Championship: P10 - Alpine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P10
10 (+10)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P10
15 (+10)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P10
10 (+10)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P10
10 (+10)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P10
10 (+10)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P10
15 (+10)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P10
10 (+10)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Constructor's Championship: P9 - Stake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P7
20 (+10)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P7
25 (+10)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P8
30 (+20)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P8
30 (+20)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P8
30 (+20)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P5
15 (+0)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P8
30 (+20)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Constructor's Championship: P8 - Haas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P8
30 (+10)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P5
30 (+5)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P5
35 (+5)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P5
35 (+5)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P6
40 (+10)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P6
25 (+10)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P5
35 (+5)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Constructor's Championship: P7 - Aston Martin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P9
30 (+0)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P9
30 (+0)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P7
45 (+10)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P9
35 (+0)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P7
50 (+10)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P9
25 (+0)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P9
35 (+0)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Constructor's Championship: P6 - Racing Bulls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P5
50 (+20)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P6
40 (+10)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P9
45 (+0)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P7
40 (+5)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P9
50 (+0)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P7
30 (+5)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P6
45 (+10)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Constructor's Championship: P5 - Williams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P2
55 (+5)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P2
45 (+5)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P3
55 (+10)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P1
40 (+0)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P2
55 (+5)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P1
30 (+0)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P1
45 (+0)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Constructor's Championship: P4 - Ferrari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P3
75 (+20)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P3
65 (+20)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P2
65 (+10)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P4
50 (+10)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P4
65 (+10)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P3
50 (+20)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P3
65 (+20)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Constructor's Championship: P3 - Red Bull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P4
80 (+5)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P4
70 (+5)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P4
70 (+5)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P3
60 (+10)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P3
75 (+10)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P4
55 (+5)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P4
70 (+5)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Constructor's Championship: P2 - Mercedes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P1
100 (+20)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P1
90 (+20)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P1
90 (+20)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P2
70 (+10)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P1
95 (+20)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P2
65 (+10)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P2
80 (+10)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Constructor's Championship: P1 - McLaren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145792" y="2331720"/>
            <a:ext cx="1463040" cy="7315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
170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37376" y="2331720"/>
            <a:ext cx="1463040" cy="7315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
160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83168" y="2331720"/>
            <a:ext cx="1463040" cy="7315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
155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794760"/>
            <a:ext cx="1463040" cy="7315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
130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1584" y="2331720"/>
            <a:ext cx="1463040" cy="7315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
170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82240" y="3794760"/>
            <a:ext cx="1463040" cy="7315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
140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64480" y="3794760"/>
            <a:ext cx="1463040" cy="7315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
140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Constructor's Championship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Driver's Championship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60" y="1371600"/>
            <a:ext cx="5852160" cy="5212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t>Predict the Driver's Championship order.
You'll get 10 points for being exactly right on a prediction, 9 for being one away, 8 for being 2 out, 7 for 3 out, 5 for 4 out, 2 for 5 out and 0 for further.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90560" y="1371600"/>
            <a:ext cx="1950720" cy="54864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- 170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90560" y="2057400"/>
            <a:ext cx="1950720" cy="54864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- 160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0560" y="2743200"/>
            <a:ext cx="1950720" cy="54864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- 155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90560" y="3429000"/>
            <a:ext cx="1950720" cy="54864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- 130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90560" y="4114800"/>
            <a:ext cx="1950720" cy="54864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- 170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0560" y="4800600"/>
            <a:ext cx="1950720" cy="54864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- 140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90560" y="5486400"/>
            <a:ext cx="1950720" cy="54864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- 140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P20
10 (+10)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P19
9 (+9)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P12
0 (+0)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P17
7 (+7)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P20
10 (+10)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P20
10 (+10)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P18
8 (+8)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Driver's Championship: P20 - Jack Doohan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P19
20 (+10)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P20
18 (+9)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P19
10 (+10)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P18
16 (+9)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P18
19 (+9)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P19
20 (+10)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P19
18 (+10)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Driver's Championship: P19 - Gabriel Bortoleto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P10
20 (+0)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P11
18 (+0)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P10
10 (+0)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P11
16 (+0)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P10
19 (+0)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P14
25 (+5)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P11
18 (+0)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Driver's Championship: P18 - Pierre Gasly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P15
28 (+8)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P13
23 (+5)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P13
15 (+5)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P13
21 (+5)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P11
19 (+0)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P15
33 (+8)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P15
26 (+8)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Driver's Championship: P17 - Yuki Tsunoda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P17
37 (+9)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P16
33 (+10)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P11
17 (+2)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P10
21 (+0)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P13
26 (+7)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P16
43 (+10)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P16
36 (+10)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Driver's Championship: P16 - Lance Stroll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P12
44 (+7)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P14
42 (+9)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P15
27 (+10)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P15
31 (+10)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P12
33 (+7)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P10
45 (+2)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P12
43 (+7)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Driver's Championship: P15 - Esteban Ocon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P7
44 (+0)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P8
42 (+0)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P7
27 (+0)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P7
31 (+0)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P8
33 (+0)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P7
45 (+0)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P9
45 (+2)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Driver's Championship: P14 - Liam Lawson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P13
54 (+10)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P15
50 (+8)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P16
34 (+7)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P16
38 (+7)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P15
41 (+8)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P12
54 (+9)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P17
50 (+5)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Driver's Championship: P13 - Oliver Bearman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P18
54 (+0)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P18
50 (+0)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P20
34 (+0)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P20
38 (+0)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P19
41 (+0)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P18
54 (+0)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P20
50 (+0)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Driver's Championship: P12 - Isack Hadjar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P16
56 (+2)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P17
50 (+0)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P14
41 (+7)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P19
38 (+0)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P16
43 (+2)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P17
54 (+0)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P14
57 (+7)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Driver's Championship: P11 - Nico Hulkenberg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P14
61 (+5)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P9
59 (+9)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P9
50 (+9)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P9
47 (+9)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P9
52 (+9)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P9
63 (+9)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P8
65 (+8)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Driver's Championship: P10 - Fernando Alonso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P9
71 (+10)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P10
68 (+9)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P17
50 (+0)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P12
54 (+7)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P14
54 (+2)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P11
71 (+8)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P10
74 (+9)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Driver's Championship: P9 - Carlos Sainz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P11
78 (+7)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P12
73 (+5)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P18
50 (+0)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P14
54 (+0)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P17
54 (+0)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P13
73 (+2)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P13
76 (+2)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Driver's Championship: P8 - Alexander Albon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P8
87 (+9)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P7
83 (+10)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P8
59 (+9)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P8
63 (+9)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P7
64 (+10)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P8
82 (+9)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P6
85 (+9)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Driver's Championship: P7 - Kimi Antonelli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P5
96 (+9)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P4
91 (+8)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P6
69 (+10)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P6
73 (+10)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P6
74 (+10)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P5
91 (+9)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P4
93 (+8)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Driver's Championship: P6 - Lewis Hamilton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P3
104 (+8)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P2
98 (+7)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P4
78 (+9)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P2
80 (+7)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P2
81 (+7)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P1
96 (+5)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P7
101 (+8)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Driver's Championship: P5 - Charles Leclerc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P6
112 (+8)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P6
106 (+8)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P5
87 (+9)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P5
89 (+9)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P5
90 (+9)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P6
104 (+8)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P5
110 (+9)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Driver's Championship: P4 - George Russell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P4
121 (+9)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P5
114 (+8)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P3
97 (+10)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P4
98 (+9)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P4
99 (+9)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P4
113 (+9)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P1
118 (+8)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Driver's Championship: P3 - Oscar Piastri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P2
131 (+10)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P3
123 (+9)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P1
106 (+9)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P3
107 (+9)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P3
108 (+9)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P3
122 (+9)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P2
128 (+10)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Driver's Championship: P2 - Max Verstappen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7846" y="1920240"/>
            <a:ext cx="1875692" cy="987551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P1
141 (+10)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51384" y="1920240"/>
            <a:ext cx="1875692" cy="987551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P1
133 (+10)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64923" y="1920240"/>
            <a:ext cx="1875692" cy="987551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P2
115 (+9)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8461" y="1920240"/>
            <a:ext cx="1875692" cy="987551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P1
117 (+10)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4615" y="3895344"/>
            <a:ext cx="1875692" cy="987551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P1
118 (+10)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153" y="3895344"/>
            <a:ext cx="1875692" cy="987551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P2
131 (+9)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1692" y="3895344"/>
            <a:ext cx="1875692" cy="987551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P3
136 (+8)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Driver's Championship: P1 - Lando Norris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145792" y="2331720"/>
            <a:ext cx="1463040" cy="7315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
311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91584" y="2331720"/>
            <a:ext cx="1463040" cy="7315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
293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64480" y="3794760"/>
            <a:ext cx="1463040" cy="7315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
270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794760"/>
            <a:ext cx="1463040" cy="7315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
247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37376" y="2331720"/>
            <a:ext cx="1463040" cy="7315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
288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82240" y="3794760"/>
            <a:ext cx="1463040" cy="7315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
271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83168" y="2331720"/>
            <a:ext cx="1463040" cy="7315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
276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Driver's Championship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True/False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60" y="1371600"/>
            <a:ext cx="5852160" cy="5212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t>True/False - A set of questions where I made you predict whether a driver will or will not achieve something (good or bad).
Predict all drivers that you believe will...
a) be eliminated 5 or more times in Q2.
b) qualify on pole position.
c) have a lap 1 DNF.
d) score at least one win.
e) be awarded driver of the day at least once.
Scoring: Each true prediction that comes true is 5pts. -3pts for missing predictions, -3pts for any true prediction that doesn't come true.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90560" y="1371600"/>
            <a:ext cx="1950720" cy="54864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- 311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90560" y="2057400"/>
            <a:ext cx="1950720" cy="54864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- 293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0560" y="2743200"/>
            <a:ext cx="1950720" cy="54864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- 270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90560" y="3429000"/>
            <a:ext cx="1950720" cy="54864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- 247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90560" y="4114800"/>
            <a:ext cx="1950720" cy="54864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- 288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0560" y="4800600"/>
            <a:ext cx="1950720" cy="54864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- 271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90560" y="5486400"/>
            <a:ext cx="1950720" cy="54864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- 276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True/False: 5+ Q2 Eliminations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60" y="1371600"/>
            <a:ext cx="5852160" cy="5212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t>Predict all drivers that you believe will be eliminated 5 or more times in Q2.
Scoring: Each true prediction that comes true is 5pts. -3pts for missing predictions, -3pts for any true prediction that doesn't come true.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90560" y="1371600"/>
            <a:ext cx="1950720" cy="54864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- 311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90560" y="2057400"/>
            <a:ext cx="1950720" cy="54864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- 293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0560" y="2743200"/>
            <a:ext cx="1950720" cy="54864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- 270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90560" y="3429000"/>
            <a:ext cx="1950720" cy="54864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- 247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90560" y="4114800"/>
            <a:ext cx="1950720" cy="54864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- 288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0560" y="4800600"/>
            <a:ext cx="1950720" cy="54864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- 271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90560" y="5486400"/>
            <a:ext cx="1950720" cy="54864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- 276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985472" y="1920240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67376" y="1920240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61344" y="1920240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55312" y="1920240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49280" y="192024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43248" y="1920240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37216" y="1920240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EO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31184" y="1920240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25152" y="1920240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301024" y="1920240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67376" y="2514208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61344" y="2514208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55312" y="2514208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49280" y="251420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43248" y="2514208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37216" y="2514208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EO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31184" y="2514208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5152" y="2514208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19120" y="2514208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13088" y="2514208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JD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07056" y="2514208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301024" y="2514208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94992" y="251420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85472" y="3108176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67376" y="3108176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61344" y="3108176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49280" y="3108176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43248" y="3108176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25152" y="3108176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19120" y="3108176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85472" y="3702144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67376" y="3702144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61344" y="3702144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55312" y="3702144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49280" y="3702144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43248" y="3702144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37216" y="3702144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EO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31184" y="3702144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25152" y="3702144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13088" y="3702144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JD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07056" y="3702144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985472" y="4296112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73408" y="4296112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61344" y="4296112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55312" y="4296112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49280" y="4296112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43248" y="4296112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37216" y="4296112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EO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31184" y="4296112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25152" y="4296112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301024" y="4296112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985472" y="4890080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767376" y="4890080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361344" y="4890080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55312" y="4890080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49280" y="489008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143248" y="4890080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37216" y="4890080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EO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31184" y="4890080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25152" y="4890080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113088" y="4890080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JD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707056" y="4890080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301024" y="4890080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1894992" y="4890080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985472" y="5484048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767376" y="5484048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361344" y="5484048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955312" y="5484048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549280" y="548404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143248" y="5484048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737216" y="5484048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EO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331184" y="5484048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519120" y="5484048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09600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1203568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1797536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2391504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30480" y="1920240"/>
            <a:ext cx="548640" cy="296984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0480" y="2514208"/>
            <a:ext cx="548640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0480" y="3108176"/>
            <a:ext cx="548640" cy="296984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0480" y="3702144"/>
            <a:ext cx="548640" cy="296984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0480" y="4296112"/>
            <a:ext cx="548640" cy="296984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0480" y="4890080"/>
            <a:ext cx="548640" cy="296984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0480" y="5484048"/>
            <a:ext cx="548640" cy="296984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True/False: 5+ Q2 Eliminations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985472" y="1920240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688488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73408" y="1920240"/>
            <a:ext cx="296984" cy="296984"/>
          </a:xfrm>
          <a:prstGeom prst="roundRect">
            <a:avLst/>
          </a:prstGeom>
          <a:noFill/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76424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67376" y="1920240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70392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61344" y="1920240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4360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55312" y="1920240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58328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49280" y="192024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229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3248" y="1920240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46264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37216" y="1920240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EO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40232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31184" y="1920240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4200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5152" y="1920240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28168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19120" y="1920240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2213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07056" y="1920240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10072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301024" y="1920240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004040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894992" y="1920240"/>
            <a:ext cx="296984" cy="296984"/>
          </a:xfrm>
          <a:prstGeom prst="roundRect">
            <a:avLst/>
          </a:prstGeom>
          <a:noFill/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598008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85472" y="2514208"/>
            <a:ext cx="296984" cy="296984"/>
          </a:xfrm>
          <a:prstGeom prst="roundRect">
            <a:avLst/>
          </a:prstGeom>
          <a:noFill/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73408" y="2514208"/>
            <a:ext cx="296984" cy="296984"/>
          </a:xfrm>
          <a:prstGeom prst="roundRect">
            <a:avLst/>
          </a:prstGeom>
          <a:noFill/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67376" y="2514208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61344" y="2514208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55312" y="2514208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49280" y="251420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43248" y="2514208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37216" y="2514208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EO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31184" y="2514208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25152" y="2514208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19120" y="2514208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13088" y="2514208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JD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16104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07056" y="2514208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301024" y="2514208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894992" y="251420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85472" y="3108176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73408" y="3108176"/>
            <a:ext cx="296984" cy="296984"/>
          </a:xfrm>
          <a:prstGeom prst="roundRect">
            <a:avLst/>
          </a:prstGeom>
          <a:noFill/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67376" y="3108176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61344" y="3108176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55312" y="3108176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49280" y="3108176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143248" y="3108176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37216" y="3108176"/>
            <a:ext cx="296984" cy="296984"/>
          </a:xfrm>
          <a:prstGeom prst="roundRect">
            <a:avLst/>
          </a:prstGeom>
          <a:noFill/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EO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31184" y="3108176"/>
            <a:ext cx="296984" cy="296984"/>
          </a:xfrm>
          <a:prstGeom prst="roundRect">
            <a:avLst/>
          </a:prstGeom>
          <a:noFill/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25152" y="3108176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19120" y="3108176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707056" y="3108176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301024" y="3108176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894992" y="3108176"/>
            <a:ext cx="296984" cy="296984"/>
          </a:xfrm>
          <a:prstGeom prst="roundRect">
            <a:avLst/>
          </a:prstGeom>
          <a:noFill/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985472" y="3702144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73408" y="3702144"/>
            <a:ext cx="296984" cy="296984"/>
          </a:xfrm>
          <a:prstGeom prst="roundRect">
            <a:avLst/>
          </a:prstGeom>
          <a:noFill/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767376" y="3702144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361344" y="3702144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955312" y="3702144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549280" y="3702144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143248" y="3702144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737216" y="3702144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EO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331184" y="3702144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925152" y="3702144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519120" y="3702144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113088" y="3702144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JD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707056" y="3702144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1301024" y="3702144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1894992" y="3702144"/>
            <a:ext cx="296984" cy="296984"/>
          </a:xfrm>
          <a:prstGeom prst="roundRect">
            <a:avLst/>
          </a:prstGeom>
          <a:noFill/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985472" y="4296112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173408" y="4296112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767376" y="4296112"/>
            <a:ext cx="296984" cy="296984"/>
          </a:xfrm>
          <a:prstGeom prst="roundRect">
            <a:avLst/>
          </a:prstGeom>
          <a:noFill/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361344" y="4296112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955312" y="4296112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549280" y="4296112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143248" y="4296112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737216" y="4296112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EO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331184" y="4296112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925152" y="4296112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519120" y="4296112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707056" y="4296112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1301024" y="4296112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1894992" y="4296112"/>
            <a:ext cx="296984" cy="296984"/>
          </a:xfrm>
          <a:prstGeom prst="roundRect">
            <a:avLst/>
          </a:prstGeom>
          <a:noFill/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985472" y="4890080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173408" y="4890080"/>
            <a:ext cx="296984" cy="296984"/>
          </a:xfrm>
          <a:prstGeom prst="roundRect">
            <a:avLst/>
          </a:prstGeom>
          <a:noFill/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767376" y="4890080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361344" y="4890080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955312" y="4890080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549280" y="489008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143248" y="4890080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737216" y="4890080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EO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331184" y="4890080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925152" y="4890080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519120" y="4890080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0113088" y="4890080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JD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0707056" y="4890080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1301024" y="4890080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1894992" y="4890080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2985472" y="5484048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173408" y="5484048"/>
            <a:ext cx="296984" cy="296984"/>
          </a:xfrm>
          <a:prstGeom prst="roundRect">
            <a:avLst/>
          </a:prstGeom>
          <a:noFill/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767376" y="5484048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361344" y="5484048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955312" y="5484048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549280" y="548404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143248" y="5484048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737216" y="5484048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EO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331184" y="5484048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925152" y="5484048"/>
            <a:ext cx="296984" cy="296984"/>
          </a:xfrm>
          <a:prstGeom prst="roundRect">
            <a:avLst/>
          </a:prstGeom>
          <a:noFill/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519120" y="5484048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0707056" y="5484048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1301024" y="5484048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1894992" y="5484048"/>
            <a:ext cx="296984" cy="296984"/>
          </a:xfrm>
          <a:prstGeom prst="roundRect">
            <a:avLst/>
          </a:prstGeom>
          <a:noFill/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0480" y="1920240"/>
            <a:ext cx="548640" cy="296984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30480" y="2514208"/>
            <a:ext cx="548640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0480" y="3108176"/>
            <a:ext cx="548640" cy="296984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30480" y="3702144"/>
            <a:ext cx="548640" cy="296984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0480" y="4296112"/>
            <a:ext cx="548640" cy="296984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30480" y="4890080"/>
            <a:ext cx="548640" cy="296984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0480" y="5484048"/>
            <a:ext cx="548640" cy="296984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True/False: 5+ Q2 Eliminations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985472" y="1920240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688488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85472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79440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73408" y="1920240"/>
            <a:ext cx="296984" cy="296984"/>
          </a:xfrm>
          <a:prstGeom prst="roundRect">
            <a:avLst/>
          </a:prstGeom>
          <a:noFill/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76424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73408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67376" y="1920240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0392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67376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61344" y="1920240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64360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61344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55312" y="1920240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58328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55312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49280" y="192024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229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49280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43248" y="1920240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46264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43248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37216" y="1920240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EO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40232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37216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31184" y="1920240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34200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31184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25152" y="1920240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28168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25152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19120" y="1920240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2213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19120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13088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707056" y="1920240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10072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707056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301024" y="1920240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004040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301024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894992" y="1920240"/>
            <a:ext cx="296984" cy="296984"/>
          </a:xfrm>
          <a:prstGeom prst="roundRect">
            <a:avLst/>
          </a:prstGeom>
          <a:noFill/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598008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894992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9600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1203568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1797536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2391504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2985472" y="2514208"/>
            <a:ext cx="296984" cy="296984"/>
          </a:xfrm>
          <a:prstGeom prst="roundRect">
            <a:avLst/>
          </a:prstGeom>
          <a:noFill/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985472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579440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4173408" y="2514208"/>
            <a:ext cx="296984" cy="296984"/>
          </a:xfrm>
          <a:prstGeom prst="roundRect">
            <a:avLst/>
          </a:prstGeom>
          <a:noFill/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73408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67376" y="2514208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767376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361344" y="2514208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361344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955312" y="2514208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55312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49280" y="251420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549280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143248" y="2514208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143248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737216" y="2514208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EO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737216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331184" y="2514208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331184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925152" y="2514208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925152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519120" y="2514208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519120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113088" y="2514208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JD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816104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113088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707056" y="2514208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707056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1301024" y="2514208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1301024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1894992" y="251420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1894992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09600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1203568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1797536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2391504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2985472" y="3108176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985472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579440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4173408" y="3108176"/>
            <a:ext cx="296984" cy="296984"/>
          </a:xfrm>
          <a:prstGeom prst="roundRect">
            <a:avLst/>
          </a:prstGeom>
          <a:noFill/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173408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767376" y="3108176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767376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361344" y="3108176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361344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955312" y="3108176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955312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49280" y="3108176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549280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143248" y="3108176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143248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737216" y="3108176"/>
            <a:ext cx="296984" cy="296984"/>
          </a:xfrm>
          <a:prstGeom prst="roundRect">
            <a:avLst/>
          </a:prstGeom>
          <a:noFill/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EO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737216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331184" y="3108176"/>
            <a:ext cx="296984" cy="296984"/>
          </a:xfrm>
          <a:prstGeom prst="roundRect">
            <a:avLst/>
          </a:prstGeom>
          <a:noFill/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331184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925152" y="3108176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925152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519120" y="3108176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519120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0113088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ounded Rectangle 109"/>
          <p:cNvSpPr/>
          <p:nvPr/>
        </p:nvSpPr>
        <p:spPr>
          <a:xfrm>
            <a:off x="10707056" y="3108176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0707056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1301024" y="3108176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1301024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1894992" y="3108176"/>
            <a:ext cx="296984" cy="296984"/>
          </a:xfrm>
          <a:prstGeom prst="roundRect">
            <a:avLst/>
          </a:prstGeom>
          <a:noFill/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1894992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09600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ounded Rectangle 116"/>
          <p:cNvSpPr/>
          <p:nvPr/>
        </p:nvSpPr>
        <p:spPr>
          <a:xfrm>
            <a:off x="1203568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1797536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2391504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ounded Rectangle 119"/>
          <p:cNvSpPr/>
          <p:nvPr/>
        </p:nvSpPr>
        <p:spPr>
          <a:xfrm>
            <a:off x="2985472" y="3702144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985472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579440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ounded Rectangle 122"/>
          <p:cNvSpPr/>
          <p:nvPr/>
        </p:nvSpPr>
        <p:spPr>
          <a:xfrm>
            <a:off x="4173408" y="3702144"/>
            <a:ext cx="296984" cy="296984"/>
          </a:xfrm>
          <a:prstGeom prst="roundRect">
            <a:avLst/>
          </a:prstGeom>
          <a:noFill/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4173408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4767376" y="3702144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767376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5361344" y="3702144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361344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955312" y="3702144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955312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549280" y="3702144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549280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7143248" y="3702144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7143248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7737216" y="3702144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EO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7737216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8331184" y="3702144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8331184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8925152" y="3702144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8925152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519120" y="3702144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9519120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0113088" y="3702144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JD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0113088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10707056" y="3702144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10707056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11301024" y="3702144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1301024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1894992" y="3702144"/>
            <a:ext cx="296984" cy="296984"/>
          </a:xfrm>
          <a:prstGeom prst="roundRect">
            <a:avLst/>
          </a:prstGeom>
          <a:noFill/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11894992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609600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ounded Rectangle 151"/>
          <p:cNvSpPr/>
          <p:nvPr/>
        </p:nvSpPr>
        <p:spPr>
          <a:xfrm>
            <a:off x="1203568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ounded Rectangle 152"/>
          <p:cNvSpPr/>
          <p:nvPr/>
        </p:nvSpPr>
        <p:spPr>
          <a:xfrm>
            <a:off x="1797536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ounded Rectangle 153"/>
          <p:cNvSpPr/>
          <p:nvPr/>
        </p:nvSpPr>
        <p:spPr>
          <a:xfrm>
            <a:off x="2391504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ounded Rectangle 154"/>
          <p:cNvSpPr/>
          <p:nvPr/>
        </p:nvSpPr>
        <p:spPr>
          <a:xfrm>
            <a:off x="2985472" y="4296112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2985472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3579440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ounded Rectangle 157"/>
          <p:cNvSpPr/>
          <p:nvPr/>
        </p:nvSpPr>
        <p:spPr>
          <a:xfrm>
            <a:off x="4173408" y="4296112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4173408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4767376" y="4296112"/>
            <a:ext cx="296984" cy="296984"/>
          </a:xfrm>
          <a:prstGeom prst="roundRect">
            <a:avLst/>
          </a:prstGeom>
          <a:noFill/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4767376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5361344" y="4296112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361344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5955312" y="4296112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5955312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6549280" y="4296112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549280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7143248" y="4296112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7143248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7737216" y="4296112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EO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7737216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8331184" y="4296112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8331184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8925152" y="4296112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8925152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9519120" y="4296112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9519120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10113088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ounded Rectangle 178"/>
          <p:cNvSpPr/>
          <p:nvPr/>
        </p:nvSpPr>
        <p:spPr>
          <a:xfrm>
            <a:off x="10707056" y="4296112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10707056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11301024" y="4296112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11301024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11894992" y="4296112"/>
            <a:ext cx="296984" cy="296984"/>
          </a:xfrm>
          <a:prstGeom prst="roundRect">
            <a:avLst/>
          </a:prstGeom>
          <a:noFill/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11894992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609600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ounded Rectangle 185"/>
          <p:cNvSpPr/>
          <p:nvPr/>
        </p:nvSpPr>
        <p:spPr>
          <a:xfrm>
            <a:off x="1203568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ounded Rectangle 186"/>
          <p:cNvSpPr/>
          <p:nvPr/>
        </p:nvSpPr>
        <p:spPr>
          <a:xfrm>
            <a:off x="1797536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ounded Rectangle 187"/>
          <p:cNvSpPr/>
          <p:nvPr/>
        </p:nvSpPr>
        <p:spPr>
          <a:xfrm>
            <a:off x="2391504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ounded Rectangle 188"/>
          <p:cNvSpPr/>
          <p:nvPr/>
        </p:nvSpPr>
        <p:spPr>
          <a:xfrm>
            <a:off x="2985472" y="4890080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2985472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3579440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ounded Rectangle 191"/>
          <p:cNvSpPr/>
          <p:nvPr/>
        </p:nvSpPr>
        <p:spPr>
          <a:xfrm>
            <a:off x="4173408" y="4890080"/>
            <a:ext cx="296984" cy="296984"/>
          </a:xfrm>
          <a:prstGeom prst="roundRect">
            <a:avLst/>
          </a:prstGeom>
          <a:noFill/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4173408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4767376" y="4890080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4767376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5361344" y="4890080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5361344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5955312" y="4890080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5955312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6549280" y="489008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6549280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7143248" y="4890080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7143248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7737216" y="4890080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EO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7737216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8331184" y="4890080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8331184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8925152" y="4890080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8925152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9519120" y="4890080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9519120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10113088" y="4890080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JD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10113088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10707056" y="4890080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10707056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11301024" y="4890080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11301024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11894992" y="4890080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11894992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609600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Rounded Rectangle 220"/>
          <p:cNvSpPr/>
          <p:nvPr/>
        </p:nvSpPr>
        <p:spPr>
          <a:xfrm>
            <a:off x="1203568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Rounded Rectangle 221"/>
          <p:cNvSpPr/>
          <p:nvPr/>
        </p:nvSpPr>
        <p:spPr>
          <a:xfrm>
            <a:off x="1797536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ounded Rectangle 222"/>
          <p:cNvSpPr/>
          <p:nvPr/>
        </p:nvSpPr>
        <p:spPr>
          <a:xfrm>
            <a:off x="2391504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ounded Rectangle 223"/>
          <p:cNvSpPr/>
          <p:nvPr/>
        </p:nvSpPr>
        <p:spPr>
          <a:xfrm>
            <a:off x="2985472" y="5484048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2985472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3579440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ounded Rectangle 226"/>
          <p:cNvSpPr/>
          <p:nvPr/>
        </p:nvSpPr>
        <p:spPr>
          <a:xfrm>
            <a:off x="4173408" y="5484048"/>
            <a:ext cx="296984" cy="296984"/>
          </a:xfrm>
          <a:prstGeom prst="roundRect">
            <a:avLst/>
          </a:prstGeom>
          <a:noFill/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4173408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4767376" y="5484048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4767376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5361344" y="5484048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5361344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5955312" y="5484048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5955312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6549280" y="548404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6549280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7143248" y="5484048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7143248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7737216" y="5484048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EO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7737216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8331184" y="5484048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8331184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8925152" y="5484048"/>
            <a:ext cx="296984" cy="296984"/>
          </a:xfrm>
          <a:prstGeom prst="roundRect">
            <a:avLst/>
          </a:prstGeom>
          <a:noFill/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8925152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9519120" y="5484048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9519120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10113088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ounded Rectangle 247"/>
          <p:cNvSpPr/>
          <p:nvPr/>
        </p:nvSpPr>
        <p:spPr>
          <a:xfrm>
            <a:off x="10707056" y="5484048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10707056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11301024" y="5484048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11301024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11894992" y="5484048"/>
            <a:ext cx="296984" cy="296984"/>
          </a:xfrm>
          <a:prstGeom prst="roundRect">
            <a:avLst/>
          </a:prstGeom>
          <a:noFill/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11894992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30480" y="1920240"/>
            <a:ext cx="548640" cy="296984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30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30480" y="2514208"/>
            <a:ext cx="548640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43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30480" y="3108176"/>
            <a:ext cx="548640" cy="296984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6</a:t>
            </a:r>
          </a:p>
        </p:txBody>
      </p:sp>
      <p:sp>
        <p:nvSpPr>
          <p:cNvPr id="257" name="Rounded Rectangle 256"/>
          <p:cNvSpPr/>
          <p:nvPr/>
        </p:nvSpPr>
        <p:spPr>
          <a:xfrm>
            <a:off x="30480" y="3702144"/>
            <a:ext cx="548640" cy="296984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27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30480" y="4296112"/>
            <a:ext cx="548640" cy="296984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30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30480" y="4890080"/>
            <a:ext cx="548640" cy="296984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43</a:t>
            </a:r>
          </a:p>
        </p:txBody>
      </p:sp>
      <p:sp>
        <p:nvSpPr>
          <p:cNvPr id="260" name="Rounded Rectangle 259"/>
          <p:cNvSpPr/>
          <p:nvPr/>
        </p:nvSpPr>
        <p:spPr>
          <a:xfrm>
            <a:off x="30480" y="5484048"/>
            <a:ext cx="548640" cy="296984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22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True/False: 5+ Q2 Eliminations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145792" y="2331720"/>
            <a:ext cx="1463040" cy="7315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
341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91584" y="2331720"/>
            <a:ext cx="1463040" cy="7315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
336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64480" y="3794760"/>
            <a:ext cx="1463040" cy="7315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
276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794760"/>
            <a:ext cx="1463040" cy="7315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
274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37376" y="2331720"/>
            <a:ext cx="1463040" cy="7315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
318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83168" y="2331720"/>
            <a:ext cx="1463040" cy="7315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
314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82240" y="3794760"/>
            <a:ext cx="1463040" cy="7315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
298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True/False: 5+ Q2 Eliminations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True/False: Pole Positions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60" y="1371600"/>
            <a:ext cx="5852160" cy="5212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t>Predict all drivers that you believe will qualify on pole position.
Scoring: Each true prediction that comes true is 5pts. -3pts for missing predictions, -3pts for any true prediction that doesn't come true.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90560" y="1371600"/>
            <a:ext cx="1950720" cy="54864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- 341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90560" y="2057400"/>
            <a:ext cx="1950720" cy="54864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- 336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0560" y="2743200"/>
            <a:ext cx="1950720" cy="54864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- 276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90560" y="3429000"/>
            <a:ext cx="1950720" cy="54864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- 274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90560" y="4114800"/>
            <a:ext cx="1950720" cy="54864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- 318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0560" y="4800600"/>
            <a:ext cx="1950720" cy="54864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- 314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90560" y="5486400"/>
            <a:ext cx="1950720" cy="54864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- 298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2024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03568" y="192024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97536" y="192024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91504" y="192024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73408" y="192024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251420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03568" y="251420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97536" y="251420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91504" y="251420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79440" y="251420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3408" y="251420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94992" y="251420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600" y="3108176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03568" y="3108176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97536" y="3108176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91504" y="3108176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79440" y="3108176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73408" y="3108176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3702144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3568" y="3702144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97536" y="3702144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91504" y="3702144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79440" y="3702144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73408" y="3702144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94992" y="3702144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600" y="4296112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03568" y="4296112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97536" y="4296112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91504" y="4296112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79440" y="4296112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894992" y="4296112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9600" y="489008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03568" y="489008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797536" y="489008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91504" y="489008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79440" y="4890080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73408" y="489008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9600" y="548404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03568" y="548404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797536" y="548404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91504" y="548404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79440" y="548404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73408" y="548404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0480" y="1920240"/>
            <a:ext cx="548640" cy="296984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480" y="2514208"/>
            <a:ext cx="548640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480" y="3108176"/>
            <a:ext cx="548640" cy="296984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480" y="3702144"/>
            <a:ext cx="548640" cy="296984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480" y="4296112"/>
            <a:ext cx="548640" cy="296984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0480" y="4890080"/>
            <a:ext cx="548640" cy="296984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0480" y="5484048"/>
            <a:ext cx="548640" cy="296984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True/False: Pole Positions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2024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261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03568" y="192024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6584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97536" y="192024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0552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91504" y="192024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4520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79440" y="1920240"/>
            <a:ext cx="296984" cy="296984"/>
          </a:xfrm>
          <a:prstGeom prst="roundRect">
            <a:avLst/>
          </a:prstGeom>
          <a:noFill/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8245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3408" y="192024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76424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600" y="251420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03568" y="251420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97536" y="251420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91504" y="251420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79440" y="251420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73408" y="251420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94992" y="251420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598008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600" y="3108176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03568" y="3108176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97536" y="3108176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91504" y="3108176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79440" y="3108176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73408" y="3108176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9600" y="3702144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03568" y="3702144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97536" y="3702144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91504" y="3702144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79440" y="3702144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73408" y="3702144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894992" y="3702144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9600" y="4296112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3568" y="4296112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797536" y="4296112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91504" y="4296112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79440" y="4296112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894992" y="4296112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9600" y="489008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03568" y="489008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797536" y="489008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391504" y="489008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79440" y="4890080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73408" y="489008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9600" y="548404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03568" y="548404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797536" y="548404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391504" y="548404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579440" y="548404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173408" y="548404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0480" y="1920240"/>
            <a:ext cx="548640" cy="296984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0480" y="2514208"/>
            <a:ext cx="548640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0480" y="3108176"/>
            <a:ext cx="548640" cy="296984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0480" y="3702144"/>
            <a:ext cx="548640" cy="296984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0480" y="4296112"/>
            <a:ext cx="548640" cy="296984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0480" y="4890080"/>
            <a:ext cx="548640" cy="296984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0480" y="5484048"/>
            <a:ext cx="548640" cy="296984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True/False: Pole Positions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2024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261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03568" y="192024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6584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03568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97536" y="192024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0552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97536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91504" y="192024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94520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91504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85472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579440" y="1920240"/>
            <a:ext cx="296984" cy="296984"/>
          </a:xfrm>
          <a:prstGeom prst="roundRect">
            <a:avLst/>
          </a:prstGeom>
          <a:noFill/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245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79440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73408" y="192024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76424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73408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67376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361344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955312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549280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143248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737216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331184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925152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519120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113088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707056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1301024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1894992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09600" y="251420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9600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3568" y="251420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03568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797536" y="251420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97536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91504" y="251420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91504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85472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3579440" y="251420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579440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73408" y="251420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73408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67376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5361344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5955312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6549280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7143248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737216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8331184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925152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9519120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10113088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10707056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11301024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11894992" y="251420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598008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1894992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09600" y="3108176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09600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203568" y="3108176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203568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797536" y="3108176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797536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391504" y="3108176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391504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985472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3579440" y="3108176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579440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173408" y="3108176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173408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767376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5361344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5955312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6549280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7143248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7737216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8331184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8925152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9519120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10113088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10707056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11301024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11894992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609600" y="3702144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09600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203568" y="3702144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203568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797536" y="3702144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797536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391504" y="3702144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391504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985472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3579440" y="3702144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579440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173408" y="3702144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173408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767376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361344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5955312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6549280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7143248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7737216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8331184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8925152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9519120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ounded Rectangle 109"/>
          <p:cNvSpPr/>
          <p:nvPr/>
        </p:nvSpPr>
        <p:spPr>
          <a:xfrm>
            <a:off x="10113088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10707056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11301024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ounded Rectangle 112"/>
          <p:cNvSpPr/>
          <p:nvPr/>
        </p:nvSpPr>
        <p:spPr>
          <a:xfrm>
            <a:off x="11894992" y="3702144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1894992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09600" y="4296112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09600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203568" y="4296112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203568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797536" y="4296112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797536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391504" y="4296112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2391504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985472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ounded Rectangle 123"/>
          <p:cNvSpPr/>
          <p:nvPr/>
        </p:nvSpPr>
        <p:spPr>
          <a:xfrm>
            <a:off x="3579440" y="4296112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3579440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173408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ounded Rectangle 126"/>
          <p:cNvSpPr/>
          <p:nvPr/>
        </p:nvSpPr>
        <p:spPr>
          <a:xfrm>
            <a:off x="4767376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ounded Rectangle 127"/>
          <p:cNvSpPr/>
          <p:nvPr/>
        </p:nvSpPr>
        <p:spPr>
          <a:xfrm>
            <a:off x="5361344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ounded Rectangle 128"/>
          <p:cNvSpPr/>
          <p:nvPr/>
        </p:nvSpPr>
        <p:spPr>
          <a:xfrm>
            <a:off x="5955312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ounded Rectangle 129"/>
          <p:cNvSpPr/>
          <p:nvPr/>
        </p:nvSpPr>
        <p:spPr>
          <a:xfrm>
            <a:off x="6549280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ounded Rectangle 130"/>
          <p:cNvSpPr/>
          <p:nvPr/>
        </p:nvSpPr>
        <p:spPr>
          <a:xfrm>
            <a:off x="7143248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ounded Rectangle 131"/>
          <p:cNvSpPr/>
          <p:nvPr/>
        </p:nvSpPr>
        <p:spPr>
          <a:xfrm>
            <a:off x="7737216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8331184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ounded Rectangle 133"/>
          <p:cNvSpPr/>
          <p:nvPr/>
        </p:nvSpPr>
        <p:spPr>
          <a:xfrm>
            <a:off x="8925152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ounded Rectangle 134"/>
          <p:cNvSpPr/>
          <p:nvPr/>
        </p:nvSpPr>
        <p:spPr>
          <a:xfrm>
            <a:off x="9519120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ounded Rectangle 135"/>
          <p:cNvSpPr/>
          <p:nvPr/>
        </p:nvSpPr>
        <p:spPr>
          <a:xfrm>
            <a:off x="10113088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ounded Rectangle 136"/>
          <p:cNvSpPr/>
          <p:nvPr/>
        </p:nvSpPr>
        <p:spPr>
          <a:xfrm>
            <a:off x="10707056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ounded Rectangle 137"/>
          <p:cNvSpPr/>
          <p:nvPr/>
        </p:nvSpPr>
        <p:spPr>
          <a:xfrm>
            <a:off x="11301024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ounded Rectangle 138"/>
          <p:cNvSpPr/>
          <p:nvPr/>
        </p:nvSpPr>
        <p:spPr>
          <a:xfrm>
            <a:off x="11894992" y="4296112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11894992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609600" y="489008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609600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203568" y="489008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203568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1797536" y="489008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1797536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391504" y="489008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2391504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2985472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ounded Rectangle 149"/>
          <p:cNvSpPr/>
          <p:nvPr/>
        </p:nvSpPr>
        <p:spPr>
          <a:xfrm>
            <a:off x="3579440" y="4890080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3579440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4173408" y="489008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4173408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4767376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ounded Rectangle 154"/>
          <p:cNvSpPr/>
          <p:nvPr/>
        </p:nvSpPr>
        <p:spPr>
          <a:xfrm>
            <a:off x="5361344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ounded Rectangle 155"/>
          <p:cNvSpPr/>
          <p:nvPr/>
        </p:nvSpPr>
        <p:spPr>
          <a:xfrm>
            <a:off x="5955312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ounded Rectangle 156"/>
          <p:cNvSpPr/>
          <p:nvPr/>
        </p:nvSpPr>
        <p:spPr>
          <a:xfrm>
            <a:off x="6549280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ounded Rectangle 157"/>
          <p:cNvSpPr/>
          <p:nvPr/>
        </p:nvSpPr>
        <p:spPr>
          <a:xfrm>
            <a:off x="7143248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ounded Rectangle 158"/>
          <p:cNvSpPr/>
          <p:nvPr/>
        </p:nvSpPr>
        <p:spPr>
          <a:xfrm>
            <a:off x="7737216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ounded Rectangle 159"/>
          <p:cNvSpPr/>
          <p:nvPr/>
        </p:nvSpPr>
        <p:spPr>
          <a:xfrm>
            <a:off x="8331184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ounded Rectangle 160"/>
          <p:cNvSpPr/>
          <p:nvPr/>
        </p:nvSpPr>
        <p:spPr>
          <a:xfrm>
            <a:off x="8925152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ounded Rectangle 161"/>
          <p:cNvSpPr/>
          <p:nvPr/>
        </p:nvSpPr>
        <p:spPr>
          <a:xfrm>
            <a:off x="9519120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ounded Rectangle 162"/>
          <p:cNvSpPr/>
          <p:nvPr/>
        </p:nvSpPr>
        <p:spPr>
          <a:xfrm>
            <a:off x="10113088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ounded Rectangle 163"/>
          <p:cNvSpPr/>
          <p:nvPr/>
        </p:nvSpPr>
        <p:spPr>
          <a:xfrm>
            <a:off x="10707056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ounded Rectangle 164"/>
          <p:cNvSpPr/>
          <p:nvPr/>
        </p:nvSpPr>
        <p:spPr>
          <a:xfrm>
            <a:off x="11301024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ounded Rectangle 165"/>
          <p:cNvSpPr/>
          <p:nvPr/>
        </p:nvSpPr>
        <p:spPr>
          <a:xfrm>
            <a:off x="11894992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ounded Rectangle 166"/>
          <p:cNvSpPr/>
          <p:nvPr/>
        </p:nvSpPr>
        <p:spPr>
          <a:xfrm>
            <a:off x="609600" y="548404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09600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203568" y="548404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203568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1797536" y="548404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1797536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2391504" y="548404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2391504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2985472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ounded Rectangle 175"/>
          <p:cNvSpPr/>
          <p:nvPr/>
        </p:nvSpPr>
        <p:spPr>
          <a:xfrm>
            <a:off x="3579440" y="548404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3579440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4173408" y="548404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4173408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4767376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ounded Rectangle 180"/>
          <p:cNvSpPr/>
          <p:nvPr/>
        </p:nvSpPr>
        <p:spPr>
          <a:xfrm>
            <a:off x="5361344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ounded Rectangle 181"/>
          <p:cNvSpPr/>
          <p:nvPr/>
        </p:nvSpPr>
        <p:spPr>
          <a:xfrm>
            <a:off x="5955312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ounded Rectangle 182"/>
          <p:cNvSpPr/>
          <p:nvPr/>
        </p:nvSpPr>
        <p:spPr>
          <a:xfrm>
            <a:off x="6549280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ounded Rectangle 183"/>
          <p:cNvSpPr/>
          <p:nvPr/>
        </p:nvSpPr>
        <p:spPr>
          <a:xfrm>
            <a:off x="7143248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ounded Rectangle 184"/>
          <p:cNvSpPr/>
          <p:nvPr/>
        </p:nvSpPr>
        <p:spPr>
          <a:xfrm>
            <a:off x="7737216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ounded Rectangle 185"/>
          <p:cNvSpPr/>
          <p:nvPr/>
        </p:nvSpPr>
        <p:spPr>
          <a:xfrm>
            <a:off x="8331184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ounded Rectangle 186"/>
          <p:cNvSpPr/>
          <p:nvPr/>
        </p:nvSpPr>
        <p:spPr>
          <a:xfrm>
            <a:off x="8925152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ounded Rectangle 187"/>
          <p:cNvSpPr/>
          <p:nvPr/>
        </p:nvSpPr>
        <p:spPr>
          <a:xfrm>
            <a:off x="9519120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ounded Rectangle 188"/>
          <p:cNvSpPr/>
          <p:nvPr/>
        </p:nvSpPr>
        <p:spPr>
          <a:xfrm>
            <a:off x="10113088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ounded Rectangle 189"/>
          <p:cNvSpPr/>
          <p:nvPr/>
        </p:nvSpPr>
        <p:spPr>
          <a:xfrm>
            <a:off x="10707056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ounded Rectangle 190"/>
          <p:cNvSpPr/>
          <p:nvPr/>
        </p:nvSpPr>
        <p:spPr>
          <a:xfrm>
            <a:off x="11301024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ounded Rectangle 191"/>
          <p:cNvSpPr/>
          <p:nvPr/>
        </p:nvSpPr>
        <p:spPr>
          <a:xfrm>
            <a:off x="11894992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ounded Rectangle 192"/>
          <p:cNvSpPr/>
          <p:nvPr/>
        </p:nvSpPr>
        <p:spPr>
          <a:xfrm>
            <a:off x="30480" y="1920240"/>
            <a:ext cx="548640" cy="296984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14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30480" y="2514208"/>
            <a:ext cx="548640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19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30480" y="3108176"/>
            <a:ext cx="548640" cy="296984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22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30480" y="3702144"/>
            <a:ext cx="548640" cy="296984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19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30480" y="4296112"/>
            <a:ext cx="548640" cy="296984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22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30480" y="4890080"/>
            <a:ext cx="548640" cy="296984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22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30480" y="5484048"/>
            <a:ext cx="548640" cy="296984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22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True/False: Pole Positions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145792" y="2331720"/>
            <a:ext cx="1463040" cy="7315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
355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91584" y="2331720"/>
            <a:ext cx="1463040" cy="7315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
355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64480" y="3794760"/>
            <a:ext cx="1463040" cy="7315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
298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794760"/>
            <a:ext cx="1463040" cy="7315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
293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37376" y="2331720"/>
            <a:ext cx="1463040" cy="7315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
340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83168" y="2331720"/>
            <a:ext cx="1463040" cy="7315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
336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82240" y="3794760"/>
            <a:ext cx="1463040" cy="7315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
320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True/False: Pole Positions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True/False: Lap 1 DNFs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60" y="1371600"/>
            <a:ext cx="5852160" cy="5212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t>Predict all drivers that you believe DNF on the first lap of a Grand Prix.
Scoring: Each true prediction that comes true is 5pts. -3pts for missing predictions, -3pts for any true prediction that doesn't come true.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90560" y="1371600"/>
            <a:ext cx="1950720" cy="54864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- 355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90560" y="2057400"/>
            <a:ext cx="1950720" cy="54864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- 355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0560" y="2743200"/>
            <a:ext cx="1950720" cy="54864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- 298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90560" y="3429000"/>
            <a:ext cx="1950720" cy="54864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- 293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90560" y="4114800"/>
            <a:ext cx="1950720" cy="54864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- 340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0560" y="4800600"/>
            <a:ext cx="1950720" cy="54864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- 336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90560" y="5486400"/>
            <a:ext cx="1950720" cy="54864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- 320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55312" y="1920240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49280" y="192024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37216" y="1920240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EO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31184" y="1920240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13088" y="1920240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JD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94992" y="1920240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51420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97536" y="251420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73408" y="251420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49280" y="251420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43248" y="2514208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01024" y="2514208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3248" y="3108176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85472" y="3702144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5152" y="3702144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301024" y="3702144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600" y="4296112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79440" y="4296112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55312" y="4296112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49280" y="4296112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43248" y="4296112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37216" y="4296112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EO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31184" y="4296112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5152" y="4296112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707056" y="4296112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301024" y="4296112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49280" y="489008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43248" y="4890080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31184" y="4890080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301024" y="4890080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03568" y="548404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797536" y="548404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55312" y="5484048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49280" y="548404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43248" y="5484048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707056" y="5484048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301024" y="5484048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480" y="1920240"/>
            <a:ext cx="548640" cy="296984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480" y="2514208"/>
            <a:ext cx="548640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480" y="3108176"/>
            <a:ext cx="548640" cy="296984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480" y="3702144"/>
            <a:ext cx="548640" cy="296984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480" y="4296112"/>
            <a:ext cx="548640" cy="296984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480" y="4890080"/>
            <a:ext cx="548640" cy="296984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0480" y="5484048"/>
            <a:ext cx="548640" cy="296984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True/False: Lap 1 DNFs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20240"/>
            <a:ext cx="296984" cy="296984"/>
          </a:xfrm>
          <a:prstGeom prst="roundRect">
            <a:avLst/>
          </a:prstGeom>
          <a:noFill/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261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91504" y="1920240"/>
            <a:ext cx="296984" cy="296984"/>
          </a:xfrm>
          <a:prstGeom prst="roundRect">
            <a:avLst/>
          </a:prstGeom>
          <a:noFill/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94520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85472" y="1920240"/>
            <a:ext cx="296984" cy="296984"/>
          </a:xfrm>
          <a:prstGeom prst="roundRect">
            <a:avLst/>
          </a:prstGeom>
          <a:noFill/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88488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61344" y="1920240"/>
            <a:ext cx="296984" cy="296984"/>
          </a:xfrm>
          <a:prstGeom prst="roundRect">
            <a:avLst/>
          </a:prstGeom>
          <a:noFill/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4360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55312" y="1920240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58328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49280" y="192024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229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3248" y="1920240"/>
            <a:ext cx="296984" cy="296984"/>
          </a:xfrm>
          <a:prstGeom prst="roundRect">
            <a:avLst/>
          </a:prstGeom>
          <a:noFill/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46264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37216" y="1920240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EO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40232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31184" y="1920240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4200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19120" y="1920240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2213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13088" y="1920240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JD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16104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07056" y="1920240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10072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94992" y="1920240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598008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9600" y="251420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97536" y="251420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00552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91504" y="2514208"/>
            <a:ext cx="296984" cy="296984"/>
          </a:xfrm>
          <a:prstGeom prst="roundRect">
            <a:avLst/>
          </a:prstGeom>
          <a:noFill/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85472" y="2514208"/>
            <a:ext cx="296984" cy="296984"/>
          </a:xfrm>
          <a:prstGeom prst="roundRect">
            <a:avLst/>
          </a:prstGeom>
          <a:noFill/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73408" y="251420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76424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61344" y="2514208"/>
            <a:ext cx="296984" cy="296984"/>
          </a:xfrm>
          <a:prstGeom prst="roundRect">
            <a:avLst/>
          </a:prstGeom>
          <a:noFill/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49280" y="251420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43248" y="2514208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19120" y="2514208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13088" y="2514208"/>
            <a:ext cx="296984" cy="296984"/>
          </a:xfrm>
          <a:prstGeom prst="roundRect">
            <a:avLst/>
          </a:prstGeom>
          <a:noFill/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JD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707056" y="2514208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301024" y="2514208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004040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894992" y="2514208"/>
            <a:ext cx="296984" cy="296984"/>
          </a:xfrm>
          <a:prstGeom prst="roundRect">
            <a:avLst/>
          </a:prstGeom>
          <a:noFill/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9600" y="3108176"/>
            <a:ext cx="296984" cy="296984"/>
          </a:xfrm>
          <a:prstGeom prst="roundRect">
            <a:avLst/>
          </a:prstGeom>
          <a:noFill/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91504" y="3108176"/>
            <a:ext cx="296984" cy="296984"/>
          </a:xfrm>
          <a:prstGeom prst="roundRect">
            <a:avLst/>
          </a:prstGeom>
          <a:noFill/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85472" y="3108176"/>
            <a:ext cx="296984" cy="296984"/>
          </a:xfrm>
          <a:prstGeom prst="roundRect">
            <a:avLst/>
          </a:prstGeom>
          <a:noFill/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61344" y="3108176"/>
            <a:ext cx="296984" cy="296984"/>
          </a:xfrm>
          <a:prstGeom prst="roundRect">
            <a:avLst/>
          </a:prstGeom>
          <a:noFill/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49280" y="3108176"/>
            <a:ext cx="296984" cy="296984"/>
          </a:xfrm>
          <a:prstGeom prst="roundRect">
            <a:avLst/>
          </a:prstGeom>
          <a:noFill/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43248" y="3108176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19120" y="3108176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113088" y="3108176"/>
            <a:ext cx="296984" cy="296984"/>
          </a:xfrm>
          <a:prstGeom prst="roundRect">
            <a:avLst/>
          </a:prstGeom>
          <a:noFill/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JD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707056" y="3108176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894992" y="3108176"/>
            <a:ext cx="296984" cy="296984"/>
          </a:xfrm>
          <a:prstGeom prst="roundRect">
            <a:avLst/>
          </a:prstGeom>
          <a:noFill/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9600" y="3702144"/>
            <a:ext cx="296984" cy="296984"/>
          </a:xfrm>
          <a:prstGeom prst="roundRect">
            <a:avLst/>
          </a:prstGeom>
          <a:noFill/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391504" y="3702144"/>
            <a:ext cx="296984" cy="296984"/>
          </a:xfrm>
          <a:prstGeom prst="roundRect">
            <a:avLst/>
          </a:prstGeom>
          <a:noFill/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985472" y="3702144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361344" y="3702144"/>
            <a:ext cx="296984" cy="296984"/>
          </a:xfrm>
          <a:prstGeom prst="roundRect">
            <a:avLst/>
          </a:prstGeom>
          <a:noFill/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49280" y="3702144"/>
            <a:ext cx="296984" cy="296984"/>
          </a:xfrm>
          <a:prstGeom prst="roundRect">
            <a:avLst/>
          </a:prstGeom>
          <a:noFill/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143248" y="3702144"/>
            <a:ext cx="296984" cy="296984"/>
          </a:xfrm>
          <a:prstGeom prst="roundRect">
            <a:avLst/>
          </a:prstGeom>
          <a:noFill/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925152" y="3702144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28168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519120" y="3702144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113088" y="3702144"/>
            <a:ext cx="296984" cy="296984"/>
          </a:xfrm>
          <a:prstGeom prst="roundRect">
            <a:avLst/>
          </a:prstGeom>
          <a:noFill/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JD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707056" y="3702144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1301024" y="3702144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1894992" y="3702144"/>
            <a:ext cx="296984" cy="296984"/>
          </a:xfrm>
          <a:prstGeom prst="roundRect">
            <a:avLst/>
          </a:prstGeom>
          <a:noFill/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09600" y="4296112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391504" y="4296112"/>
            <a:ext cx="296984" cy="296984"/>
          </a:xfrm>
          <a:prstGeom prst="roundRect">
            <a:avLst/>
          </a:prstGeom>
          <a:noFill/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985472" y="4296112"/>
            <a:ext cx="296984" cy="296984"/>
          </a:xfrm>
          <a:prstGeom prst="roundRect">
            <a:avLst/>
          </a:prstGeom>
          <a:noFill/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579440" y="4296112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28245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361344" y="4296112"/>
            <a:ext cx="296984" cy="296984"/>
          </a:xfrm>
          <a:prstGeom prst="roundRect">
            <a:avLst/>
          </a:prstGeom>
          <a:noFill/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955312" y="4296112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549280" y="4296112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143248" y="4296112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737216" y="4296112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EO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331184" y="4296112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925152" y="4296112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519120" y="4296112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113088" y="4296112"/>
            <a:ext cx="296984" cy="296984"/>
          </a:xfrm>
          <a:prstGeom prst="roundRect">
            <a:avLst/>
          </a:prstGeom>
          <a:noFill/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JD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707056" y="4296112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1301024" y="4296112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1894992" y="4296112"/>
            <a:ext cx="296984" cy="296984"/>
          </a:xfrm>
          <a:prstGeom prst="roundRect">
            <a:avLst/>
          </a:prstGeom>
          <a:noFill/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09600" y="4890080"/>
            <a:ext cx="296984" cy="296984"/>
          </a:xfrm>
          <a:prstGeom prst="roundRect">
            <a:avLst/>
          </a:prstGeom>
          <a:noFill/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391504" y="4890080"/>
            <a:ext cx="296984" cy="296984"/>
          </a:xfrm>
          <a:prstGeom prst="roundRect">
            <a:avLst/>
          </a:prstGeom>
          <a:noFill/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985472" y="4890080"/>
            <a:ext cx="296984" cy="296984"/>
          </a:xfrm>
          <a:prstGeom prst="roundRect">
            <a:avLst/>
          </a:prstGeom>
          <a:noFill/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361344" y="4890080"/>
            <a:ext cx="296984" cy="296984"/>
          </a:xfrm>
          <a:prstGeom prst="roundRect">
            <a:avLst/>
          </a:prstGeom>
          <a:noFill/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549280" y="489008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143248" y="4890080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331184" y="4890080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519120" y="4890080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113088" y="4890080"/>
            <a:ext cx="296984" cy="296984"/>
          </a:xfrm>
          <a:prstGeom prst="roundRect">
            <a:avLst/>
          </a:prstGeom>
          <a:noFill/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JD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707056" y="4890080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1301024" y="4890080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1894992" y="4890080"/>
            <a:ext cx="296984" cy="296984"/>
          </a:xfrm>
          <a:prstGeom prst="roundRect">
            <a:avLst/>
          </a:prstGeom>
          <a:noFill/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09600" y="5484048"/>
            <a:ext cx="296984" cy="296984"/>
          </a:xfrm>
          <a:prstGeom prst="roundRect">
            <a:avLst/>
          </a:prstGeom>
          <a:noFill/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203568" y="548404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06584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797536" y="548404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391504" y="5484048"/>
            <a:ext cx="296984" cy="296984"/>
          </a:xfrm>
          <a:prstGeom prst="roundRect">
            <a:avLst/>
          </a:prstGeom>
          <a:noFill/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985472" y="5484048"/>
            <a:ext cx="296984" cy="296984"/>
          </a:xfrm>
          <a:prstGeom prst="roundRect">
            <a:avLst/>
          </a:prstGeom>
          <a:noFill/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361344" y="5484048"/>
            <a:ext cx="296984" cy="296984"/>
          </a:xfrm>
          <a:prstGeom prst="roundRect">
            <a:avLst/>
          </a:prstGeom>
          <a:noFill/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955312" y="5484048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549280" y="548404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143248" y="5484048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9519120" y="5484048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0113088" y="5484048"/>
            <a:ext cx="296984" cy="296984"/>
          </a:xfrm>
          <a:prstGeom prst="roundRect">
            <a:avLst/>
          </a:prstGeom>
          <a:noFill/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JD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0707056" y="5484048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1301024" y="5484048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11894992" y="5484048"/>
            <a:ext cx="296984" cy="296984"/>
          </a:xfrm>
          <a:prstGeom prst="roundRect">
            <a:avLst/>
          </a:prstGeom>
          <a:noFill/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30480" y="1920240"/>
            <a:ext cx="548640" cy="296984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30480" y="2514208"/>
            <a:ext cx="548640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0480" y="3108176"/>
            <a:ext cx="548640" cy="296984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0480" y="3702144"/>
            <a:ext cx="548640" cy="296984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0480" y="4296112"/>
            <a:ext cx="548640" cy="296984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0480" y="4890080"/>
            <a:ext cx="548640" cy="296984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0480" y="5484048"/>
            <a:ext cx="548640" cy="296984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True/False: Lap 1 DNFs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20240"/>
            <a:ext cx="296984" cy="296984"/>
          </a:xfrm>
          <a:prstGeom prst="roundRect">
            <a:avLst/>
          </a:prstGeom>
          <a:noFill/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261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03568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797536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391504" y="1920240"/>
            <a:ext cx="296984" cy="296984"/>
          </a:xfrm>
          <a:prstGeom prst="roundRect">
            <a:avLst/>
          </a:prstGeom>
          <a:noFill/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94520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1504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85472" y="1920240"/>
            <a:ext cx="296984" cy="296984"/>
          </a:xfrm>
          <a:prstGeom prst="roundRect">
            <a:avLst/>
          </a:prstGeom>
          <a:noFill/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88488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85472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79440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173408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767376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361344" y="1920240"/>
            <a:ext cx="296984" cy="296984"/>
          </a:xfrm>
          <a:prstGeom prst="roundRect">
            <a:avLst/>
          </a:prstGeom>
          <a:noFill/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64360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61344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55312" y="1920240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58328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55312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49280" y="192024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229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49280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43248" y="1920240"/>
            <a:ext cx="296984" cy="296984"/>
          </a:xfrm>
          <a:prstGeom prst="roundRect">
            <a:avLst/>
          </a:prstGeom>
          <a:noFill/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46264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43248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37216" y="1920240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EO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40232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37216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31184" y="1920240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34200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31184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25152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519120" y="1920240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2213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19120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13088" y="1920240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JD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16104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13088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707056" y="1920240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10072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07056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301024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11894992" y="1920240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598008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894992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9600" y="251420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9600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203568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1797536" y="251420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500552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797536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391504" y="2514208"/>
            <a:ext cx="296984" cy="296984"/>
          </a:xfrm>
          <a:prstGeom prst="roundRect">
            <a:avLst/>
          </a:prstGeom>
          <a:noFill/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391504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985472" y="2514208"/>
            <a:ext cx="296984" cy="296984"/>
          </a:xfrm>
          <a:prstGeom prst="roundRect">
            <a:avLst/>
          </a:prstGeom>
          <a:noFill/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985472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579440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4173408" y="251420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876424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73408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767376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5361344" y="2514208"/>
            <a:ext cx="296984" cy="296984"/>
          </a:xfrm>
          <a:prstGeom prst="roundRect">
            <a:avLst/>
          </a:prstGeom>
          <a:noFill/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361344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55312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6549280" y="251420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549280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143248" y="2514208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143248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737216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331184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8925152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9519120" y="2514208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519120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113088" y="2514208"/>
            <a:ext cx="296984" cy="296984"/>
          </a:xfrm>
          <a:prstGeom prst="roundRect">
            <a:avLst/>
          </a:prstGeom>
          <a:noFill/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JD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113088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707056" y="2514208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707056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1301024" y="2514208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1004040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1301024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1894992" y="2514208"/>
            <a:ext cx="296984" cy="296984"/>
          </a:xfrm>
          <a:prstGeom prst="roundRect">
            <a:avLst/>
          </a:prstGeom>
          <a:noFill/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1894992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09600" y="3108176"/>
            <a:ext cx="296984" cy="296984"/>
          </a:xfrm>
          <a:prstGeom prst="roundRect">
            <a:avLst/>
          </a:prstGeom>
          <a:noFill/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09600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203568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1797536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2391504" y="3108176"/>
            <a:ext cx="296984" cy="296984"/>
          </a:xfrm>
          <a:prstGeom prst="roundRect">
            <a:avLst/>
          </a:prstGeom>
          <a:noFill/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391504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985472" y="3108176"/>
            <a:ext cx="296984" cy="296984"/>
          </a:xfrm>
          <a:prstGeom prst="roundRect">
            <a:avLst/>
          </a:prstGeom>
          <a:noFill/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985472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579440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4173408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4767376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5361344" y="3108176"/>
            <a:ext cx="296984" cy="296984"/>
          </a:xfrm>
          <a:prstGeom prst="roundRect">
            <a:avLst/>
          </a:prstGeom>
          <a:noFill/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361344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955312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6549280" y="3108176"/>
            <a:ext cx="296984" cy="296984"/>
          </a:xfrm>
          <a:prstGeom prst="roundRect">
            <a:avLst/>
          </a:prstGeom>
          <a:noFill/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549280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143248" y="3108176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143248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737216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8331184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8925152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9519120" y="3108176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9519120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0113088" y="3108176"/>
            <a:ext cx="296984" cy="296984"/>
          </a:xfrm>
          <a:prstGeom prst="roundRect">
            <a:avLst/>
          </a:prstGeom>
          <a:noFill/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JD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0113088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0707056" y="3108176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10707056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1301024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11894992" y="3108176"/>
            <a:ext cx="296984" cy="296984"/>
          </a:xfrm>
          <a:prstGeom prst="roundRect">
            <a:avLst/>
          </a:prstGeom>
          <a:noFill/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1894992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09600" y="3702144"/>
            <a:ext cx="296984" cy="296984"/>
          </a:xfrm>
          <a:prstGeom prst="roundRect">
            <a:avLst/>
          </a:prstGeom>
          <a:noFill/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09600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203568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ounded Rectangle 116"/>
          <p:cNvSpPr/>
          <p:nvPr/>
        </p:nvSpPr>
        <p:spPr>
          <a:xfrm>
            <a:off x="1797536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2391504" y="3702144"/>
            <a:ext cx="296984" cy="296984"/>
          </a:xfrm>
          <a:prstGeom prst="roundRect">
            <a:avLst/>
          </a:prstGeom>
          <a:noFill/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391504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985472" y="3702144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985472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579440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ounded Rectangle 122"/>
          <p:cNvSpPr/>
          <p:nvPr/>
        </p:nvSpPr>
        <p:spPr>
          <a:xfrm>
            <a:off x="4173408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ounded Rectangle 123"/>
          <p:cNvSpPr/>
          <p:nvPr/>
        </p:nvSpPr>
        <p:spPr>
          <a:xfrm>
            <a:off x="4767376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ounded Rectangle 124"/>
          <p:cNvSpPr/>
          <p:nvPr/>
        </p:nvSpPr>
        <p:spPr>
          <a:xfrm>
            <a:off x="5361344" y="3702144"/>
            <a:ext cx="296984" cy="296984"/>
          </a:xfrm>
          <a:prstGeom prst="roundRect">
            <a:avLst/>
          </a:prstGeom>
          <a:noFill/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361344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5955312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ounded Rectangle 127"/>
          <p:cNvSpPr/>
          <p:nvPr/>
        </p:nvSpPr>
        <p:spPr>
          <a:xfrm>
            <a:off x="6549280" y="3702144"/>
            <a:ext cx="296984" cy="296984"/>
          </a:xfrm>
          <a:prstGeom prst="roundRect">
            <a:avLst/>
          </a:prstGeom>
          <a:noFill/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6549280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7143248" y="3702144"/>
            <a:ext cx="296984" cy="296984"/>
          </a:xfrm>
          <a:prstGeom prst="roundRect">
            <a:avLst/>
          </a:prstGeom>
          <a:noFill/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143248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7737216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8331184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ounded Rectangle 133"/>
          <p:cNvSpPr/>
          <p:nvPr/>
        </p:nvSpPr>
        <p:spPr>
          <a:xfrm>
            <a:off x="8925152" y="3702144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628168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925152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9519120" y="3702144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9519120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10113088" y="3702144"/>
            <a:ext cx="296984" cy="296984"/>
          </a:xfrm>
          <a:prstGeom prst="roundRect">
            <a:avLst/>
          </a:prstGeom>
          <a:noFill/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JD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10113088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0707056" y="3702144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0707056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1301024" y="3702144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1301024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11894992" y="3702144"/>
            <a:ext cx="296984" cy="296984"/>
          </a:xfrm>
          <a:prstGeom prst="roundRect">
            <a:avLst/>
          </a:prstGeom>
          <a:noFill/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11894992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09600" y="4296112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09600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03568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ounded Rectangle 149"/>
          <p:cNvSpPr/>
          <p:nvPr/>
        </p:nvSpPr>
        <p:spPr>
          <a:xfrm>
            <a:off x="1797536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ounded Rectangle 150"/>
          <p:cNvSpPr/>
          <p:nvPr/>
        </p:nvSpPr>
        <p:spPr>
          <a:xfrm>
            <a:off x="2391504" y="4296112"/>
            <a:ext cx="296984" cy="296984"/>
          </a:xfrm>
          <a:prstGeom prst="roundRect">
            <a:avLst/>
          </a:prstGeom>
          <a:noFill/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2391504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2985472" y="4296112"/>
            <a:ext cx="296984" cy="296984"/>
          </a:xfrm>
          <a:prstGeom prst="roundRect">
            <a:avLst/>
          </a:prstGeom>
          <a:noFill/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985472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3579440" y="4296112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328245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3579440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4173408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ounded Rectangle 158"/>
          <p:cNvSpPr/>
          <p:nvPr/>
        </p:nvSpPr>
        <p:spPr>
          <a:xfrm>
            <a:off x="4767376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ounded Rectangle 159"/>
          <p:cNvSpPr/>
          <p:nvPr/>
        </p:nvSpPr>
        <p:spPr>
          <a:xfrm>
            <a:off x="5361344" y="4296112"/>
            <a:ext cx="296984" cy="296984"/>
          </a:xfrm>
          <a:prstGeom prst="roundRect">
            <a:avLst/>
          </a:prstGeom>
          <a:noFill/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5361344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5955312" y="4296112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955312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549280" y="4296112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6549280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7143248" y="4296112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7143248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7737216" y="4296112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EO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7737216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8331184" y="4296112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8331184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8925152" y="4296112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8925152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9519120" y="4296112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9519120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10113088" y="4296112"/>
            <a:ext cx="296984" cy="296984"/>
          </a:xfrm>
          <a:prstGeom prst="roundRect">
            <a:avLst/>
          </a:prstGeom>
          <a:noFill/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JD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10113088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10707056" y="4296112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10707056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11301024" y="4296112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11301024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11894992" y="4296112"/>
            <a:ext cx="296984" cy="296984"/>
          </a:xfrm>
          <a:prstGeom prst="roundRect">
            <a:avLst/>
          </a:prstGeom>
          <a:noFill/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11894992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609600" y="4890080"/>
            <a:ext cx="296984" cy="296984"/>
          </a:xfrm>
          <a:prstGeom prst="roundRect">
            <a:avLst/>
          </a:prstGeom>
          <a:noFill/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609600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1203568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ounded Rectangle 186"/>
          <p:cNvSpPr/>
          <p:nvPr/>
        </p:nvSpPr>
        <p:spPr>
          <a:xfrm>
            <a:off x="1797536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ounded Rectangle 187"/>
          <p:cNvSpPr/>
          <p:nvPr/>
        </p:nvSpPr>
        <p:spPr>
          <a:xfrm>
            <a:off x="2391504" y="4890080"/>
            <a:ext cx="296984" cy="296984"/>
          </a:xfrm>
          <a:prstGeom prst="roundRect">
            <a:avLst/>
          </a:prstGeom>
          <a:noFill/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2391504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2985472" y="4890080"/>
            <a:ext cx="296984" cy="296984"/>
          </a:xfrm>
          <a:prstGeom prst="roundRect">
            <a:avLst/>
          </a:prstGeom>
          <a:noFill/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2985472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3579440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ounded Rectangle 192"/>
          <p:cNvSpPr/>
          <p:nvPr/>
        </p:nvSpPr>
        <p:spPr>
          <a:xfrm>
            <a:off x="4173408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ounded Rectangle 193"/>
          <p:cNvSpPr/>
          <p:nvPr/>
        </p:nvSpPr>
        <p:spPr>
          <a:xfrm>
            <a:off x="4767376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Rounded Rectangle 194"/>
          <p:cNvSpPr/>
          <p:nvPr/>
        </p:nvSpPr>
        <p:spPr>
          <a:xfrm>
            <a:off x="5361344" y="4890080"/>
            <a:ext cx="296984" cy="296984"/>
          </a:xfrm>
          <a:prstGeom prst="roundRect">
            <a:avLst/>
          </a:prstGeom>
          <a:noFill/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5361344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5955312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Rounded Rectangle 197"/>
          <p:cNvSpPr/>
          <p:nvPr/>
        </p:nvSpPr>
        <p:spPr>
          <a:xfrm>
            <a:off x="6549280" y="489008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6549280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7143248" y="4890080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7143248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7737216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ounded Rectangle 202"/>
          <p:cNvSpPr/>
          <p:nvPr/>
        </p:nvSpPr>
        <p:spPr>
          <a:xfrm>
            <a:off x="8331184" y="4890080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8331184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8925152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Rounded Rectangle 205"/>
          <p:cNvSpPr/>
          <p:nvPr/>
        </p:nvSpPr>
        <p:spPr>
          <a:xfrm>
            <a:off x="9519120" y="4890080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9519120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10113088" y="4890080"/>
            <a:ext cx="296984" cy="296984"/>
          </a:xfrm>
          <a:prstGeom prst="roundRect">
            <a:avLst/>
          </a:prstGeom>
          <a:noFill/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JD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10113088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10707056" y="4890080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10707056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11301024" y="4890080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11301024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11894992" y="4890080"/>
            <a:ext cx="296984" cy="296984"/>
          </a:xfrm>
          <a:prstGeom prst="roundRect">
            <a:avLst/>
          </a:prstGeom>
          <a:noFill/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11894992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609600" y="5484048"/>
            <a:ext cx="296984" cy="296984"/>
          </a:xfrm>
          <a:prstGeom prst="roundRect">
            <a:avLst/>
          </a:prstGeom>
          <a:noFill/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609600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1203568" y="548404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906584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1203568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1797536" y="548404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1797536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2391504" y="5484048"/>
            <a:ext cx="296984" cy="296984"/>
          </a:xfrm>
          <a:prstGeom prst="roundRect">
            <a:avLst/>
          </a:prstGeom>
          <a:noFill/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2391504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2985472" y="5484048"/>
            <a:ext cx="296984" cy="296984"/>
          </a:xfrm>
          <a:prstGeom prst="roundRect">
            <a:avLst/>
          </a:prstGeom>
          <a:noFill/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2985472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3579440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ounded Rectangle 227"/>
          <p:cNvSpPr/>
          <p:nvPr/>
        </p:nvSpPr>
        <p:spPr>
          <a:xfrm>
            <a:off x="4173408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Rounded Rectangle 228"/>
          <p:cNvSpPr/>
          <p:nvPr/>
        </p:nvSpPr>
        <p:spPr>
          <a:xfrm>
            <a:off x="4767376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Rounded Rectangle 229"/>
          <p:cNvSpPr/>
          <p:nvPr/>
        </p:nvSpPr>
        <p:spPr>
          <a:xfrm>
            <a:off x="5361344" y="5484048"/>
            <a:ext cx="296984" cy="296984"/>
          </a:xfrm>
          <a:prstGeom prst="roundRect">
            <a:avLst/>
          </a:prstGeom>
          <a:noFill/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5361344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5955312" y="5484048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5955312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6549280" y="548404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6549280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7143248" y="5484048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LS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7143248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7737216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Rounded Rectangle 238"/>
          <p:cNvSpPr/>
          <p:nvPr/>
        </p:nvSpPr>
        <p:spPr>
          <a:xfrm>
            <a:off x="8331184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ounded Rectangle 239"/>
          <p:cNvSpPr/>
          <p:nvPr/>
        </p:nvSpPr>
        <p:spPr>
          <a:xfrm>
            <a:off x="8925152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Rounded Rectangle 240"/>
          <p:cNvSpPr/>
          <p:nvPr/>
        </p:nvSpPr>
        <p:spPr>
          <a:xfrm>
            <a:off x="9519120" y="5484048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9519120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10113088" y="5484048"/>
            <a:ext cx="296984" cy="296984"/>
          </a:xfrm>
          <a:prstGeom prst="roundRect">
            <a:avLst/>
          </a:prstGeom>
          <a:noFill/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JD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10113088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10707056" y="5484048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10707056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11301024" y="5484048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11301024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11894992" y="5484048"/>
            <a:ext cx="296984" cy="296984"/>
          </a:xfrm>
          <a:prstGeom prst="roundRect">
            <a:avLst/>
          </a:prstGeom>
          <a:noFill/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11894992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30480" y="1920240"/>
            <a:ext cx="548640" cy="296984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-15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30480" y="2514208"/>
            <a:ext cx="548640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-15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30480" y="3108176"/>
            <a:ext cx="548640" cy="296984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-22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30480" y="3702144"/>
            <a:ext cx="548640" cy="296984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-28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30480" y="4296112"/>
            <a:ext cx="548640" cy="296984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-16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30480" y="4890080"/>
            <a:ext cx="548640" cy="296984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-20</a:t>
            </a:r>
          </a:p>
        </p:txBody>
      </p:sp>
      <p:sp>
        <p:nvSpPr>
          <p:cNvPr id="257" name="Rounded Rectangle 256"/>
          <p:cNvSpPr/>
          <p:nvPr/>
        </p:nvSpPr>
        <p:spPr>
          <a:xfrm>
            <a:off x="30480" y="5484048"/>
            <a:ext cx="548640" cy="296984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-18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True/False: Lap 1 DNFs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145792" y="2331720"/>
            <a:ext cx="1463040" cy="7315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
340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91584" y="2331720"/>
            <a:ext cx="1463040" cy="7315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
340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64480" y="3794760"/>
            <a:ext cx="1463040" cy="7315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
276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794760"/>
            <a:ext cx="1463040" cy="7315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
265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37376" y="2331720"/>
            <a:ext cx="1463040" cy="7315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
324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83168" y="2331720"/>
            <a:ext cx="1463040" cy="7315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
316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82240" y="3794760"/>
            <a:ext cx="1463040" cy="7315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
302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Lap 1 DNFs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True/False: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60" y="1371600"/>
            <a:ext cx="5852160" cy="5212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t>Predict all drivers that you believe will score at least one win.
Scoring: Each true prediction that comes true is 5pts. -3pts for missing predictions, -3pts for any true prediction that doesn't come true.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90560" y="1371600"/>
            <a:ext cx="1950720" cy="54864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- 340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90560" y="2057400"/>
            <a:ext cx="1950720" cy="54864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- 340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0560" y="2743200"/>
            <a:ext cx="1950720" cy="54864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- 276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90560" y="3429000"/>
            <a:ext cx="1950720" cy="54864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- 265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90560" y="4114800"/>
            <a:ext cx="1950720" cy="54864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- 324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0560" y="4800600"/>
            <a:ext cx="1950720" cy="54864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- 316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90560" y="5486400"/>
            <a:ext cx="1950720" cy="54864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- 302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2024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03568" y="192024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97536" y="192024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91504" y="192024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79440" y="1920240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73408" y="192024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51420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03568" y="251420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97536" y="251420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91504" y="251420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79440" y="251420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73408" y="251420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94992" y="251420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3108176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3568" y="3108176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97536" y="3108176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91504" y="3108176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79440" y="3108176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73408" y="3108176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600" y="3702144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03568" y="3702144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97536" y="3702144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91504" y="3702144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79440" y="3702144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73408" y="3702144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600" y="4296112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03568" y="4296112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97536" y="4296112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91504" y="4296112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79440" y="4296112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73408" y="4296112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67376" y="4296112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19120" y="4296112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894992" y="4296112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600" y="489008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03568" y="489008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797536" y="489008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91504" y="489008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579440" y="4890080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73408" y="489008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600" y="548404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03568" y="548404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797536" y="548404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91504" y="548404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579440" y="548404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73408" y="548404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894992" y="548404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480" y="1920240"/>
            <a:ext cx="548640" cy="296984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0480" y="2514208"/>
            <a:ext cx="548640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0480" y="3108176"/>
            <a:ext cx="548640" cy="296984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480" y="3702144"/>
            <a:ext cx="548640" cy="296984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0480" y="4296112"/>
            <a:ext cx="548640" cy="296984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0480" y="4890080"/>
            <a:ext cx="548640" cy="296984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0480" y="5484048"/>
            <a:ext cx="548640" cy="296984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True/False: Wins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2024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261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03568" y="192024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6584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97536" y="192024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0552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91504" y="192024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4520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79440" y="1920240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8245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3408" y="192024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76424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600" y="251420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03568" y="251420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97536" y="251420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91504" y="251420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79440" y="251420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73408" y="251420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94992" y="251420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598008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600" y="3108176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03568" y="3108176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97536" y="3108176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91504" y="3108176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79440" y="3108176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73408" y="3108176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9600" y="3702144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03568" y="3702144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97536" y="3702144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91504" y="3702144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79440" y="3702144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73408" y="3702144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9600" y="4296112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03568" y="4296112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797536" y="4296112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91504" y="4296112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79440" y="4296112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73408" y="4296112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67376" y="4296112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70392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19120" y="4296112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2213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894992" y="4296112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9600" y="489008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03568" y="489008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797536" y="489008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391504" y="489008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579440" y="4890080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73408" y="489008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9600" y="548404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203568" y="548404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797536" y="548404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391504" y="548404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579440" y="548404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73408" y="548404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894992" y="548404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0480" y="1920240"/>
            <a:ext cx="548640" cy="296984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0480" y="2514208"/>
            <a:ext cx="548640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0480" y="3108176"/>
            <a:ext cx="548640" cy="296984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480" y="3702144"/>
            <a:ext cx="548640" cy="296984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0480" y="4296112"/>
            <a:ext cx="548640" cy="296984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0480" y="4890080"/>
            <a:ext cx="548640" cy="296984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0480" y="5484048"/>
            <a:ext cx="548640" cy="296984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True/False: Wins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2024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261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03568" y="192024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6584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03568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97536" y="192024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0552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97536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91504" y="192024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94520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91504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85472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579440" y="1920240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245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79440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73408" y="192024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76424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73408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67376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361344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955312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549280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143248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737216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331184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925152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519120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113088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707056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1301024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1894992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09600" y="251420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9600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3568" y="251420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03568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797536" y="251420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97536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91504" y="251420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91504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85472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3579440" y="251420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579440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73408" y="251420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73408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67376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5361344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5955312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6549280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7143248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737216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8331184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925152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9519120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10113088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10707056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11301024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11894992" y="251420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598008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1894992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09600" y="3108176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09600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203568" y="3108176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203568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797536" y="3108176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797536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391504" y="3108176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391504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985472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3579440" y="3108176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579440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173408" y="3108176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173408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767376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5361344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5955312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6549280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7143248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7737216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8331184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8925152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9519120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10113088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10707056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11301024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11894992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609600" y="3702144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09600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203568" y="3702144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203568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797536" y="3702144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797536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391504" y="3702144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391504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985472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3579440" y="3702144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579440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173408" y="3702144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173408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767376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361344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5955312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6549280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7143248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7737216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8331184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8925152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9519120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ounded Rectangle 109"/>
          <p:cNvSpPr/>
          <p:nvPr/>
        </p:nvSpPr>
        <p:spPr>
          <a:xfrm>
            <a:off x="10113088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10707056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11301024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ounded Rectangle 112"/>
          <p:cNvSpPr/>
          <p:nvPr/>
        </p:nvSpPr>
        <p:spPr>
          <a:xfrm>
            <a:off x="11894992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609600" y="4296112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09600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203568" y="4296112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203568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797536" y="4296112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797536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391504" y="4296112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391504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2985472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ounded Rectangle 122"/>
          <p:cNvSpPr/>
          <p:nvPr/>
        </p:nvSpPr>
        <p:spPr>
          <a:xfrm>
            <a:off x="3579440" y="4296112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579440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4173408" y="4296112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173408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767376" y="4296112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470392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767376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361344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ounded Rectangle 130"/>
          <p:cNvSpPr/>
          <p:nvPr/>
        </p:nvSpPr>
        <p:spPr>
          <a:xfrm>
            <a:off x="5955312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ounded Rectangle 131"/>
          <p:cNvSpPr/>
          <p:nvPr/>
        </p:nvSpPr>
        <p:spPr>
          <a:xfrm>
            <a:off x="6549280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7143248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ounded Rectangle 133"/>
          <p:cNvSpPr/>
          <p:nvPr/>
        </p:nvSpPr>
        <p:spPr>
          <a:xfrm>
            <a:off x="7737216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ounded Rectangle 134"/>
          <p:cNvSpPr/>
          <p:nvPr/>
        </p:nvSpPr>
        <p:spPr>
          <a:xfrm>
            <a:off x="8331184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ounded Rectangle 135"/>
          <p:cNvSpPr/>
          <p:nvPr/>
        </p:nvSpPr>
        <p:spPr>
          <a:xfrm>
            <a:off x="8925152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ounded Rectangle 136"/>
          <p:cNvSpPr/>
          <p:nvPr/>
        </p:nvSpPr>
        <p:spPr>
          <a:xfrm>
            <a:off x="9519120" y="4296112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922213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9519120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10113088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ounded Rectangle 140"/>
          <p:cNvSpPr/>
          <p:nvPr/>
        </p:nvSpPr>
        <p:spPr>
          <a:xfrm>
            <a:off x="10707056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ounded Rectangle 141"/>
          <p:cNvSpPr/>
          <p:nvPr/>
        </p:nvSpPr>
        <p:spPr>
          <a:xfrm>
            <a:off x="11301024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ounded Rectangle 142"/>
          <p:cNvSpPr/>
          <p:nvPr/>
        </p:nvSpPr>
        <p:spPr>
          <a:xfrm>
            <a:off x="11894992" y="4296112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1894992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09600" y="489008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09600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1203568" y="489008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203568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797536" y="489008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1797536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2391504" y="489008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2391504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2985472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ounded Rectangle 153"/>
          <p:cNvSpPr/>
          <p:nvPr/>
        </p:nvSpPr>
        <p:spPr>
          <a:xfrm>
            <a:off x="3579440" y="4890080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3579440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4173408" y="489008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4173408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4767376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ounded Rectangle 158"/>
          <p:cNvSpPr/>
          <p:nvPr/>
        </p:nvSpPr>
        <p:spPr>
          <a:xfrm>
            <a:off x="5361344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ounded Rectangle 159"/>
          <p:cNvSpPr/>
          <p:nvPr/>
        </p:nvSpPr>
        <p:spPr>
          <a:xfrm>
            <a:off x="5955312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ounded Rectangle 160"/>
          <p:cNvSpPr/>
          <p:nvPr/>
        </p:nvSpPr>
        <p:spPr>
          <a:xfrm>
            <a:off x="6549280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ounded Rectangle 161"/>
          <p:cNvSpPr/>
          <p:nvPr/>
        </p:nvSpPr>
        <p:spPr>
          <a:xfrm>
            <a:off x="7143248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ounded Rectangle 162"/>
          <p:cNvSpPr/>
          <p:nvPr/>
        </p:nvSpPr>
        <p:spPr>
          <a:xfrm>
            <a:off x="7737216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ounded Rectangle 163"/>
          <p:cNvSpPr/>
          <p:nvPr/>
        </p:nvSpPr>
        <p:spPr>
          <a:xfrm>
            <a:off x="8331184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ounded Rectangle 164"/>
          <p:cNvSpPr/>
          <p:nvPr/>
        </p:nvSpPr>
        <p:spPr>
          <a:xfrm>
            <a:off x="8925152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ounded Rectangle 165"/>
          <p:cNvSpPr/>
          <p:nvPr/>
        </p:nvSpPr>
        <p:spPr>
          <a:xfrm>
            <a:off x="9519120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ounded Rectangle 166"/>
          <p:cNvSpPr/>
          <p:nvPr/>
        </p:nvSpPr>
        <p:spPr>
          <a:xfrm>
            <a:off x="10113088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ounded Rectangle 167"/>
          <p:cNvSpPr/>
          <p:nvPr/>
        </p:nvSpPr>
        <p:spPr>
          <a:xfrm>
            <a:off x="10707056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ounded Rectangle 168"/>
          <p:cNvSpPr/>
          <p:nvPr/>
        </p:nvSpPr>
        <p:spPr>
          <a:xfrm>
            <a:off x="11301024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ounded Rectangle 169"/>
          <p:cNvSpPr/>
          <p:nvPr/>
        </p:nvSpPr>
        <p:spPr>
          <a:xfrm>
            <a:off x="11894992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ounded Rectangle 170"/>
          <p:cNvSpPr/>
          <p:nvPr/>
        </p:nvSpPr>
        <p:spPr>
          <a:xfrm>
            <a:off x="609600" y="548404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609600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1203568" y="548404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1203568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1797536" y="548404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1797536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2391504" y="548404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2391504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2985472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ounded Rectangle 179"/>
          <p:cNvSpPr/>
          <p:nvPr/>
        </p:nvSpPr>
        <p:spPr>
          <a:xfrm>
            <a:off x="3579440" y="548404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3579440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4173408" y="548404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4173408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4767376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ounded Rectangle 184"/>
          <p:cNvSpPr/>
          <p:nvPr/>
        </p:nvSpPr>
        <p:spPr>
          <a:xfrm>
            <a:off x="5361344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ounded Rectangle 185"/>
          <p:cNvSpPr/>
          <p:nvPr/>
        </p:nvSpPr>
        <p:spPr>
          <a:xfrm>
            <a:off x="5955312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ounded Rectangle 186"/>
          <p:cNvSpPr/>
          <p:nvPr/>
        </p:nvSpPr>
        <p:spPr>
          <a:xfrm>
            <a:off x="6549280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ounded Rectangle 187"/>
          <p:cNvSpPr/>
          <p:nvPr/>
        </p:nvSpPr>
        <p:spPr>
          <a:xfrm>
            <a:off x="7143248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ounded Rectangle 188"/>
          <p:cNvSpPr/>
          <p:nvPr/>
        </p:nvSpPr>
        <p:spPr>
          <a:xfrm>
            <a:off x="7737216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ounded Rectangle 189"/>
          <p:cNvSpPr/>
          <p:nvPr/>
        </p:nvSpPr>
        <p:spPr>
          <a:xfrm>
            <a:off x="8331184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ounded Rectangle 190"/>
          <p:cNvSpPr/>
          <p:nvPr/>
        </p:nvSpPr>
        <p:spPr>
          <a:xfrm>
            <a:off x="8925152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ounded Rectangle 191"/>
          <p:cNvSpPr/>
          <p:nvPr/>
        </p:nvSpPr>
        <p:spPr>
          <a:xfrm>
            <a:off x="9519120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ounded Rectangle 192"/>
          <p:cNvSpPr/>
          <p:nvPr/>
        </p:nvSpPr>
        <p:spPr>
          <a:xfrm>
            <a:off x="10113088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ounded Rectangle 193"/>
          <p:cNvSpPr/>
          <p:nvPr/>
        </p:nvSpPr>
        <p:spPr>
          <a:xfrm>
            <a:off x="10707056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Rounded Rectangle 194"/>
          <p:cNvSpPr/>
          <p:nvPr/>
        </p:nvSpPr>
        <p:spPr>
          <a:xfrm>
            <a:off x="11301024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ounded Rectangle 195"/>
          <p:cNvSpPr/>
          <p:nvPr/>
        </p:nvSpPr>
        <p:spPr>
          <a:xfrm>
            <a:off x="11894992" y="548404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11894992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30480" y="1920240"/>
            <a:ext cx="548640" cy="296984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14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30480" y="2514208"/>
            <a:ext cx="548640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11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30480" y="3108176"/>
            <a:ext cx="548640" cy="296984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14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30480" y="3702144"/>
            <a:ext cx="548640" cy="296984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14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30480" y="4296112"/>
            <a:ext cx="548640" cy="296984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5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30480" y="4890080"/>
            <a:ext cx="548640" cy="296984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14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30480" y="5484048"/>
            <a:ext cx="548640" cy="296984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11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True/False: Wins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145792" y="2331720"/>
            <a:ext cx="1463040" cy="7315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
354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91584" y="2331720"/>
            <a:ext cx="1463040" cy="7315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
351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64480" y="3794760"/>
            <a:ext cx="1463040" cy="7315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
290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794760"/>
            <a:ext cx="1463040" cy="7315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
279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83168" y="2331720"/>
            <a:ext cx="1463040" cy="7315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
329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7376" y="2331720"/>
            <a:ext cx="1463040" cy="7315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
330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82240" y="3794760"/>
            <a:ext cx="1463040" cy="7315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
313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True/False: Wins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True/False: Driver of the 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60" y="1371600"/>
            <a:ext cx="5852160" cy="5212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t>Predict all drivers that you believe will be awarded driver of the day at least once.
Scoring: Each true prediction that comes true is 5pts. -3pts for missing predictions, -3pts for any true prediction that doesn't come true.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90560" y="1371600"/>
            <a:ext cx="1950720" cy="54864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- 354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90560" y="2057400"/>
            <a:ext cx="1950720" cy="54864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- 351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0560" y="2743200"/>
            <a:ext cx="1950720" cy="54864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- 290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90560" y="3429000"/>
            <a:ext cx="1950720" cy="54864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- 279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90560" y="4114800"/>
            <a:ext cx="1950720" cy="54864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- 329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0560" y="4800600"/>
            <a:ext cx="1950720" cy="54864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- 330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90560" y="5486400"/>
            <a:ext cx="1950720" cy="54864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- 313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2024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03568" y="192024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97536" y="192024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91504" y="192024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85472" y="1920240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73408" y="192024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94992" y="1920240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" y="251420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03568" y="251420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97536" y="251420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91504" y="251420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85472" y="2514208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73408" y="251420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67376" y="2514208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49280" y="251420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25152" y="2514208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94992" y="251420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600" y="3108176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03568" y="3108176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97536" y="3108176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91504" y="3108176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85472" y="3108176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79440" y="3108176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73408" y="3108176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67376" y="3108176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55312" y="3108176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25152" y="3108176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03568" y="3702144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97536" y="3702144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91504" y="3702144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85472" y="3702144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73408" y="3702144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31184" y="3702144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19120" y="3702144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894992" y="3702144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9600" y="4296112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03568" y="4296112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97536" y="4296112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91504" y="4296112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73408" y="4296112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67376" y="4296112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25152" y="4296112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19120" y="4296112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894992" y="4296112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9600" y="489008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03568" y="489008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797536" y="489008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391504" y="489008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85472" y="4890080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579440" y="4890080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61344" y="4890080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894992" y="4890080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9600" y="548404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203568" y="548404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797536" y="548404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391504" y="548404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985472" y="5484048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579440" y="548404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173408" y="548404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67376" y="5484048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331184" y="5484048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0480" y="1920240"/>
            <a:ext cx="548640" cy="296984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0480" y="2514208"/>
            <a:ext cx="548640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0480" y="3108176"/>
            <a:ext cx="548640" cy="296984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0480" y="3702144"/>
            <a:ext cx="548640" cy="296984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0480" y="4296112"/>
            <a:ext cx="548640" cy="296984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0480" y="4890080"/>
            <a:ext cx="548640" cy="296984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0480" y="5484048"/>
            <a:ext cx="548640" cy="296984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True/False: Driver of the Day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2024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261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03568" y="192024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6584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97536" y="192024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0552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91504" y="192024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4520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85472" y="1920240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88488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3408" y="192024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76424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67376" y="1920240"/>
            <a:ext cx="296984" cy="296984"/>
          </a:xfrm>
          <a:prstGeom prst="roundRect">
            <a:avLst/>
          </a:prstGeom>
          <a:noFill/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70392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55312" y="1920240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58328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49280" y="1920240"/>
            <a:ext cx="296984" cy="296984"/>
          </a:xfrm>
          <a:prstGeom prst="roundRect">
            <a:avLst/>
          </a:prstGeom>
          <a:noFill/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229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5152" y="1920240"/>
            <a:ext cx="296984" cy="296984"/>
          </a:xfrm>
          <a:prstGeom prst="roundRect">
            <a:avLst/>
          </a:prstGeom>
          <a:noFill/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28168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07056" y="1920240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10072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01024" y="1920240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004040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94992" y="1920240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598008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9600" y="251420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03568" y="251420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97536" y="251420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91504" y="251420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85472" y="2514208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73408" y="251420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67376" y="2514208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55312" y="2514208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49280" y="251420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25152" y="2514208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707056" y="2514208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301024" y="2514208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894992" y="251420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9600" y="3108176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03568" y="3108176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797536" y="3108176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391504" y="3108176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985472" y="3108176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579440" y="3108176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8245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73408" y="3108176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67376" y="3108176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55312" y="3108176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49280" y="3108176"/>
            <a:ext cx="296984" cy="296984"/>
          </a:xfrm>
          <a:prstGeom prst="roundRect">
            <a:avLst/>
          </a:prstGeom>
          <a:noFill/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25152" y="3108176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707056" y="3108176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301024" y="3108176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894992" y="3108176"/>
            <a:ext cx="296984" cy="296984"/>
          </a:xfrm>
          <a:prstGeom prst="roundRect">
            <a:avLst/>
          </a:prstGeom>
          <a:noFill/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09600" y="3702144"/>
            <a:ext cx="296984" cy="296984"/>
          </a:xfrm>
          <a:prstGeom prst="roundRect">
            <a:avLst/>
          </a:prstGeom>
          <a:noFill/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203568" y="3702144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797536" y="3702144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391504" y="3702144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985472" y="3702144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73408" y="3702144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767376" y="3702144"/>
            <a:ext cx="296984" cy="296984"/>
          </a:xfrm>
          <a:prstGeom prst="roundRect">
            <a:avLst/>
          </a:prstGeom>
          <a:noFill/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55312" y="3702144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49280" y="3702144"/>
            <a:ext cx="296984" cy="296984"/>
          </a:xfrm>
          <a:prstGeom prst="roundRect">
            <a:avLst/>
          </a:prstGeom>
          <a:noFill/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331184" y="3702144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34200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925152" y="3702144"/>
            <a:ext cx="296984" cy="296984"/>
          </a:xfrm>
          <a:prstGeom prst="roundRect">
            <a:avLst/>
          </a:prstGeom>
          <a:noFill/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519120" y="3702144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22213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707056" y="3702144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1301024" y="3702144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1894992" y="3702144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09600" y="4296112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203568" y="4296112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797536" y="4296112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391504" y="4296112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985472" y="4296112"/>
            <a:ext cx="296984" cy="296984"/>
          </a:xfrm>
          <a:prstGeom prst="roundRect">
            <a:avLst/>
          </a:prstGeom>
          <a:noFill/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173408" y="4296112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767376" y="4296112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955312" y="4296112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549280" y="4296112"/>
            <a:ext cx="296984" cy="296984"/>
          </a:xfrm>
          <a:prstGeom prst="roundRect">
            <a:avLst/>
          </a:prstGeom>
          <a:noFill/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925152" y="4296112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519120" y="4296112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707056" y="4296112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1301024" y="4296112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1894992" y="4296112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09600" y="489008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203568" y="489008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797536" y="489008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391504" y="489008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985472" y="4890080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579440" y="4890080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173408" y="4890080"/>
            <a:ext cx="296984" cy="296984"/>
          </a:xfrm>
          <a:prstGeom prst="roundRect">
            <a:avLst/>
          </a:prstGeom>
          <a:noFill/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767376" y="4890080"/>
            <a:ext cx="296984" cy="296984"/>
          </a:xfrm>
          <a:prstGeom prst="roundRect">
            <a:avLst/>
          </a:prstGeom>
          <a:noFill/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361344" y="4890080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064360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955312" y="4890080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549280" y="4890080"/>
            <a:ext cx="296984" cy="296984"/>
          </a:xfrm>
          <a:prstGeom prst="roundRect">
            <a:avLst/>
          </a:prstGeom>
          <a:noFill/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925152" y="4890080"/>
            <a:ext cx="296984" cy="296984"/>
          </a:xfrm>
          <a:prstGeom prst="roundRect">
            <a:avLst/>
          </a:prstGeom>
          <a:noFill/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0707056" y="4890080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1301024" y="4890080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1894992" y="4890080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09600" y="548404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203568" y="548404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797536" y="548404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391504" y="548404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2985472" y="5484048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3579440" y="548404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173408" y="548404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767376" y="5484048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955312" y="5484048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549280" y="5484048"/>
            <a:ext cx="296984" cy="296984"/>
          </a:xfrm>
          <a:prstGeom prst="roundRect">
            <a:avLst/>
          </a:prstGeom>
          <a:noFill/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331184" y="5484048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925152" y="5484048"/>
            <a:ext cx="296984" cy="296984"/>
          </a:xfrm>
          <a:prstGeom prst="roundRect">
            <a:avLst/>
          </a:prstGeom>
          <a:noFill/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0707056" y="5484048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1301024" y="5484048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1894992" y="5484048"/>
            <a:ext cx="296984" cy="296984"/>
          </a:xfrm>
          <a:prstGeom prst="roundRect">
            <a:avLst/>
          </a:prstGeom>
          <a:noFill/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0480" y="1920240"/>
            <a:ext cx="548640" cy="296984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30480" y="2514208"/>
            <a:ext cx="548640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0480" y="3108176"/>
            <a:ext cx="548640" cy="296984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30480" y="3702144"/>
            <a:ext cx="548640" cy="296984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0480" y="4296112"/>
            <a:ext cx="548640" cy="296984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30480" y="4890080"/>
            <a:ext cx="548640" cy="296984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0480" y="5484048"/>
            <a:ext cx="548640" cy="296984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True/False: Driver of the Day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2024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261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03568" y="192024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6584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03568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97536" y="192024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0552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97536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91504" y="192024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94520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91504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85472" y="1920240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88488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85472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79440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173408" y="192024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76424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73408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67376" y="1920240"/>
            <a:ext cx="296984" cy="296984"/>
          </a:xfrm>
          <a:prstGeom prst="roundRect">
            <a:avLst/>
          </a:prstGeom>
          <a:noFill/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70392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67376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61344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955312" y="1920240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58328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55312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49280" y="1920240"/>
            <a:ext cx="296984" cy="296984"/>
          </a:xfrm>
          <a:prstGeom prst="roundRect">
            <a:avLst/>
          </a:prstGeom>
          <a:noFill/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229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49280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43248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737216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331184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925152" y="1920240"/>
            <a:ext cx="296984" cy="296984"/>
          </a:xfrm>
          <a:prstGeom prst="roundRect">
            <a:avLst/>
          </a:prstGeom>
          <a:noFill/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28168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25152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19120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0113088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0707056" y="1920240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410072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707056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301024" y="1920240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004040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301024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894992" y="1920240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598008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894992" y="192024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9600" y="251420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9600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203568" y="251420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203568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797536" y="251420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797536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391504" y="251420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391504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985472" y="2514208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985472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579440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4173408" y="251420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173408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67376" y="2514208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767376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361344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5955312" y="2514208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55312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549280" y="251420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549280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143248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7737216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8331184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925152" y="2514208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925152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519120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10113088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10707056" y="2514208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707056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1301024" y="2514208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1301024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1894992" y="251420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1894992" y="251420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9600" y="3108176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09600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203568" y="3108176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203568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797536" y="3108176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797536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391504" y="3108176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391504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985472" y="3108176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985472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579440" y="3108176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28245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579440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173408" y="3108176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173408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767376" y="3108176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767376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361344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5955312" y="3108176"/>
            <a:ext cx="296984" cy="296984"/>
          </a:xfrm>
          <a:prstGeom prst="roundRect">
            <a:avLst/>
          </a:prstGeom>
          <a:solidFill>
            <a:srgbClr val="52E252"/>
          </a:solidFill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955312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549280" y="3108176"/>
            <a:ext cx="296984" cy="296984"/>
          </a:xfrm>
          <a:prstGeom prst="roundRect">
            <a:avLst/>
          </a:prstGeom>
          <a:noFill/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549280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143248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7737216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8331184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8925152" y="3108176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8925152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519120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10113088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ounded Rectangle 109"/>
          <p:cNvSpPr/>
          <p:nvPr/>
        </p:nvSpPr>
        <p:spPr>
          <a:xfrm>
            <a:off x="10707056" y="3108176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0707056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1301024" y="3108176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1301024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1894992" y="3108176"/>
            <a:ext cx="296984" cy="296984"/>
          </a:xfrm>
          <a:prstGeom prst="roundRect">
            <a:avLst/>
          </a:prstGeom>
          <a:noFill/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1894992" y="3108176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09600" y="3702144"/>
            <a:ext cx="296984" cy="296984"/>
          </a:xfrm>
          <a:prstGeom prst="roundRect">
            <a:avLst/>
          </a:prstGeom>
          <a:noFill/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09600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203568" y="3702144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203568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797536" y="3702144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797536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2391504" y="3702144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391504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2985472" y="3702144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2985472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579440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ounded Rectangle 126"/>
          <p:cNvSpPr/>
          <p:nvPr/>
        </p:nvSpPr>
        <p:spPr>
          <a:xfrm>
            <a:off x="4173408" y="3702144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173408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767376" y="3702144"/>
            <a:ext cx="296984" cy="296984"/>
          </a:xfrm>
          <a:prstGeom prst="roundRect">
            <a:avLst/>
          </a:prstGeom>
          <a:noFill/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4767376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361344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ounded Rectangle 131"/>
          <p:cNvSpPr/>
          <p:nvPr/>
        </p:nvSpPr>
        <p:spPr>
          <a:xfrm>
            <a:off x="5955312" y="3702144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955312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549280" y="3702144"/>
            <a:ext cx="296984" cy="296984"/>
          </a:xfrm>
          <a:prstGeom prst="roundRect">
            <a:avLst/>
          </a:prstGeom>
          <a:noFill/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549280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7143248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ounded Rectangle 136"/>
          <p:cNvSpPr/>
          <p:nvPr/>
        </p:nvSpPr>
        <p:spPr>
          <a:xfrm>
            <a:off x="7737216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ounded Rectangle 137"/>
          <p:cNvSpPr/>
          <p:nvPr/>
        </p:nvSpPr>
        <p:spPr>
          <a:xfrm>
            <a:off x="8331184" y="3702144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8034200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8331184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8925152" y="3702144"/>
            <a:ext cx="296984" cy="296984"/>
          </a:xfrm>
          <a:prstGeom prst="roundRect">
            <a:avLst/>
          </a:prstGeom>
          <a:noFill/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8925152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9519120" y="3702144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9222136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9519120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10113088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ounded Rectangle 146"/>
          <p:cNvSpPr/>
          <p:nvPr/>
        </p:nvSpPr>
        <p:spPr>
          <a:xfrm>
            <a:off x="10707056" y="3702144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0707056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1301024" y="3702144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11301024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1894992" y="3702144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1894992" y="3702144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09600" y="4296112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09600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1203568" y="4296112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203568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797536" y="4296112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797536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2391504" y="4296112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2391504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2985472" y="4296112"/>
            <a:ext cx="296984" cy="296984"/>
          </a:xfrm>
          <a:prstGeom prst="roundRect">
            <a:avLst/>
          </a:prstGeom>
          <a:noFill/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2985472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579440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ounded Rectangle 163"/>
          <p:cNvSpPr/>
          <p:nvPr/>
        </p:nvSpPr>
        <p:spPr>
          <a:xfrm>
            <a:off x="4173408" y="4296112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4173408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767376" y="4296112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4767376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5361344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ounded Rectangle 168"/>
          <p:cNvSpPr/>
          <p:nvPr/>
        </p:nvSpPr>
        <p:spPr>
          <a:xfrm>
            <a:off x="5955312" y="4296112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5955312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6549280" y="4296112"/>
            <a:ext cx="296984" cy="296984"/>
          </a:xfrm>
          <a:prstGeom prst="roundRect">
            <a:avLst/>
          </a:prstGeom>
          <a:noFill/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6549280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7143248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ounded Rectangle 173"/>
          <p:cNvSpPr/>
          <p:nvPr/>
        </p:nvSpPr>
        <p:spPr>
          <a:xfrm>
            <a:off x="7737216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ounded Rectangle 174"/>
          <p:cNvSpPr/>
          <p:nvPr/>
        </p:nvSpPr>
        <p:spPr>
          <a:xfrm>
            <a:off x="8331184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ounded Rectangle 175"/>
          <p:cNvSpPr/>
          <p:nvPr/>
        </p:nvSpPr>
        <p:spPr>
          <a:xfrm>
            <a:off x="8925152" y="4296112"/>
            <a:ext cx="296984" cy="296984"/>
          </a:xfrm>
          <a:prstGeom prst="roundRect">
            <a:avLst/>
          </a:prstGeom>
          <a:solidFill>
            <a:srgbClr val="B6BABD"/>
          </a:solidFill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8925152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9519120" y="4296112"/>
            <a:ext cx="296984" cy="296984"/>
          </a:xfrm>
          <a:prstGeom prst="roundRect">
            <a:avLst/>
          </a:prstGeom>
          <a:solidFill>
            <a:srgbClr val="6692FF"/>
          </a:solidFill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LL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9519120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10113088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ounded Rectangle 180"/>
          <p:cNvSpPr/>
          <p:nvPr/>
        </p:nvSpPr>
        <p:spPr>
          <a:xfrm>
            <a:off x="10707056" y="4296112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10707056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11301024" y="4296112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11301024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11894992" y="4296112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11894992" y="4296112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609600" y="4890080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609600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1203568" y="489008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1203568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1797536" y="4890080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1797536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2391504" y="4890080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2391504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2985472" y="4890080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2985472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3579440" y="4890080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3579440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4173408" y="4890080"/>
            <a:ext cx="296984" cy="296984"/>
          </a:xfrm>
          <a:prstGeom prst="roundRect">
            <a:avLst/>
          </a:prstGeom>
          <a:noFill/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4173408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4767376" y="4890080"/>
            <a:ext cx="296984" cy="296984"/>
          </a:xfrm>
          <a:prstGeom prst="roundRect">
            <a:avLst/>
          </a:prstGeom>
          <a:noFill/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4767376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5361344" y="4890080"/>
            <a:ext cx="296984" cy="296984"/>
          </a:xfrm>
          <a:prstGeom prst="roundRect">
            <a:avLst/>
          </a:prstGeom>
          <a:solidFill>
            <a:srgbClr val="2173B8"/>
          </a:solidFill>
          <a:ln>
            <a:solidFill>
              <a:srgbClr val="217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PG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5064360" y="6078016"/>
            <a:ext cx="890952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5361344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5955312" y="4890080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5955312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6549280" y="4890080"/>
            <a:ext cx="296984" cy="296984"/>
          </a:xfrm>
          <a:prstGeom prst="roundRect">
            <a:avLst/>
          </a:prstGeom>
          <a:noFill/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6549280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7143248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ounded Rectangle 210"/>
          <p:cNvSpPr/>
          <p:nvPr/>
        </p:nvSpPr>
        <p:spPr>
          <a:xfrm>
            <a:off x="7737216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ounded Rectangle 211"/>
          <p:cNvSpPr/>
          <p:nvPr/>
        </p:nvSpPr>
        <p:spPr>
          <a:xfrm>
            <a:off x="8331184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ounded Rectangle 212"/>
          <p:cNvSpPr/>
          <p:nvPr/>
        </p:nvSpPr>
        <p:spPr>
          <a:xfrm>
            <a:off x="8925152" y="4890080"/>
            <a:ext cx="296984" cy="296984"/>
          </a:xfrm>
          <a:prstGeom prst="roundRect">
            <a:avLst/>
          </a:prstGeom>
          <a:noFill/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8925152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9519120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ounded Rectangle 215"/>
          <p:cNvSpPr/>
          <p:nvPr/>
        </p:nvSpPr>
        <p:spPr>
          <a:xfrm>
            <a:off x="10113088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Rounded Rectangle 216"/>
          <p:cNvSpPr/>
          <p:nvPr/>
        </p:nvSpPr>
        <p:spPr>
          <a:xfrm>
            <a:off x="10707056" y="4890080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10707056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11301024" y="4890080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11301024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11894992" y="4890080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11894992" y="4890080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609600" y="5484048"/>
            <a:ext cx="296984" cy="296984"/>
          </a:xfrm>
          <a:prstGeom prst="roundRect">
            <a:avLst/>
          </a:prstGeom>
          <a:solidFill>
            <a:srgbClr val="3671C6"/>
          </a:solidFill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MV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609600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1203568" y="548404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LN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1203568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1797536" y="548404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CL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1797536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2391504" y="5484048"/>
            <a:ext cx="296984" cy="296984"/>
          </a:xfrm>
          <a:prstGeom prst="roundRect">
            <a:avLst/>
          </a:prstGeom>
          <a:solidFill>
            <a:srgbClr val="FF8000"/>
          </a:solidFill>
          <a:ln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OP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2391504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2985472" y="5484048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CS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2985472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3579440" y="5484048"/>
            <a:ext cx="296984" cy="296984"/>
          </a:xfrm>
          <a:prstGeom prst="roundRect">
            <a:avLst/>
          </a:prstGeom>
          <a:solidFill>
            <a:srgbClr val="27F4D2"/>
          </a:solidFill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GR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3579440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4173408" y="5484048"/>
            <a:ext cx="296984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E80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LH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4173408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4767376" y="5484048"/>
            <a:ext cx="296984" cy="296984"/>
          </a:xfrm>
          <a:prstGeom prst="roundRect">
            <a:avLst/>
          </a:prstGeom>
          <a:solidFill>
            <a:srgbClr val="229971"/>
          </a:solidFill>
          <a:ln>
            <a:solidFill>
              <a:srgbClr val="22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FA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4767376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✓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5361344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ounded Rectangle 239"/>
          <p:cNvSpPr/>
          <p:nvPr/>
        </p:nvSpPr>
        <p:spPr>
          <a:xfrm>
            <a:off x="5955312" y="5484048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NH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5955312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6549280" y="5484048"/>
            <a:ext cx="296984" cy="296984"/>
          </a:xfrm>
          <a:prstGeom prst="roundRect">
            <a:avLst/>
          </a:prstGeom>
          <a:noFill/>
          <a:ln>
            <a:solidFill>
              <a:srgbClr val="367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YT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6549280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7143248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Rounded Rectangle 244"/>
          <p:cNvSpPr/>
          <p:nvPr/>
        </p:nvSpPr>
        <p:spPr>
          <a:xfrm>
            <a:off x="7737216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Rounded Rectangle 245"/>
          <p:cNvSpPr/>
          <p:nvPr/>
        </p:nvSpPr>
        <p:spPr>
          <a:xfrm>
            <a:off x="8331184" y="5484048"/>
            <a:ext cx="296984" cy="296984"/>
          </a:xfrm>
          <a:prstGeom prst="roundRect">
            <a:avLst/>
          </a:prstGeom>
          <a:solidFill>
            <a:srgbClr val="64C4FF"/>
          </a:solidFill>
          <a:ln>
            <a:solidFill>
              <a:srgbClr val="64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AA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8331184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8925152" y="5484048"/>
            <a:ext cx="296984" cy="296984"/>
          </a:xfrm>
          <a:prstGeom prst="roundRect">
            <a:avLst/>
          </a:prstGeom>
          <a:noFill/>
          <a:ln>
            <a:solidFill>
              <a:srgbClr val="B6B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OB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8925152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9519120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Rounded Rectangle 250"/>
          <p:cNvSpPr/>
          <p:nvPr/>
        </p:nvSpPr>
        <p:spPr>
          <a:xfrm>
            <a:off x="10113088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Rounded Rectangle 251"/>
          <p:cNvSpPr/>
          <p:nvPr/>
        </p:nvSpPr>
        <p:spPr>
          <a:xfrm>
            <a:off x="10707056" y="5484048"/>
            <a:ext cx="296984" cy="296984"/>
          </a:xfrm>
          <a:prstGeom prst="roundRect">
            <a:avLst/>
          </a:prstGeom>
          <a:noFill/>
          <a:ln>
            <a:solidFill>
              <a:srgbClr val="52E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GB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10707056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11301024" y="5484048"/>
            <a:ext cx="296984" cy="296984"/>
          </a:xfrm>
          <a:prstGeom prst="roundRect">
            <a:avLst/>
          </a:prstGeom>
          <a:noFill/>
          <a:ln>
            <a:solidFill>
              <a:srgbClr val="66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IH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11301024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11894992" y="5484048"/>
            <a:ext cx="296984" cy="296984"/>
          </a:xfrm>
          <a:prstGeom prst="roundRect">
            <a:avLst/>
          </a:prstGeom>
          <a:noFill/>
          <a:ln>
            <a:solidFill>
              <a:srgbClr val="27F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/>
              <a:t>KA</a:t>
            </a:r>
          </a:p>
        </p:txBody>
      </p:sp>
      <p:sp>
        <p:nvSpPr>
          <p:cNvPr id="257" name="Rounded Rectangle 256"/>
          <p:cNvSpPr/>
          <p:nvPr/>
        </p:nvSpPr>
        <p:spPr>
          <a:xfrm>
            <a:off x="11894992" y="5484048"/>
            <a:ext cx="296984" cy="296984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00"/>
                </a:solidFill>
              </a:rPr>
              <a:t>✗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30480" y="1920240"/>
            <a:ext cx="548640" cy="296984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17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30480" y="2514208"/>
            <a:ext cx="548640" cy="296984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41</a:t>
            </a:r>
          </a:p>
        </p:txBody>
      </p:sp>
      <p:sp>
        <p:nvSpPr>
          <p:cNvPr id="260" name="Rounded Rectangle 259"/>
          <p:cNvSpPr/>
          <p:nvPr/>
        </p:nvSpPr>
        <p:spPr>
          <a:xfrm>
            <a:off x="30480" y="3108176"/>
            <a:ext cx="548640" cy="296984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30</a:t>
            </a:r>
          </a:p>
        </p:txBody>
      </p:sp>
      <p:sp>
        <p:nvSpPr>
          <p:cNvPr id="261" name="Rounded Rectangle 260"/>
          <p:cNvSpPr/>
          <p:nvPr/>
        </p:nvSpPr>
        <p:spPr>
          <a:xfrm>
            <a:off x="30480" y="3702144"/>
            <a:ext cx="548640" cy="296984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3</a:t>
            </a:r>
          </a:p>
        </p:txBody>
      </p:sp>
      <p:sp>
        <p:nvSpPr>
          <p:cNvPr id="262" name="Rounded Rectangle 261"/>
          <p:cNvSpPr/>
          <p:nvPr/>
        </p:nvSpPr>
        <p:spPr>
          <a:xfrm>
            <a:off x="30480" y="4296112"/>
            <a:ext cx="548640" cy="296984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22</a:t>
            </a:r>
          </a:p>
        </p:txBody>
      </p:sp>
      <p:sp>
        <p:nvSpPr>
          <p:cNvPr id="263" name="Rounded Rectangle 262"/>
          <p:cNvSpPr/>
          <p:nvPr/>
        </p:nvSpPr>
        <p:spPr>
          <a:xfrm>
            <a:off x="30480" y="4890080"/>
            <a:ext cx="548640" cy="296984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3</a:t>
            </a:r>
          </a:p>
        </p:txBody>
      </p:sp>
      <p:sp>
        <p:nvSpPr>
          <p:cNvPr id="264" name="Rounded Rectangle 263"/>
          <p:cNvSpPr/>
          <p:nvPr/>
        </p:nvSpPr>
        <p:spPr>
          <a:xfrm>
            <a:off x="30480" y="5484048"/>
            <a:ext cx="548640" cy="296984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11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True/False: Driver of the Day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1584" y="2331720"/>
            <a:ext cx="1463040" cy="7315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
371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45792" y="2331720"/>
            <a:ext cx="1463040" cy="7315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
392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64480" y="3794760"/>
            <a:ext cx="1463040" cy="7315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
320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794760"/>
            <a:ext cx="1463040" cy="7315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
282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37376" y="2331720"/>
            <a:ext cx="1463040" cy="7315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
351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83168" y="2331720"/>
            <a:ext cx="1463040" cy="7315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
333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82240" y="3794760"/>
            <a:ext cx="1463040" cy="7315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
324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True/False: Driver of the Day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Superlatives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60" y="1371600"/>
            <a:ext cx="5852160" cy="5212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t>
The superlatives - sets of question about the extremes, for drivers and teams.
F1 style points - the best prediction will get you 25 points, the second best gets you 18,...
Draw handling:
If two drivers/teams are equal in a category, their position is averaged and rounded down.
Example (Completely made up):
Yuki and Zhou both 41 pit stops over the season, the most of everyone - giving them rank 1.5, worth 18 points. The next driver is Lando, with 40 pit stops, with rank 3 - giving 15 points.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90560" y="1371600"/>
            <a:ext cx="1950720" cy="54864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- 371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90560" y="2057400"/>
            <a:ext cx="1950720" cy="54864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- 392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0560" y="2743200"/>
            <a:ext cx="1950720" cy="54864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- 320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90560" y="3429000"/>
            <a:ext cx="1950720" cy="54864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- 282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90560" y="4114800"/>
            <a:ext cx="1950720" cy="54864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- 351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0560" y="4800600"/>
            <a:ext cx="1950720" cy="54864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- 333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90560" y="5486400"/>
            <a:ext cx="1950720" cy="54864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- 324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Superlatives: DNFs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60" y="1371600"/>
            <a:ext cx="5852160" cy="5212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t>Name the driver with the most DNFs over the season.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90560" y="1371600"/>
            <a:ext cx="1950720" cy="54864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- 371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90560" y="2057400"/>
            <a:ext cx="1950720" cy="54864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- 392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0560" y="2743200"/>
            <a:ext cx="1950720" cy="54864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- 320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90560" y="3429000"/>
            <a:ext cx="1950720" cy="54864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- 282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90560" y="4114800"/>
            <a:ext cx="1950720" cy="54864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- 351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0560" y="4800600"/>
            <a:ext cx="1950720" cy="54864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- 333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90560" y="5486400"/>
            <a:ext cx="1950720" cy="54864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- 324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802880" y="1371600"/>
            <a:ext cx="1950720" cy="41148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Benedict
Alexander Albon - 4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802880" y="1920240"/>
            <a:ext cx="1950720" cy="41148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Carla
Isack Hadjar - 4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02880" y="2468880"/>
            <a:ext cx="1950720" cy="41148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Damian
Lance Stroll - 0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02880" y="3017520"/>
            <a:ext cx="1950720" cy="41148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David
Isack Hadjar - 4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02880" y="3566160"/>
            <a:ext cx="1950720" cy="41148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Jarek
Isack Hadjar - 4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02880" y="4114800"/>
            <a:ext cx="1950720" cy="41148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Josh
Lance Stroll - 0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02880" y="4663440"/>
            <a:ext cx="1950720" cy="41148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Suley
Lance Stroll - 0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87680" y="1371600"/>
          <a:ext cx="4876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Rank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Driver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DNF Count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2.5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Carlos Sainz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5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2.5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Fernando Alonso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5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2.5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Liam Lawson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5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2.5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Gabriel Bortoleto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5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Kimi Antonelli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4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7.5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Nico Hulkenberg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3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7.5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Alexander Albon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3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7.5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Oliver Bearman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3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7.5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Isack Hadjar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3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Superlatives: DNFs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1584" y="2331720"/>
            <a:ext cx="1463040" cy="7315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
375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45792" y="2331720"/>
            <a:ext cx="1463040" cy="7315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
396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64480" y="3794760"/>
            <a:ext cx="1463040" cy="7315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
320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794760"/>
            <a:ext cx="1463040" cy="7315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
286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37376" y="2331720"/>
            <a:ext cx="1463040" cy="7315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
355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83168" y="2331720"/>
            <a:ext cx="1463040" cy="7315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
333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82240" y="3794760"/>
            <a:ext cx="1463040" cy="7315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
324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Superlatives: DNFs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Superlatives: Most Pit Stops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60" y="1371600"/>
            <a:ext cx="5852160" cy="5212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t>Name the driver that will complete the most pit stops.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90560" y="1371600"/>
            <a:ext cx="1950720" cy="54864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- 375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90560" y="2057400"/>
            <a:ext cx="1950720" cy="54864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- 396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0560" y="2743200"/>
            <a:ext cx="1950720" cy="54864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- 320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90560" y="3429000"/>
            <a:ext cx="1950720" cy="54864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- 286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90560" y="4114800"/>
            <a:ext cx="1950720" cy="54864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- 355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0560" y="4800600"/>
            <a:ext cx="1950720" cy="54864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- 333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90560" y="5486400"/>
            <a:ext cx="1950720" cy="54864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- 324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802880" y="1371600"/>
            <a:ext cx="1950720" cy="41148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Benedict
Gabriel Bortoleto - 0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802880" y="1920240"/>
            <a:ext cx="1950720" cy="41148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Carla
Yuki Tsunoda - 18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02880" y="2468880"/>
            <a:ext cx="1950720" cy="41148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Damian
Nico Hulkenberg - 0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02880" y="3017520"/>
            <a:ext cx="1950720" cy="41148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David
Gabriel Bortoleto - 0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02880" y="3566160"/>
            <a:ext cx="1950720" cy="41148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Jarek
Gabriel Bortoleto - 0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02880" y="4114800"/>
            <a:ext cx="1950720" cy="41148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Josh
Yuki Tsunoda - 18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02880" y="4663440"/>
            <a:ext cx="1950720" cy="41148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Suley
Nico Hulkenberg - 0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87680" y="1371600"/>
          <a:ext cx="4876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Rank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Driver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Pit Stops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1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Alexander Albon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45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2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Yuki Tsunoda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43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3.5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George Russell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42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3.5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Lewis Hamilton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42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5.5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Oscar Piastri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41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5.5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Lance Stroll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41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9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Max Verstappen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40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9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Lando Norris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40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9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Charles Leclerc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40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9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Oliver Bearman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40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9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Kimi Antonelli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40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Superlatives: Most Pit Stops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1584" y="2331720"/>
            <a:ext cx="1463040" cy="7315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
375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45792" y="2331720"/>
            <a:ext cx="1463040" cy="7315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
414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64480" y="3794760"/>
            <a:ext cx="1463040" cy="7315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
320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794760"/>
            <a:ext cx="1463040" cy="7315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
286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37376" y="2331720"/>
            <a:ext cx="1463040" cy="7315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
355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83168" y="2331720"/>
            <a:ext cx="1463040" cy="7315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
351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82240" y="3794760"/>
            <a:ext cx="1463040" cy="7315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
324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Superlatives: Most Pit Stops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Superlatives: Penalties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60" y="1371600"/>
            <a:ext cx="5852160" cy="5212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t>Name the driver that will accrue the longest total of unserved penalties.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90560" y="1371600"/>
            <a:ext cx="1950720" cy="54864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- 375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90560" y="2057400"/>
            <a:ext cx="1950720" cy="54864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- 414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0560" y="2743200"/>
            <a:ext cx="1950720" cy="54864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- 320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90560" y="3429000"/>
            <a:ext cx="1950720" cy="54864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- 286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90560" y="4114800"/>
            <a:ext cx="1950720" cy="54864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- 355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0560" y="4800600"/>
            <a:ext cx="1950720" cy="54864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- 351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90560" y="5486400"/>
            <a:ext cx="1950720" cy="54864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- 324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802880" y="1371600"/>
            <a:ext cx="1950720" cy="41148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Benedict
Max Verstappen - 8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802880" y="1920240"/>
            <a:ext cx="1950720" cy="41148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Carla
Esteban Ocon - 0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02880" y="2468880"/>
            <a:ext cx="1950720" cy="41148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Damian
Max Verstappen - 8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02880" y="3017520"/>
            <a:ext cx="1950720" cy="41148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David
Esteban Ocon - 0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02880" y="3566160"/>
            <a:ext cx="1950720" cy="41148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Jarek
Esteban Ocon - 0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02880" y="4114800"/>
            <a:ext cx="1950720" cy="41148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Josh
Isack Hadjar - 0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02880" y="4663440"/>
            <a:ext cx="1950720" cy="41148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Suley
Esteban Ocon - 0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87680" y="1371600"/>
          <a:ext cx="4876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Rank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Penalties Sum (s)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Count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1.5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Oliver Bearman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30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1.5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Liam Lawson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30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3.5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Jack Doohan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25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3.5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Kimi Antonelli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25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5.5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Max Verstappen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20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5.5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Alexander Albon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20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7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Pierre Gasly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15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Superlatives: Penalties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1584" y="2331720"/>
            <a:ext cx="1463040" cy="7315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
383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45792" y="2331720"/>
            <a:ext cx="1463040" cy="7315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
414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82240" y="3794760"/>
            <a:ext cx="1463040" cy="7315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
328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794760"/>
            <a:ext cx="1463040" cy="7315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
286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37376" y="2331720"/>
            <a:ext cx="1463040" cy="7315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
355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83168" y="2331720"/>
            <a:ext cx="1463040" cy="7315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
351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64480" y="3794760"/>
            <a:ext cx="1463040" cy="7315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
324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Superlatives: Penalties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Superlatives: Largest Point Improver Between Season Halves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60" y="1371600"/>
            <a:ext cx="5852160" cy="5212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t>Name the driver that will improve their driver's championship points tally the most, as an absolute difference the fist half and second half of the season.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90560" y="1371600"/>
            <a:ext cx="1950720" cy="54864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- 383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90560" y="2057400"/>
            <a:ext cx="1950720" cy="54864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- 414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0560" y="2743200"/>
            <a:ext cx="1950720" cy="54864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- 328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90560" y="3429000"/>
            <a:ext cx="1950720" cy="54864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- 286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90560" y="4114800"/>
            <a:ext cx="1950720" cy="54864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- 355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0560" y="4800600"/>
            <a:ext cx="1950720" cy="54864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- 351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90560" y="5486400"/>
            <a:ext cx="1950720" cy="54864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- 324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802880" y="1371600"/>
            <a:ext cx="1950720" cy="41148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Benedict
Liam Lawson - 6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802880" y="1920240"/>
            <a:ext cx="1950720" cy="41148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Carla
Kimi Antonelli - 8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02880" y="2468880"/>
            <a:ext cx="1950720" cy="41148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Damian
Kimi Antonelli - 8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02880" y="3017520"/>
            <a:ext cx="1950720" cy="41148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David
Liam Lawson - 6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02880" y="3566160"/>
            <a:ext cx="1950720" cy="41148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Jarek
Oscar Piastri - 0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02880" y="4114800"/>
            <a:ext cx="1950720" cy="41148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Josh
Fernando Alonso - 8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02880" y="4663440"/>
            <a:ext cx="1950720" cy="41148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Suley
Kimi Antonelli - 8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87680" y="1371600"/>
          <a:ext cx="4876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Rank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Driver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Point Diff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1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Max Verstappen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91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2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Carlos Sainz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38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3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Oliver Bearman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29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4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George Russell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25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5.5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Fernando Alonso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24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5.5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Kimi Antonelli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24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7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Liam Lawson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14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8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Yuki Tsunoda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13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9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Gabriel Bortoleto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11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914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10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Isack Hadjar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9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Superlatives: Largest Point Improver Between Season Halves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1584" y="2331720"/>
            <a:ext cx="1463040" cy="7315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
389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45792" y="2331720"/>
            <a:ext cx="1463040" cy="7315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
422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82240" y="3794760"/>
            <a:ext cx="1463040" cy="7315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
336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794760"/>
            <a:ext cx="1463040" cy="7315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
292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83168" y="2331720"/>
            <a:ext cx="1463040" cy="7315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
355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7376" y="2331720"/>
            <a:ext cx="1463040" cy="7315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
359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64480" y="3794760"/>
            <a:ext cx="1463040" cy="7315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
332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Superlatives: Largest Point Improver Between Season Halves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Superlatives: Most Races to Score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60" y="1371600"/>
            <a:ext cx="5852160" cy="5212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t>Name the driver that will take the most races to score.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90560" y="1371600"/>
            <a:ext cx="1950720" cy="54864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- 389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90560" y="2057400"/>
            <a:ext cx="1950720" cy="54864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- 422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0560" y="2743200"/>
            <a:ext cx="1950720" cy="54864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- 336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90560" y="3429000"/>
            <a:ext cx="1950720" cy="54864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- 292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90560" y="4114800"/>
            <a:ext cx="1950720" cy="54864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- 355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0560" y="4800600"/>
            <a:ext cx="1950720" cy="54864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- 359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90560" y="5486400"/>
            <a:ext cx="1950720" cy="54864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- 332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802880" y="1371600"/>
            <a:ext cx="1950720" cy="41148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Benedict
Isack Hadjar - 8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802880" y="1920240"/>
            <a:ext cx="1950720" cy="41148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Carla
Gabriel Bortoleto - 25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02880" y="2468880"/>
            <a:ext cx="1950720" cy="41148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Damian
Gabriel Bortoleto - 25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02880" y="3017520"/>
            <a:ext cx="1950720" cy="41148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David
Nico Hulkenberg - 0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02880" y="3566160"/>
            <a:ext cx="1950720" cy="41148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Jarek
Nico Hulkenberg - 0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02880" y="4114800"/>
            <a:ext cx="1950720" cy="41148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Josh
Gabriel Bortoleto - 25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02880" y="4663440"/>
            <a:ext cx="1950720" cy="41148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Suley
Gabriel Bortoleto - 25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87680" y="1371600"/>
          <a:ext cx="4876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Rank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Rounds Til Scoring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Count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1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Gabriel Bortoleto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11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2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Fernando Alonso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9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3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Liam Lawson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8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4.5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Pierre Gasly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4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4.5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Yuki Tsunoda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4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6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Isack Hadjar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3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8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Carlos Sainz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2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8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Esteban Ocon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2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8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Oliver Bearman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2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Superlatives: Most Races to Score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1584" y="2331720"/>
            <a:ext cx="1463040" cy="7315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
397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45792" y="2331720"/>
            <a:ext cx="1463040" cy="7315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
447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83168" y="2331720"/>
            <a:ext cx="1463040" cy="7315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
361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794760"/>
            <a:ext cx="1463040" cy="7315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
292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64480" y="3794760"/>
            <a:ext cx="1463040" cy="7315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
355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7376" y="2331720"/>
            <a:ext cx="1463040" cy="7315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
384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82240" y="3794760"/>
            <a:ext cx="1463040" cy="7315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
357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Superlatives: Most Races to Score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Superlatives: Most Engine Components Used By Teams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60" y="1371600"/>
            <a:ext cx="5852160" cy="5212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t>Name the team that will use up the most engine components.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90560" y="1371600"/>
            <a:ext cx="1950720" cy="54864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- 397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90560" y="2057400"/>
            <a:ext cx="1950720" cy="54864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- 447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0560" y="2743200"/>
            <a:ext cx="1950720" cy="54864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- 361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90560" y="3429000"/>
            <a:ext cx="1950720" cy="54864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- 292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90560" y="4114800"/>
            <a:ext cx="1950720" cy="54864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- 355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0560" y="4800600"/>
            <a:ext cx="1950720" cy="54864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- 384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90560" y="5486400"/>
            <a:ext cx="1950720" cy="54864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- 357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802880" y="1371600"/>
            <a:ext cx="1950720" cy="41148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Benedict
Alpine - 15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802880" y="1920240"/>
            <a:ext cx="1950720" cy="41148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Carla
Alpine - 15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02880" y="2468880"/>
            <a:ext cx="1950720" cy="41148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Damian
Williams - 1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02880" y="3017520"/>
            <a:ext cx="1950720" cy="41148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David
Haas - 10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02880" y="3566160"/>
            <a:ext cx="1950720" cy="41148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Jarek
Alpine - 15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02880" y="4114800"/>
            <a:ext cx="1950720" cy="41148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Josh
Aston Martin - 6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02880" y="4663440"/>
            <a:ext cx="1950720" cy="41148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Suley
Alpine - 15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87680" y="1371600"/>
          <a:ext cx="4876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Rank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Team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N of Engine Components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1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Red Bull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73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2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Racing Bulls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67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3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Alpine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66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4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Ferrari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58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Haas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57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6.5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Mercedes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50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6.5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Aston Martin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50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8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Stake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49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9.5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McLaren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46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914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9.5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Williams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46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Superlatives: Most Engine Components Used By Teams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1584" y="2331720"/>
            <a:ext cx="1463040" cy="7315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
412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45792" y="2331720"/>
            <a:ext cx="1463040" cy="7315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
462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64480" y="3794760"/>
            <a:ext cx="1463040" cy="7315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
362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794760"/>
            <a:ext cx="1463040" cy="7315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
302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82240" y="3794760"/>
            <a:ext cx="1463040" cy="7315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
370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7376" y="2331720"/>
            <a:ext cx="1463040" cy="7315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
390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83168" y="2331720"/>
            <a:ext cx="1463040" cy="7315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
372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Superlatives: Most Engine Components Used By Teams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Superlatives: Lowest Qualifying Average by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60" y="1371600"/>
            <a:ext cx="5852160" cy="5212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t>Name the team that will have the highest qualifying average as a team.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90560" y="1371600"/>
            <a:ext cx="1950720" cy="54864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- 412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90560" y="2057400"/>
            <a:ext cx="1950720" cy="54864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- 462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0560" y="2743200"/>
            <a:ext cx="1950720" cy="54864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- 362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90560" y="3429000"/>
            <a:ext cx="1950720" cy="54864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- 302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90560" y="4114800"/>
            <a:ext cx="1950720" cy="54864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- 370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0560" y="4800600"/>
            <a:ext cx="1950720" cy="54864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- 390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90560" y="5486400"/>
            <a:ext cx="1950720" cy="54864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- 372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802880" y="1371600"/>
            <a:ext cx="1950720" cy="41148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Benedict
McLaren - 25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802880" y="1920240"/>
            <a:ext cx="1950720" cy="41148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Carla
McLaren - 25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02880" y="2468880"/>
            <a:ext cx="1950720" cy="41148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Damian
McLaren - 25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02880" y="3017520"/>
            <a:ext cx="1950720" cy="41148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David
Ferrari - 15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02880" y="3566160"/>
            <a:ext cx="1950720" cy="41148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Jarek
McLaren - 25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02880" y="4114800"/>
            <a:ext cx="1950720" cy="41148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Josh
McLaren - 25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02880" y="4663440"/>
            <a:ext cx="1950720" cy="41148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Suley
Ferrari - 15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87680" y="1371600"/>
          <a:ext cx="4876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Rank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Team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Quali Average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1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McLaren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3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2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Mercedes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6.5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3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Ferrari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7.19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4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Red Bull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8.5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Racing Bulls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10.6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6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Williams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12.08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7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Aston Martin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13.15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8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Stake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14.33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9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Haas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14.42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914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10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Alpine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14.98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Superlatives: Lowest Qualifying Average by Team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1584" y="2331720"/>
            <a:ext cx="1463040" cy="7315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
437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45792" y="2331720"/>
            <a:ext cx="1463040" cy="7315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
487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82240" y="3794760"/>
            <a:ext cx="1463040" cy="7315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
387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794760"/>
            <a:ext cx="1463040" cy="7315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
317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83168" y="2331720"/>
            <a:ext cx="1463040" cy="7315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
395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7376" y="2331720"/>
            <a:ext cx="1463040" cy="7315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
415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64480" y="3794760"/>
            <a:ext cx="1463040" cy="7315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
387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Superlatives: Lowest Qualifying Average by Team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Superlatives: Closest Finishing Position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60" y="1371600"/>
            <a:ext cx="5852160" cy="5212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t>Name the team that will have the smallest average finishing position difference.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90560" y="1371600"/>
            <a:ext cx="1950720" cy="54864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- 437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90560" y="2057400"/>
            <a:ext cx="1950720" cy="54864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- 487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0560" y="2743200"/>
            <a:ext cx="1950720" cy="54864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- 387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90560" y="3429000"/>
            <a:ext cx="1950720" cy="54864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- 317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90560" y="4114800"/>
            <a:ext cx="1950720" cy="54864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- 395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0560" y="4800600"/>
            <a:ext cx="1950720" cy="54864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- 415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90560" y="5486400"/>
            <a:ext cx="1950720" cy="54864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- 387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802880" y="1371600"/>
            <a:ext cx="1950720" cy="41148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Benedict
McLaren - 25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802880" y="1920240"/>
            <a:ext cx="1950720" cy="41148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Carla
McLaren - 25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02880" y="2468880"/>
            <a:ext cx="1950720" cy="41148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Damian
McLaren - 25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02880" y="3017520"/>
            <a:ext cx="1950720" cy="41148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David
Williams - 12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02880" y="3566160"/>
            <a:ext cx="1950720" cy="41148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Jarek
Mercedes - 2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02880" y="4114800"/>
            <a:ext cx="1950720" cy="41148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Josh
Williams - 12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02880" y="4663440"/>
            <a:ext cx="1950720" cy="41148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Suley
McLaren - 25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87680" y="1371600"/>
          <a:ext cx="4876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Rank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Team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Average Position Diff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1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McLaren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0.04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2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Haas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0.71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3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Racing Bulls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0.96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4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Williams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1.17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5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Stake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1.46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6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Alpine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1.63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7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Ferrari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1.71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8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Aston Martin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2.04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9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Mercedes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5.38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914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10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Red Bull</a:t>
                      </a:r>
                    </a:p>
                  </a:txBody>
                  <a:tcPr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8.88</a:t>
                      </a:r>
                    </a:p>
                  </a:txBody>
                  <a:tcPr marT="63500" marB="635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Superlatives: Closest Finishing Position Team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1584" y="2331720"/>
            <a:ext cx="1463040" cy="7315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
462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45792" y="2331720"/>
            <a:ext cx="1463040" cy="7315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
512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83168" y="2331720"/>
            <a:ext cx="1463040" cy="7315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
412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794760"/>
            <a:ext cx="1463040" cy="7315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
329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64480" y="3794760"/>
            <a:ext cx="1463040" cy="7315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
397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7376" y="2331720"/>
            <a:ext cx="1463040" cy="7315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
427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82240" y="3794760"/>
            <a:ext cx="1463040" cy="7315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
412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Superlatives: Closest Finishing Position Team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60" y="1371600"/>
            <a:ext cx="5852160" cy="5212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t>Pick 5 Races - name 5 races over the season for different scenarios  (that's a bit broad).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90560" y="1371600"/>
            <a:ext cx="1950720" cy="54864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- 462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90560" y="2057400"/>
            <a:ext cx="1950720" cy="54864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- 512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0560" y="2743200"/>
            <a:ext cx="1950720" cy="54864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- 412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90560" y="3429000"/>
            <a:ext cx="1950720" cy="54864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- 329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90560" y="4114800"/>
            <a:ext cx="1950720" cy="54864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- 397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0560" y="4800600"/>
            <a:ext cx="1950720" cy="54864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- 427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90560" y="5486400"/>
            <a:ext cx="1950720" cy="54864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- 412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Yuki Quali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60" y="1371600"/>
            <a:ext cx="5852160" cy="5212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t>Pick 5 Races. You get the points Tsunoda would have gotten if the weekend ended after quali.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90560" y="1371600"/>
            <a:ext cx="1950720" cy="54864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- 462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90560" y="2057400"/>
            <a:ext cx="1950720" cy="54864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- 512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0560" y="2743200"/>
            <a:ext cx="1950720" cy="54864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- 412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90560" y="3429000"/>
            <a:ext cx="1950720" cy="54864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- 329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90560" y="4114800"/>
            <a:ext cx="1950720" cy="54864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- 397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0560" y="4800600"/>
            <a:ext cx="1950720" cy="54864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- 427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90560" y="5486400"/>
            <a:ext cx="1950720" cy="54864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- 412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Yuki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462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512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412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329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397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412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Yuki @ Australia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462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522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422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339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397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412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Yuki @ Japan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462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522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422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339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397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412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Yuki @ Bahrain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462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523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423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339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398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412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Yuki @ Saudi Arabia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523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423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339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398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418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Yuki @ Miami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523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423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398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Yuki @ Imola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523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423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398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418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Yuki @ Canada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523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423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398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418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Yuki @ Austria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523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423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398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418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Yuki @ Silverstone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523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423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398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418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Yuki @ Spa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523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398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418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Yuki @ Hungary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523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398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418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Yuki @ Netherlands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523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398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418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Yuki @ Monza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523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399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418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Yuki @ Singapore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523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399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418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Yuki @ COTA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523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399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418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Yuki @ Mexico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523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399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418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Yuki @ Brazil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523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399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418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Yuki @ Abu Dhabi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Japan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Netherlands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524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399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418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1584" y="2331720"/>
            <a:ext cx="1463040" cy="7315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
468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45792" y="2331720"/>
            <a:ext cx="1463040" cy="7315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
524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83168" y="2331720"/>
            <a:ext cx="1463040" cy="7315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
429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794760"/>
            <a:ext cx="1463040" cy="7315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
340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64480" y="3794760"/>
            <a:ext cx="1463040" cy="7315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
399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7376" y="2331720"/>
            <a:ext cx="1463040" cy="7315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
435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82240" y="3794760"/>
            <a:ext cx="1463040" cy="7315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
418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Yuki Quali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Bearman Races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60" y="1371600"/>
            <a:ext cx="5852160" cy="5212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t>Pick 5 Races. You get Bearman's points in them...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90560" y="1371600"/>
            <a:ext cx="1950720" cy="54864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- 468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90560" y="2057400"/>
            <a:ext cx="1950720" cy="54864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- 524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0560" y="2743200"/>
            <a:ext cx="1950720" cy="54864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- 429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90560" y="3429000"/>
            <a:ext cx="1950720" cy="54864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- 340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90560" y="4114800"/>
            <a:ext cx="1950720" cy="54864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- 399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0560" y="4800600"/>
            <a:ext cx="1950720" cy="54864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- 435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90560" y="5486400"/>
            <a:ext cx="1950720" cy="54864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- 418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Bearman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Las Vegas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524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399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418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Bearman @ Australia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Las Vegas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524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399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418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Bearman @ China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Las Vegas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524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399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422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Bearman @ Bahrain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Las Vegas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400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422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Bearman @ Saudi Arabia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Las Vegas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400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422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Bearman @ Imola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Las Vegas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400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422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Bearman @ Monaco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Las Vegas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400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422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Bearman @ Spain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Las Vegas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400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422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Bearman @ Canada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Las Vegas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400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Bearman @ Austria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Las Vegas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400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422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Bearman @ Silverstone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Las Vegas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400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422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Bearman @ Spa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Las Vegas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400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422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Bearman @ Hungary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Las Vegas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400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422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Bearman @ Monza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Las Vegas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400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422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Bearman @ Baku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Las Vegas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400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422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Bearman @ Singapore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Las Vegas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342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400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422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Bearman @ COTA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Las Vegas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468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342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400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424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Bearman @ Mexico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Las Vegas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480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342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400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424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Bearman @ Brazil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Las Vegas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480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342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400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424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Bearman @ Las Vegas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Las Vegas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480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342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400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425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Bearman @ Qatar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Las Vegas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480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342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400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425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Bearman @ Abu Dhabi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Spain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Bahrain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Monza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Austria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COTA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Las Vegas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480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342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400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1584" y="2331720"/>
            <a:ext cx="1463040" cy="7315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
480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45792" y="2331720"/>
            <a:ext cx="1463040" cy="7315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
525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83168" y="2331720"/>
            <a:ext cx="1463040" cy="7315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
429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794760"/>
            <a:ext cx="1463040" cy="7315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
342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64480" y="3794760"/>
            <a:ext cx="1463040" cy="7315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
400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7376" y="2331720"/>
            <a:ext cx="1463040" cy="7315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
443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82240" y="3794760"/>
            <a:ext cx="1463040" cy="7315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
425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Bearman Races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Blowy Engines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60" y="1371600"/>
            <a:ext cx="5852160" cy="5212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t>Pick 5 Races. You get 5 points for every DNF in that race.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90560" y="1371600"/>
            <a:ext cx="1950720" cy="54864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 - 480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90560" y="2057400"/>
            <a:ext cx="1950720" cy="54864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 - 525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0560" y="2743200"/>
            <a:ext cx="1950720" cy="54864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 - 429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90560" y="3429000"/>
            <a:ext cx="1950720" cy="54864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 - 342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90560" y="4114800"/>
            <a:ext cx="1950720" cy="54864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 - 400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0560" y="4800600"/>
            <a:ext cx="1950720" cy="54864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 - 443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90560" y="5486400"/>
            <a:ext cx="1950720" cy="54864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 - 425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Blowy Engines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480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342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400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425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Blowy Engines @ Australia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480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555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459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342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400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425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Blowy Engines @ China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480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555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464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342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400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425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Blowy Engines @ Saudi Arabia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490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565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464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352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410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425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Blowy Engines @ Miami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490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565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484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352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410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425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Blowy Engines @ Imola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490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565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484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362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410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435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Blowy Engines @ Monaco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500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565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484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362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435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Blowy Engines @ Canada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500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580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484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362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450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Blowy Engines @ Silverstone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500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580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484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362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475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Blowy Engines @ Spa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500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580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484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362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475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Blowy Engines @ Hungary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500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580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484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367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475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Blowy Engines @ Baku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505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580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489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367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480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Blowy Engines @ Singapore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505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580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489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367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480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Blowy Engines @ Mexico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505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580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489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387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480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Blowy Engines @ Brazil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75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505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580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504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387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420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480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Blowy Engines @ Qatar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75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75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525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600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504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387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440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480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Blowy Engines @ Abu Dhabi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1371600"/>
          <a:ext cx="8778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Benedict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040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Carla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75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E80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Damian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China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Miami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Brazil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75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AC2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Hungary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Mexico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69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Jarek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Saudi Arabia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Abu Dhabi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28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Josh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Australia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Monaco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Spa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5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Suley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Imola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Canada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Silverstone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Baku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FFFF"/>
                          </a:solidFill>
                        </a:rPr>
                        <a:t>Singapore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9A0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3600" y="1645920"/>
            <a:ext cx="1463040" cy="548640"/>
          </a:xfrm>
          <a:prstGeom prst="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525</a:t>
            </a:r>
          </a:p>
        </p:txBody>
      </p:sp>
      <p:sp>
        <p:nvSpPr>
          <p:cNvPr id="5" name="Rectangle 4"/>
          <p:cNvSpPr/>
          <p:nvPr/>
        </p:nvSpPr>
        <p:spPr>
          <a:xfrm>
            <a:off x="9753600" y="2331720"/>
            <a:ext cx="1463040" cy="548640"/>
          </a:xfrm>
          <a:prstGeom prst="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600</a:t>
            </a:r>
          </a:p>
        </p:txBody>
      </p:sp>
      <p:sp>
        <p:nvSpPr>
          <p:cNvPr id="6" name="Rectangle 5"/>
          <p:cNvSpPr/>
          <p:nvPr/>
        </p:nvSpPr>
        <p:spPr>
          <a:xfrm>
            <a:off x="9753600" y="3017520"/>
            <a:ext cx="1463040" cy="548640"/>
          </a:xfrm>
          <a:prstGeom prst="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504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0" y="3703320"/>
            <a:ext cx="1463040" cy="548640"/>
          </a:xfrm>
          <a:prstGeom prst="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387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0" y="4389120"/>
            <a:ext cx="1463040" cy="548640"/>
          </a:xfrm>
          <a:prstGeom prst="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440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5074920"/>
            <a:ext cx="1463040" cy="548640"/>
          </a:xfrm>
          <a:prstGeom prst="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503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600" y="5760720"/>
            <a:ext cx="1463040" cy="548640"/>
          </a:xfrm>
          <a:prstGeom prst="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FFFFFF"/>
                </a:solidFill>
              </a:rPr>
              <a:t>480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1584" y="2331720"/>
            <a:ext cx="1463040" cy="7315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
525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45792" y="2331720"/>
            <a:ext cx="1463040" cy="731520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Carla
600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37376" y="2331720"/>
            <a:ext cx="1463040" cy="7315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Damian
504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3794760"/>
            <a:ext cx="1463040" cy="7315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
387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64480" y="3794760"/>
            <a:ext cx="1463040" cy="7315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
440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83168" y="2331720"/>
            <a:ext cx="1463040" cy="7315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Josh
503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82240" y="3794760"/>
            <a:ext cx="1463040" cy="7315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
480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Pick 5 Races - Blowy Engines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23EC6-011F-55C8-5FD0-E983F0AE5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AB1F962-8C24-5269-4A22-492EF55EA2FE}"/>
              </a:ext>
            </a:extLst>
          </p:cNvPr>
          <p:cNvSpPr/>
          <p:nvPr/>
        </p:nvSpPr>
        <p:spPr>
          <a:xfrm>
            <a:off x="4283491" y="3302764"/>
            <a:ext cx="1463040" cy="731520"/>
          </a:xfrm>
          <a:prstGeom prst="roundRect">
            <a:avLst/>
          </a:prstGeom>
          <a:solidFill>
            <a:srgbClr val="040273"/>
          </a:solidFill>
          <a:ln>
            <a:solidFill>
              <a:srgbClr val="030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Benedict
525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5CB99A9-8473-4D8A-4762-45308D6E254B}"/>
              </a:ext>
            </a:extLst>
          </p:cNvPr>
          <p:cNvSpPr/>
          <p:nvPr/>
        </p:nvSpPr>
        <p:spPr>
          <a:xfrm>
            <a:off x="3347405" y="832532"/>
            <a:ext cx="5497190" cy="2177298"/>
          </a:xfrm>
          <a:prstGeom prst="roundRect">
            <a:avLst/>
          </a:prstGeom>
          <a:solidFill>
            <a:srgbClr val="E8002D"/>
          </a:solidFill>
          <a:ln>
            <a:solidFill>
              <a:srgbClr val="B90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0" dirty="0"/>
              <a:t>Carla
600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5F36735-4817-5E66-472C-BE3FF4FED945}"/>
              </a:ext>
            </a:extLst>
          </p:cNvPr>
          <p:cNvSpPr/>
          <p:nvPr/>
        </p:nvSpPr>
        <p:spPr>
          <a:xfrm>
            <a:off x="6429283" y="3302764"/>
            <a:ext cx="1463040" cy="731520"/>
          </a:xfrm>
          <a:prstGeom prst="roundRect">
            <a:avLst/>
          </a:prstGeom>
          <a:solidFill>
            <a:srgbClr val="FAC205"/>
          </a:solidFill>
          <a:ln>
            <a:solidFill>
              <a:srgbClr val="C89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Damian
504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7D525ED-B14D-C8AB-A41C-2775C2E13163}"/>
              </a:ext>
            </a:extLst>
          </p:cNvPr>
          <p:cNvSpPr/>
          <p:nvPr/>
        </p:nvSpPr>
        <p:spPr>
          <a:xfrm>
            <a:off x="9357630" y="4535991"/>
            <a:ext cx="1463040" cy="731520"/>
          </a:xfrm>
          <a:prstGeom prst="roundRect">
            <a:avLst/>
          </a:prstGeom>
          <a:solidFill>
            <a:srgbClr val="FF69B4"/>
          </a:solidFill>
          <a:ln>
            <a:solidFill>
              <a:srgbClr val="CC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David
387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2C06287-10AC-F3F2-74AD-C68771FF1469}"/>
              </a:ext>
            </a:extLst>
          </p:cNvPr>
          <p:cNvSpPr/>
          <p:nvPr/>
        </p:nvSpPr>
        <p:spPr>
          <a:xfrm>
            <a:off x="6675390" y="4535991"/>
            <a:ext cx="1463040" cy="731520"/>
          </a:xfrm>
          <a:prstGeom prst="roundRect">
            <a:avLst/>
          </a:prstGeom>
          <a:solidFill>
            <a:srgbClr val="028F1E"/>
          </a:solidFill>
          <a:ln>
            <a:solidFill>
              <a:srgbClr val="01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Jarek
440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9949109-0E17-3EEB-5E70-BC649B5BB66B}"/>
              </a:ext>
            </a:extLst>
          </p:cNvPr>
          <p:cNvSpPr/>
          <p:nvPr/>
        </p:nvSpPr>
        <p:spPr>
          <a:xfrm>
            <a:off x="1310910" y="4535991"/>
            <a:ext cx="1463040" cy="731520"/>
          </a:xfrm>
          <a:prstGeom prst="roundRect">
            <a:avLst/>
          </a:prstGeom>
          <a:solidFill>
            <a:srgbClr val="FF5B00"/>
          </a:solidFill>
          <a:ln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Josh
503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8147925-4BD2-A3C9-47D9-DDB8FA2BECF1}"/>
              </a:ext>
            </a:extLst>
          </p:cNvPr>
          <p:cNvSpPr/>
          <p:nvPr/>
        </p:nvSpPr>
        <p:spPr>
          <a:xfrm>
            <a:off x="3993150" y="4535991"/>
            <a:ext cx="1463040" cy="731520"/>
          </a:xfrm>
          <a:prstGeom prst="roundRect">
            <a:avLst/>
          </a:prstGeom>
          <a:solidFill>
            <a:srgbClr val="9A0EEA"/>
          </a:solidFill>
          <a:ln>
            <a:solidFill>
              <a:srgbClr val="7B0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Suley
480</a:t>
            </a:r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9BE4C477-5524-67E7-B9C3-4FE9D6A81C1E}"/>
              </a:ext>
            </a:extLst>
          </p:cNvPr>
          <p:cNvSpPr/>
          <p:nvPr/>
        </p:nvSpPr>
        <p:spPr>
          <a:xfrm rot="1508904">
            <a:off x="7479629" y="459625"/>
            <a:ext cx="1599635" cy="120571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31812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11</TotalTime>
  <Words>11952</Words>
  <Application>Microsoft Office PowerPoint</Application>
  <PresentationFormat>Widescreen</PresentationFormat>
  <Paragraphs>7179</Paragraphs>
  <Slides>176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176</vt:i4>
      </vt:variant>
    </vt:vector>
  </HeadingPairs>
  <TitlesOfParts>
    <vt:vector size="179" baseType="lpstr">
      <vt:lpstr>Calisto MT</vt:lpstr>
      <vt:lpstr>Wingdings 2</vt:lpstr>
      <vt:lpstr>Slate</vt:lpstr>
      <vt:lpstr>F1 Predictions 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Jaroslaw Ciba</dc:creator>
  <cp:lastModifiedBy>Jaroslaw Ciba</cp:lastModifiedBy>
  <cp:revision>4</cp:revision>
  <dcterms:created xsi:type="dcterms:W3CDTF">2025-12-13T01:26:42Z</dcterms:created>
  <dcterms:modified xsi:type="dcterms:W3CDTF">2025-12-20T01:44:11Z</dcterms:modified>
</cp:coreProperties>
</file>