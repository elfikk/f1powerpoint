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1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52707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7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722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8778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881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902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5526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2270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270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4010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8089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6961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3348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85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675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1670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4281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2E2CB4F-5FFC-46E0-8936-9048E35A606C}" type="datetimeFigureOut">
              <a:rPr lang="en-GB" smtClean="0"/>
              <a:t>20/12/2025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960FA823-88A6-403E-9E2E-27CEDB446C9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43267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A18542B-DE16-5114-FF46-7FB3C25C6FD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A9120C3-8123-54A6-BC23-B2C9E0258D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>
            <a:normAutofit/>
          </a:bodyPr>
          <a:lstStyle/>
          <a:p>
            <a:r>
              <a:rPr lang="en-GB"/>
              <a:t>F1 Predictions 2025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A50E7-F7CD-34E2-759A-E19D16C3FE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>
            <a:normAutofit/>
          </a:bodyPr>
          <a:lstStyle/>
          <a:p>
            <a:r>
              <a:rPr lang="en-GB" dirty="0" err="1"/>
              <a:t>Zukenhausen</a:t>
            </a:r>
            <a:r>
              <a:rPr lang="en-GB" dirty="0"/>
              <a:t> </a:t>
            </a:r>
            <a:r>
              <a:rPr lang="en-GB" dirty="0" err="1"/>
              <a:t>Konkurrenz</a:t>
            </a:r>
            <a:r>
              <a:rPr lang="en-GB" dirty="0"/>
              <a:t> der Formula Ein</a:t>
            </a:r>
          </a:p>
        </p:txBody>
      </p:sp>
    </p:spTree>
    <p:extLst>
      <p:ext uri="{BB962C8B-B14F-4D97-AF65-F5344CB8AC3E}">
        <p14:creationId xmlns:p14="http://schemas.microsoft.com/office/powerpoint/2010/main" val="33757782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8</TotalTime>
  <Words>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Calisto MT</vt:lpstr>
      <vt:lpstr>Wingdings 2</vt:lpstr>
      <vt:lpstr>Slate</vt:lpstr>
      <vt:lpstr>F1 Predictions 2025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Jaroslaw Ciba</dc:creator>
  <cp:lastModifiedBy>Jaroslaw Ciba</cp:lastModifiedBy>
  <cp:revision>3</cp:revision>
  <dcterms:created xsi:type="dcterms:W3CDTF">2025-12-13T01:26:42Z</dcterms:created>
  <dcterms:modified xsi:type="dcterms:W3CDTF">2025-12-20T01:39:37Z</dcterms:modified>
</cp:coreProperties>
</file>