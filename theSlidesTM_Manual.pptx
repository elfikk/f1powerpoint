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416"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 id="370" r:id="rId117"/>
    <p:sldId id="371" r:id="rId118"/>
    <p:sldId id="372" r:id="rId119"/>
    <p:sldId id="373" r:id="rId120"/>
    <p:sldId id="374" r:id="rId121"/>
    <p:sldId id="375" r:id="rId122"/>
    <p:sldId id="376" r:id="rId123"/>
    <p:sldId id="377" r:id="rId124"/>
    <p:sldId id="378" r:id="rId125"/>
    <p:sldId id="379" r:id="rId126"/>
    <p:sldId id="380" r:id="rId127"/>
    <p:sldId id="381" r:id="rId128"/>
    <p:sldId id="382" r:id="rId129"/>
    <p:sldId id="383" r:id="rId130"/>
    <p:sldId id="384" r:id="rId131"/>
    <p:sldId id="385" r:id="rId132"/>
    <p:sldId id="386" r:id="rId133"/>
    <p:sldId id="387" r:id="rId134"/>
    <p:sldId id="388" r:id="rId135"/>
    <p:sldId id="389" r:id="rId136"/>
    <p:sldId id="390" r:id="rId137"/>
    <p:sldId id="391" r:id="rId138"/>
    <p:sldId id="392" r:id="rId139"/>
    <p:sldId id="393" r:id="rId140"/>
    <p:sldId id="394" r:id="rId141"/>
    <p:sldId id="395" r:id="rId142"/>
    <p:sldId id="396" r:id="rId143"/>
    <p:sldId id="397" r:id="rId144"/>
    <p:sldId id="398" r:id="rId145"/>
    <p:sldId id="399" r:id="rId146"/>
    <p:sldId id="400" r:id="rId147"/>
    <p:sldId id="401" r:id="rId148"/>
    <p:sldId id="402" r:id="rId149"/>
    <p:sldId id="403" r:id="rId150"/>
    <p:sldId id="404" r:id="rId151"/>
    <p:sldId id="405" r:id="rId152"/>
    <p:sldId id="406" r:id="rId153"/>
    <p:sldId id="407" r:id="rId154"/>
    <p:sldId id="408" r:id="rId155"/>
    <p:sldId id="409" r:id="rId156"/>
    <p:sldId id="410" r:id="rId157"/>
    <p:sldId id="411" r:id="rId158"/>
    <p:sldId id="412" r:id="rId159"/>
    <p:sldId id="413" r:id="rId160"/>
    <p:sldId id="414" r:id="rId161"/>
    <p:sldId id="417" r:id="rId162"/>
    <p:sldId id="418" r:id="rId16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068" autoAdjust="0"/>
    <p:restoredTop sz="96681" autoAdjust="0"/>
  </p:normalViewPr>
  <p:slideViewPr>
    <p:cSldViewPr snapToGrid="0" snapToObjects="1">
      <p:cViewPr varScale="1">
        <p:scale>
          <a:sx n="125" d="100"/>
          <a:sy n="125" d="100"/>
        </p:scale>
        <p:origin x="600"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charts/_rels/chart1.xml.rels><?xml version="1.0" encoding="UTF-8" standalone="yes"?>
<Relationships xmlns="http://schemas.openxmlformats.org/package/2006/relationships"><Relationship Id="rId1" Type="http://schemas.openxmlformats.org/officeDocument/2006/relationships/oleObject" Target="file:///C:\Projekty\Coding\Python\F1PredsPPT\F12024%20Predictions%20Tracking.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Projekty\Coding\Python\F1PredsPPT\F12024%20Predictions%20Tracking.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0">
              <a:defRPr b="0">
                <a:solidFill>
                  <a:srgbClr val="757575"/>
                </a:solidFill>
                <a:latin typeface="+mn-lt"/>
              </a:defRPr>
            </a:pPr>
            <a:r>
              <a:rPr lang="en-GB" b="0">
                <a:solidFill>
                  <a:srgbClr val="757575"/>
                </a:solidFill>
                <a:latin typeface="+mn-lt"/>
              </a:rPr>
              <a:t>Preliminary Scores Each Round</a:t>
            </a:r>
          </a:p>
        </c:rich>
      </c:tx>
      <c:overlay val="0"/>
    </c:title>
    <c:autoTitleDeleted val="0"/>
    <c:plotArea>
      <c:layout/>
      <c:lineChart>
        <c:grouping val="standard"/>
        <c:varyColors val="1"/>
        <c:ser>
          <c:idx val="0"/>
          <c:order val="0"/>
          <c:tx>
            <c:v>Benedict</c:v>
          </c:tx>
          <c:spPr>
            <a:ln cmpd="sng">
              <a:solidFill>
                <a:srgbClr val="4285F4"/>
              </a:solidFill>
            </a:ln>
          </c:spPr>
          <c:marker>
            <c:symbol val="none"/>
          </c:marker>
          <c:cat>
            <c:numRef>
              <c:f>PrelimScoresEachRound!$B$1:$Z$1</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PrelimScoresEachRound!$B$2:$Z$2</c:f>
              <c:numCache>
                <c:formatCode>General</c:formatCode>
                <c:ptCount val="25"/>
                <c:pt idx="0">
                  <c:v>263</c:v>
                </c:pt>
                <c:pt idx="1">
                  <c:v>364</c:v>
                </c:pt>
                <c:pt idx="2">
                  <c:v>288</c:v>
                </c:pt>
                <c:pt idx="3">
                  <c:v>412</c:v>
                </c:pt>
                <c:pt idx="4">
                  <c:v>417</c:v>
                </c:pt>
                <c:pt idx="5">
                  <c:v>492</c:v>
                </c:pt>
                <c:pt idx="6">
                  <c:v>558</c:v>
                </c:pt>
                <c:pt idx="7">
                  <c:v>561</c:v>
                </c:pt>
                <c:pt idx="8">
                  <c:v>661</c:v>
                </c:pt>
                <c:pt idx="9">
                  <c:v>731</c:v>
                </c:pt>
                <c:pt idx="10">
                  <c:v>754</c:v>
                </c:pt>
                <c:pt idx="11">
                  <c:v>763</c:v>
                </c:pt>
                <c:pt idx="12">
                  <c:v>724</c:v>
                </c:pt>
                <c:pt idx="13">
                  <c:v>723</c:v>
                </c:pt>
                <c:pt idx="14">
                  <c:v>734</c:v>
                </c:pt>
                <c:pt idx="15">
                  <c:v>732</c:v>
                </c:pt>
                <c:pt idx="16">
                  <c:v>732</c:v>
                </c:pt>
                <c:pt idx="17">
                  <c:v>692</c:v>
                </c:pt>
                <c:pt idx="18">
                  <c:v>694</c:v>
                </c:pt>
                <c:pt idx="19">
                  <c:v>674</c:v>
                </c:pt>
                <c:pt idx="20">
                  <c:v>660</c:v>
                </c:pt>
                <c:pt idx="21">
                  <c:v>683</c:v>
                </c:pt>
                <c:pt idx="22">
                  <c:v>676</c:v>
                </c:pt>
                <c:pt idx="23">
                  <c:v>708</c:v>
                </c:pt>
                <c:pt idx="24">
                  <c:v>709</c:v>
                </c:pt>
              </c:numCache>
            </c:numRef>
          </c:val>
          <c:smooth val="0"/>
          <c:extLst>
            <c:ext xmlns:c16="http://schemas.microsoft.com/office/drawing/2014/chart" uri="{C3380CC4-5D6E-409C-BE32-E72D297353CC}">
              <c16:uniqueId val="{00000000-9341-4AE0-A503-55A29F90833F}"/>
            </c:ext>
          </c:extLst>
        </c:ser>
        <c:ser>
          <c:idx val="1"/>
          <c:order val="1"/>
          <c:tx>
            <c:v>Carla</c:v>
          </c:tx>
          <c:spPr>
            <a:ln cmpd="sng">
              <a:solidFill>
                <a:srgbClr val="EA4335"/>
              </a:solidFill>
            </a:ln>
          </c:spPr>
          <c:marker>
            <c:symbol val="none"/>
          </c:marker>
          <c:cat>
            <c:numRef>
              <c:f>PrelimScoresEachRound!$B$1:$Z$1</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PrelimScoresEachRound!$B$3:$Z$3</c:f>
              <c:numCache>
                <c:formatCode>General</c:formatCode>
                <c:ptCount val="25"/>
                <c:pt idx="0">
                  <c:v>224</c:v>
                </c:pt>
                <c:pt idx="1">
                  <c:v>317</c:v>
                </c:pt>
                <c:pt idx="2">
                  <c:v>278</c:v>
                </c:pt>
                <c:pt idx="3">
                  <c:v>415</c:v>
                </c:pt>
                <c:pt idx="4">
                  <c:v>433</c:v>
                </c:pt>
                <c:pt idx="5">
                  <c:v>478</c:v>
                </c:pt>
                <c:pt idx="6">
                  <c:v>564</c:v>
                </c:pt>
                <c:pt idx="7">
                  <c:v>576</c:v>
                </c:pt>
                <c:pt idx="8">
                  <c:v>663</c:v>
                </c:pt>
                <c:pt idx="9">
                  <c:v>727</c:v>
                </c:pt>
                <c:pt idx="10">
                  <c:v>751</c:v>
                </c:pt>
                <c:pt idx="11">
                  <c:v>715</c:v>
                </c:pt>
                <c:pt idx="12">
                  <c:v>715</c:v>
                </c:pt>
                <c:pt idx="13">
                  <c:v>721</c:v>
                </c:pt>
                <c:pt idx="14">
                  <c:v>730</c:v>
                </c:pt>
                <c:pt idx="15">
                  <c:v>730</c:v>
                </c:pt>
                <c:pt idx="16">
                  <c:v>721</c:v>
                </c:pt>
                <c:pt idx="17">
                  <c:v>715</c:v>
                </c:pt>
                <c:pt idx="18">
                  <c:v>718</c:v>
                </c:pt>
                <c:pt idx="19">
                  <c:v>690</c:v>
                </c:pt>
                <c:pt idx="20">
                  <c:v>676</c:v>
                </c:pt>
                <c:pt idx="21">
                  <c:v>706</c:v>
                </c:pt>
                <c:pt idx="22">
                  <c:v>699</c:v>
                </c:pt>
                <c:pt idx="23">
                  <c:v>741</c:v>
                </c:pt>
                <c:pt idx="24">
                  <c:v>750</c:v>
                </c:pt>
              </c:numCache>
            </c:numRef>
          </c:val>
          <c:smooth val="0"/>
          <c:extLst>
            <c:ext xmlns:c16="http://schemas.microsoft.com/office/drawing/2014/chart" uri="{C3380CC4-5D6E-409C-BE32-E72D297353CC}">
              <c16:uniqueId val="{00000001-9341-4AE0-A503-55A29F90833F}"/>
            </c:ext>
          </c:extLst>
        </c:ser>
        <c:ser>
          <c:idx val="2"/>
          <c:order val="2"/>
          <c:tx>
            <c:v>Damian</c:v>
          </c:tx>
          <c:spPr>
            <a:ln cmpd="sng">
              <a:solidFill>
                <a:srgbClr val="FBBC04"/>
              </a:solidFill>
            </a:ln>
          </c:spPr>
          <c:marker>
            <c:symbol val="none"/>
          </c:marker>
          <c:cat>
            <c:numRef>
              <c:f>PrelimScoresEachRound!$B$1:$Z$1</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PrelimScoresEachRound!$B$4:$Z$4</c:f>
              <c:numCache>
                <c:formatCode>General</c:formatCode>
                <c:ptCount val="25"/>
                <c:pt idx="0">
                  <c:v>250</c:v>
                </c:pt>
                <c:pt idx="1">
                  <c:v>313</c:v>
                </c:pt>
                <c:pt idx="2">
                  <c:v>349</c:v>
                </c:pt>
                <c:pt idx="3">
                  <c:v>447</c:v>
                </c:pt>
                <c:pt idx="4">
                  <c:v>456</c:v>
                </c:pt>
                <c:pt idx="5">
                  <c:v>479</c:v>
                </c:pt>
                <c:pt idx="6">
                  <c:v>516</c:v>
                </c:pt>
                <c:pt idx="7">
                  <c:v>533</c:v>
                </c:pt>
                <c:pt idx="8">
                  <c:v>656</c:v>
                </c:pt>
                <c:pt idx="9">
                  <c:v>688</c:v>
                </c:pt>
                <c:pt idx="10">
                  <c:v>701</c:v>
                </c:pt>
                <c:pt idx="11">
                  <c:v>688</c:v>
                </c:pt>
                <c:pt idx="12">
                  <c:v>662</c:v>
                </c:pt>
                <c:pt idx="13">
                  <c:v>652</c:v>
                </c:pt>
                <c:pt idx="14">
                  <c:v>672</c:v>
                </c:pt>
                <c:pt idx="15">
                  <c:v>685</c:v>
                </c:pt>
                <c:pt idx="16">
                  <c:v>678</c:v>
                </c:pt>
                <c:pt idx="17">
                  <c:v>692</c:v>
                </c:pt>
                <c:pt idx="18">
                  <c:v>695</c:v>
                </c:pt>
                <c:pt idx="19">
                  <c:v>657</c:v>
                </c:pt>
                <c:pt idx="20">
                  <c:v>654</c:v>
                </c:pt>
                <c:pt idx="21">
                  <c:v>678</c:v>
                </c:pt>
                <c:pt idx="22">
                  <c:v>676</c:v>
                </c:pt>
                <c:pt idx="23">
                  <c:v>677</c:v>
                </c:pt>
                <c:pt idx="24">
                  <c:v>694</c:v>
                </c:pt>
              </c:numCache>
            </c:numRef>
          </c:val>
          <c:smooth val="0"/>
          <c:extLst>
            <c:ext xmlns:c16="http://schemas.microsoft.com/office/drawing/2014/chart" uri="{C3380CC4-5D6E-409C-BE32-E72D297353CC}">
              <c16:uniqueId val="{00000002-9341-4AE0-A503-55A29F90833F}"/>
            </c:ext>
          </c:extLst>
        </c:ser>
        <c:ser>
          <c:idx val="3"/>
          <c:order val="3"/>
          <c:tx>
            <c:v>Jarek</c:v>
          </c:tx>
          <c:spPr>
            <a:ln cmpd="sng">
              <a:solidFill>
                <a:srgbClr val="34A853"/>
              </a:solidFill>
            </a:ln>
          </c:spPr>
          <c:marker>
            <c:symbol val="none"/>
          </c:marker>
          <c:cat>
            <c:numRef>
              <c:f>PrelimScoresEachRound!$B$1:$Z$1</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PrelimScoresEachRound!$B$5:$Z$5</c:f>
              <c:numCache>
                <c:formatCode>General</c:formatCode>
                <c:ptCount val="25"/>
                <c:pt idx="0">
                  <c:v>223</c:v>
                </c:pt>
                <c:pt idx="1">
                  <c:v>286</c:v>
                </c:pt>
                <c:pt idx="2">
                  <c:v>253</c:v>
                </c:pt>
                <c:pt idx="3">
                  <c:v>366</c:v>
                </c:pt>
                <c:pt idx="4">
                  <c:v>391</c:v>
                </c:pt>
                <c:pt idx="5">
                  <c:v>457</c:v>
                </c:pt>
                <c:pt idx="6">
                  <c:v>512</c:v>
                </c:pt>
                <c:pt idx="7">
                  <c:v>516</c:v>
                </c:pt>
                <c:pt idx="8">
                  <c:v>647</c:v>
                </c:pt>
                <c:pt idx="9">
                  <c:v>720</c:v>
                </c:pt>
                <c:pt idx="10">
                  <c:v>756</c:v>
                </c:pt>
                <c:pt idx="11">
                  <c:v>760</c:v>
                </c:pt>
                <c:pt idx="12">
                  <c:v>770</c:v>
                </c:pt>
                <c:pt idx="13">
                  <c:v>781</c:v>
                </c:pt>
                <c:pt idx="14">
                  <c:v>776</c:v>
                </c:pt>
                <c:pt idx="15">
                  <c:v>778</c:v>
                </c:pt>
                <c:pt idx="16">
                  <c:v>782</c:v>
                </c:pt>
                <c:pt idx="17">
                  <c:v>782</c:v>
                </c:pt>
                <c:pt idx="18">
                  <c:v>789</c:v>
                </c:pt>
                <c:pt idx="19">
                  <c:v>766</c:v>
                </c:pt>
                <c:pt idx="20">
                  <c:v>761</c:v>
                </c:pt>
                <c:pt idx="21">
                  <c:v>842</c:v>
                </c:pt>
                <c:pt idx="22">
                  <c:v>823</c:v>
                </c:pt>
                <c:pt idx="23">
                  <c:v>852</c:v>
                </c:pt>
                <c:pt idx="24">
                  <c:v>863</c:v>
                </c:pt>
              </c:numCache>
            </c:numRef>
          </c:val>
          <c:smooth val="0"/>
          <c:extLst>
            <c:ext xmlns:c16="http://schemas.microsoft.com/office/drawing/2014/chart" uri="{C3380CC4-5D6E-409C-BE32-E72D297353CC}">
              <c16:uniqueId val="{00000003-9341-4AE0-A503-55A29F90833F}"/>
            </c:ext>
          </c:extLst>
        </c:ser>
        <c:ser>
          <c:idx val="4"/>
          <c:order val="4"/>
          <c:tx>
            <c:v>Josh</c:v>
          </c:tx>
          <c:spPr>
            <a:ln cmpd="sng">
              <a:solidFill>
                <a:srgbClr val="FF6D01"/>
              </a:solidFill>
            </a:ln>
          </c:spPr>
          <c:marker>
            <c:symbol val="none"/>
          </c:marker>
          <c:cat>
            <c:numRef>
              <c:f>PrelimScoresEachRound!$B$1:$Z$1</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PrelimScoresEachRound!$B$6:$Z$6</c:f>
              <c:numCache>
                <c:formatCode>General</c:formatCode>
                <c:ptCount val="25"/>
                <c:pt idx="0">
                  <c:v>281</c:v>
                </c:pt>
                <c:pt idx="1">
                  <c:v>320</c:v>
                </c:pt>
                <c:pt idx="2">
                  <c:v>337</c:v>
                </c:pt>
                <c:pt idx="3">
                  <c:v>416</c:v>
                </c:pt>
                <c:pt idx="4">
                  <c:v>402</c:v>
                </c:pt>
                <c:pt idx="5">
                  <c:v>445</c:v>
                </c:pt>
                <c:pt idx="6">
                  <c:v>482</c:v>
                </c:pt>
                <c:pt idx="7">
                  <c:v>507</c:v>
                </c:pt>
                <c:pt idx="8">
                  <c:v>597</c:v>
                </c:pt>
                <c:pt idx="9">
                  <c:v>660</c:v>
                </c:pt>
                <c:pt idx="10">
                  <c:v>681</c:v>
                </c:pt>
                <c:pt idx="11">
                  <c:v>662</c:v>
                </c:pt>
                <c:pt idx="12">
                  <c:v>648</c:v>
                </c:pt>
                <c:pt idx="13">
                  <c:v>649</c:v>
                </c:pt>
                <c:pt idx="14">
                  <c:v>663</c:v>
                </c:pt>
                <c:pt idx="15">
                  <c:v>665</c:v>
                </c:pt>
                <c:pt idx="16">
                  <c:v>661</c:v>
                </c:pt>
                <c:pt idx="17">
                  <c:v>621</c:v>
                </c:pt>
                <c:pt idx="18">
                  <c:v>609</c:v>
                </c:pt>
                <c:pt idx="19">
                  <c:v>590</c:v>
                </c:pt>
                <c:pt idx="20">
                  <c:v>565</c:v>
                </c:pt>
                <c:pt idx="21">
                  <c:v>646</c:v>
                </c:pt>
                <c:pt idx="22">
                  <c:v>645</c:v>
                </c:pt>
                <c:pt idx="23">
                  <c:v>676</c:v>
                </c:pt>
                <c:pt idx="24">
                  <c:v>693</c:v>
                </c:pt>
              </c:numCache>
            </c:numRef>
          </c:val>
          <c:smooth val="0"/>
          <c:extLst>
            <c:ext xmlns:c16="http://schemas.microsoft.com/office/drawing/2014/chart" uri="{C3380CC4-5D6E-409C-BE32-E72D297353CC}">
              <c16:uniqueId val="{00000004-9341-4AE0-A503-55A29F90833F}"/>
            </c:ext>
          </c:extLst>
        </c:ser>
        <c:ser>
          <c:idx val="5"/>
          <c:order val="5"/>
          <c:tx>
            <c:v>Kacper</c:v>
          </c:tx>
          <c:spPr>
            <a:ln cmpd="sng">
              <a:solidFill>
                <a:srgbClr val="46BDC6"/>
              </a:solidFill>
            </a:ln>
          </c:spPr>
          <c:marker>
            <c:symbol val="none"/>
          </c:marker>
          <c:cat>
            <c:numRef>
              <c:f>PrelimScoresEachRound!$B$1:$Z$1</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PrelimScoresEachRound!$B$7:$Z$7</c:f>
              <c:numCache>
                <c:formatCode>General</c:formatCode>
                <c:ptCount val="25"/>
                <c:pt idx="0">
                  <c:v>276</c:v>
                </c:pt>
                <c:pt idx="1">
                  <c:v>256</c:v>
                </c:pt>
                <c:pt idx="2">
                  <c:v>279</c:v>
                </c:pt>
                <c:pt idx="3">
                  <c:v>336</c:v>
                </c:pt>
                <c:pt idx="4">
                  <c:v>352</c:v>
                </c:pt>
                <c:pt idx="5">
                  <c:v>391</c:v>
                </c:pt>
                <c:pt idx="6">
                  <c:v>448</c:v>
                </c:pt>
                <c:pt idx="7">
                  <c:v>447</c:v>
                </c:pt>
                <c:pt idx="8">
                  <c:v>523</c:v>
                </c:pt>
                <c:pt idx="9">
                  <c:v>554</c:v>
                </c:pt>
                <c:pt idx="10">
                  <c:v>584</c:v>
                </c:pt>
                <c:pt idx="11">
                  <c:v>559</c:v>
                </c:pt>
                <c:pt idx="12">
                  <c:v>565</c:v>
                </c:pt>
                <c:pt idx="13">
                  <c:v>566</c:v>
                </c:pt>
                <c:pt idx="14">
                  <c:v>584</c:v>
                </c:pt>
                <c:pt idx="15">
                  <c:v>581</c:v>
                </c:pt>
                <c:pt idx="16">
                  <c:v>599</c:v>
                </c:pt>
                <c:pt idx="17">
                  <c:v>623</c:v>
                </c:pt>
                <c:pt idx="18">
                  <c:v>628</c:v>
                </c:pt>
                <c:pt idx="19">
                  <c:v>612</c:v>
                </c:pt>
                <c:pt idx="20">
                  <c:v>600</c:v>
                </c:pt>
                <c:pt idx="21">
                  <c:v>685</c:v>
                </c:pt>
                <c:pt idx="22">
                  <c:v>678</c:v>
                </c:pt>
                <c:pt idx="23">
                  <c:v>705</c:v>
                </c:pt>
                <c:pt idx="24">
                  <c:v>732</c:v>
                </c:pt>
              </c:numCache>
            </c:numRef>
          </c:val>
          <c:smooth val="0"/>
          <c:extLst>
            <c:ext xmlns:c16="http://schemas.microsoft.com/office/drawing/2014/chart" uri="{C3380CC4-5D6E-409C-BE32-E72D297353CC}">
              <c16:uniqueId val="{00000005-9341-4AE0-A503-55A29F90833F}"/>
            </c:ext>
          </c:extLst>
        </c:ser>
        <c:ser>
          <c:idx val="6"/>
          <c:order val="6"/>
          <c:tx>
            <c:v>Suley</c:v>
          </c:tx>
          <c:spPr>
            <a:ln cmpd="sng">
              <a:solidFill>
                <a:srgbClr val="7BAAF7"/>
              </a:solidFill>
            </a:ln>
          </c:spPr>
          <c:marker>
            <c:symbol val="none"/>
          </c:marker>
          <c:cat>
            <c:numRef>
              <c:f>PrelimScoresEachRound!$B$1:$Z$1</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PrelimScoresEachRound!$B$8:$Z$8</c:f>
              <c:numCache>
                <c:formatCode>General</c:formatCode>
                <c:ptCount val="25"/>
                <c:pt idx="0">
                  <c:v>274</c:v>
                </c:pt>
                <c:pt idx="1">
                  <c:v>279</c:v>
                </c:pt>
                <c:pt idx="2">
                  <c:v>322</c:v>
                </c:pt>
                <c:pt idx="3">
                  <c:v>337</c:v>
                </c:pt>
                <c:pt idx="4">
                  <c:v>363</c:v>
                </c:pt>
                <c:pt idx="5">
                  <c:v>399</c:v>
                </c:pt>
                <c:pt idx="6">
                  <c:v>424</c:v>
                </c:pt>
                <c:pt idx="7">
                  <c:v>440</c:v>
                </c:pt>
                <c:pt idx="8">
                  <c:v>517</c:v>
                </c:pt>
                <c:pt idx="9">
                  <c:v>515</c:v>
                </c:pt>
                <c:pt idx="10">
                  <c:v>530</c:v>
                </c:pt>
                <c:pt idx="11">
                  <c:v>517</c:v>
                </c:pt>
                <c:pt idx="12">
                  <c:v>542</c:v>
                </c:pt>
                <c:pt idx="13">
                  <c:v>542</c:v>
                </c:pt>
                <c:pt idx="14">
                  <c:v>546</c:v>
                </c:pt>
                <c:pt idx="15">
                  <c:v>548</c:v>
                </c:pt>
                <c:pt idx="16">
                  <c:v>547</c:v>
                </c:pt>
                <c:pt idx="17">
                  <c:v>561</c:v>
                </c:pt>
                <c:pt idx="18">
                  <c:v>563</c:v>
                </c:pt>
                <c:pt idx="19">
                  <c:v>549</c:v>
                </c:pt>
                <c:pt idx="20">
                  <c:v>537</c:v>
                </c:pt>
                <c:pt idx="21">
                  <c:v>599</c:v>
                </c:pt>
                <c:pt idx="22">
                  <c:v>597</c:v>
                </c:pt>
                <c:pt idx="23">
                  <c:v>621</c:v>
                </c:pt>
                <c:pt idx="24">
                  <c:v>617</c:v>
                </c:pt>
              </c:numCache>
            </c:numRef>
          </c:val>
          <c:smooth val="0"/>
          <c:extLst>
            <c:ext xmlns:c16="http://schemas.microsoft.com/office/drawing/2014/chart" uri="{C3380CC4-5D6E-409C-BE32-E72D297353CC}">
              <c16:uniqueId val="{00000006-9341-4AE0-A503-55A29F90833F}"/>
            </c:ext>
          </c:extLst>
        </c:ser>
        <c:ser>
          <c:idx val="7"/>
          <c:order val="7"/>
          <c:tx>
            <c:v>Max Score</c:v>
          </c:tx>
          <c:spPr>
            <a:ln cmpd="sng">
              <a:solidFill>
                <a:srgbClr val="B7B7B7">
                  <a:alpha val="100000"/>
                </a:srgbClr>
              </a:solidFill>
              <a:prstDash val="sysDot"/>
            </a:ln>
          </c:spPr>
          <c:marker>
            <c:symbol val="none"/>
          </c:marker>
          <c:cat>
            <c:numRef>
              <c:f>PrelimScoresEachRound!$B$1:$Z$1</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PrelimScoresEachRound!$A$10</c:f>
              <c:numCache>
                <c:formatCode>General</c:formatCode>
                <c:ptCount val="1"/>
                <c:pt idx="0">
                  <c:v>0</c:v>
                </c:pt>
              </c:numCache>
            </c:numRef>
          </c:val>
          <c:smooth val="0"/>
          <c:extLst>
            <c:ext xmlns:c16="http://schemas.microsoft.com/office/drawing/2014/chart" uri="{C3380CC4-5D6E-409C-BE32-E72D297353CC}">
              <c16:uniqueId val="{00000007-9341-4AE0-A503-55A29F90833F}"/>
            </c:ext>
          </c:extLst>
        </c:ser>
        <c:ser>
          <c:idx val="8"/>
          <c:order val="8"/>
          <c:tx>
            <c:v>Min Score</c:v>
          </c:tx>
          <c:spPr>
            <a:ln cmpd="sng">
              <a:solidFill>
                <a:srgbClr val="CCCCCC">
                  <a:alpha val="100000"/>
                </a:srgbClr>
              </a:solidFill>
              <a:prstDash val="sysDot"/>
            </a:ln>
          </c:spPr>
          <c:marker>
            <c:symbol val="none"/>
          </c:marker>
          <c:cat>
            <c:numRef>
              <c:f>PrelimScoresEachRound!$B$1:$Z$1</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PrelimScoresEachRound!$B$10:$Z$10</c:f>
              <c:numCache>
                <c:formatCode>General</c:formatCode>
                <c:ptCount val="25"/>
                <c:pt idx="0">
                  <c:v>326</c:v>
                </c:pt>
                <c:pt idx="1">
                  <c:v>438</c:v>
                </c:pt>
                <c:pt idx="2">
                  <c:v>446</c:v>
                </c:pt>
                <c:pt idx="3">
                  <c:v>587</c:v>
                </c:pt>
                <c:pt idx="4">
                  <c:v>588</c:v>
                </c:pt>
                <c:pt idx="5">
                  <c:v>635</c:v>
                </c:pt>
                <c:pt idx="6">
                  <c:v>703</c:v>
                </c:pt>
                <c:pt idx="7">
                  <c:v>716</c:v>
                </c:pt>
                <c:pt idx="8">
                  <c:v>822</c:v>
                </c:pt>
                <c:pt idx="9">
                  <c:v>877</c:v>
                </c:pt>
                <c:pt idx="10">
                  <c:v>904</c:v>
                </c:pt>
                <c:pt idx="11">
                  <c:v>889</c:v>
                </c:pt>
                <c:pt idx="12">
                  <c:v>885</c:v>
                </c:pt>
                <c:pt idx="13">
                  <c:v>892</c:v>
                </c:pt>
                <c:pt idx="14">
                  <c:v>888</c:v>
                </c:pt>
                <c:pt idx="15">
                  <c:v>887</c:v>
                </c:pt>
                <c:pt idx="16">
                  <c:v>890</c:v>
                </c:pt>
                <c:pt idx="17">
                  <c:v>878</c:v>
                </c:pt>
                <c:pt idx="18">
                  <c:v>866</c:v>
                </c:pt>
                <c:pt idx="19">
                  <c:v>842</c:v>
                </c:pt>
                <c:pt idx="20">
                  <c:v>825</c:v>
                </c:pt>
                <c:pt idx="21">
                  <c:v>905</c:v>
                </c:pt>
                <c:pt idx="22">
                  <c:v>896</c:v>
                </c:pt>
                <c:pt idx="23">
                  <c:v>933</c:v>
                </c:pt>
                <c:pt idx="24">
                  <c:v>945</c:v>
                </c:pt>
              </c:numCache>
            </c:numRef>
          </c:val>
          <c:smooth val="0"/>
          <c:extLst>
            <c:ext xmlns:c16="http://schemas.microsoft.com/office/drawing/2014/chart" uri="{C3380CC4-5D6E-409C-BE32-E72D297353CC}">
              <c16:uniqueId val="{00000008-9341-4AE0-A503-55A29F90833F}"/>
            </c:ext>
          </c:extLst>
        </c:ser>
        <c:dLbls>
          <c:showLegendKey val="0"/>
          <c:showVal val="0"/>
          <c:showCatName val="0"/>
          <c:showSerName val="0"/>
          <c:showPercent val="0"/>
          <c:showBubbleSize val="0"/>
        </c:dLbls>
        <c:smooth val="0"/>
        <c:axId val="875342135"/>
        <c:axId val="560239463"/>
      </c:lineChart>
      <c:catAx>
        <c:axId val="875342135"/>
        <c:scaling>
          <c:orientation val="minMax"/>
        </c:scaling>
        <c:delete val="0"/>
        <c:axPos val="b"/>
        <c:title>
          <c:tx>
            <c:rich>
              <a:bodyPr/>
              <a:lstStyle/>
              <a:p>
                <a:pPr lvl="0">
                  <a:defRPr b="0">
                    <a:solidFill>
                      <a:srgbClr val="000000"/>
                    </a:solidFill>
                    <a:latin typeface="+mn-lt"/>
                  </a:defRPr>
                </a:pPr>
                <a:r>
                  <a:rPr lang="en-GB" b="0">
                    <a:solidFill>
                      <a:srgbClr val="000000"/>
                    </a:solidFill>
                    <a:latin typeface="+mn-lt"/>
                  </a:rPr>
                  <a:t>Round</a:t>
                </a:r>
              </a:p>
            </c:rich>
          </c:tx>
          <c:overlay val="0"/>
        </c:title>
        <c:numFmt formatCode="General" sourceLinked="1"/>
        <c:majorTickMark val="none"/>
        <c:minorTickMark val="none"/>
        <c:tickLblPos val="nextTo"/>
        <c:txPr>
          <a:bodyPr/>
          <a:lstStyle/>
          <a:p>
            <a:pPr lvl="0">
              <a:defRPr b="0">
                <a:solidFill>
                  <a:srgbClr val="000000"/>
                </a:solidFill>
                <a:latin typeface="+mn-lt"/>
              </a:defRPr>
            </a:pPr>
            <a:endParaRPr lang="en-US"/>
          </a:p>
        </c:txPr>
        <c:crossAx val="560239463"/>
        <c:crosses val="autoZero"/>
        <c:auto val="1"/>
        <c:lblAlgn val="ctr"/>
        <c:lblOffset val="100"/>
        <c:noMultiLvlLbl val="1"/>
      </c:catAx>
      <c:valAx>
        <c:axId val="560239463"/>
        <c:scaling>
          <c:orientation val="minMax"/>
        </c:scaling>
        <c:delete val="0"/>
        <c:axPos val="l"/>
        <c:majorGridlines>
          <c:spPr>
            <a:ln>
              <a:solidFill>
                <a:srgbClr val="B7B7B7"/>
              </a:solidFill>
            </a:ln>
          </c:spPr>
        </c:majorGridlines>
        <c:minorGridlines>
          <c:spPr>
            <a:ln>
              <a:solidFill>
                <a:srgbClr val="CCCCCC">
                  <a:alpha val="0"/>
                </a:srgbClr>
              </a:solidFill>
            </a:ln>
          </c:spPr>
        </c:minorGridlines>
        <c:title>
          <c:tx>
            <c:rich>
              <a:bodyPr/>
              <a:lstStyle/>
              <a:p>
                <a:pPr lvl="0">
                  <a:defRPr b="0">
                    <a:solidFill>
                      <a:srgbClr val="000000"/>
                    </a:solidFill>
                    <a:latin typeface="+mn-lt"/>
                  </a:defRPr>
                </a:pPr>
                <a:r>
                  <a:rPr lang="en-GB" b="0">
                    <a:solidFill>
                      <a:srgbClr val="000000"/>
                    </a:solidFill>
                    <a:latin typeface="+mn-lt"/>
                  </a:rPr>
                  <a:t>Score</a:t>
                </a:r>
              </a:p>
            </c:rich>
          </c:tx>
          <c:overlay val="0"/>
        </c:title>
        <c:numFmt formatCode="General" sourceLinked="1"/>
        <c:majorTickMark val="none"/>
        <c:minorTickMark val="none"/>
        <c:tickLblPos val="nextTo"/>
        <c:spPr>
          <a:ln/>
        </c:spPr>
        <c:txPr>
          <a:bodyPr/>
          <a:lstStyle/>
          <a:p>
            <a:pPr lvl="0">
              <a:defRPr b="0">
                <a:solidFill>
                  <a:srgbClr val="000000"/>
                </a:solidFill>
                <a:latin typeface="+mn-lt"/>
              </a:defRPr>
            </a:pPr>
            <a:endParaRPr lang="en-US"/>
          </a:p>
        </c:txPr>
        <c:crossAx val="875342135"/>
        <c:crosses val="autoZero"/>
        <c:crossBetween val="between"/>
      </c:valAx>
    </c:plotArea>
    <c:legend>
      <c:legendPos val="r"/>
      <c:layout>
        <c:manualLayout>
          <c:xMode val="edge"/>
          <c:yMode val="edge"/>
          <c:x val="0.89998435779174057"/>
          <c:y val="0.18201064450277052"/>
          <c:w val="8.7502909226783943E-2"/>
          <c:h val="0.30138188976377955"/>
        </c:manualLayout>
      </c:layout>
      <c:overlay val="0"/>
      <c:txPr>
        <a:bodyPr/>
        <a:lstStyle/>
        <a:p>
          <a:pPr lvl="0">
            <a:defRPr b="0">
              <a:solidFill>
                <a:srgbClr val="1A1A1A"/>
              </a:solidFill>
              <a:latin typeface="+mn-lt"/>
            </a:defRPr>
          </a:pPr>
          <a:endParaRPr lang="en-US"/>
        </a:p>
      </c:txPr>
    </c:legend>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0">
              <a:defRPr b="0">
                <a:solidFill>
                  <a:srgbClr val="757575"/>
                </a:solidFill>
                <a:latin typeface="+mn-lt"/>
              </a:defRPr>
            </a:pPr>
            <a:r>
              <a:rPr lang="en-GB" b="0">
                <a:solidFill>
                  <a:srgbClr val="757575"/>
                </a:solidFill>
                <a:latin typeface="+mn-lt"/>
              </a:rPr>
              <a:t>Preliminary Differences to Mean Score Each Round</a:t>
            </a:r>
          </a:p>
        </c:rich>
      </c:tx>
      <c:overlay val="0"/>
    </c:title>
    <c:autoTitleDeleted val="0"/>
    <c:plotArea>
      <c:layout/>
      <c:lineChart>
        <c:grouping val="standard"/>
        <c:varyColors val="1"/>
        <c:ser>
          <c:idx val="0"/>
          <c:order val="0"/>
          <c:tx>
            <c:v>Benedict</c:v>
          </c:tx>
          <c:spPr>
            <a:ln cmpd="sng">
              <a:solidFill>
                <a:srgbClr val="4285F4"/>
              </a:solidFill>
            </a:ln>
          </c:spPr>
          <c:marker>
            <c:symbol val="none"/>
          </c:marker>
          <c:cat>
            <c:numRef>
              <c:f>PrelimScoreMeanDelta!$B$1:$Z$1</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PrelimScoreMeanDelta!$B$2:$Z$2</c:f>
              <c:numCache>
                <c:formatCode>General</c:formatCode>
                <c:ptCount val="25"/>
                <c:pt idx="0">
                  <c:v>7.1428571428571388</c:v>
                </c:pt>
                <c:pt idx="1">
                  <c:v>59</c:v>
                </c:pt>
                <c:pt idx="2">
                  <c:v>-12.857142857142833</c:v>
                </c:pt>
                <c:pt idx="3">
                  <c:v>22.142857142857167</c:v>
                </c:pt>
                <c:pt idx="4">
                  <c:v>15</c:v>
                </c:pt>
                <c:pt idx="5">
                  <c:v>43.285714285714278</c:v>
                </c:pt>
                <c:pt idx="6">
                  <c:v>57.428571428571445</c:v>
                </c:pt>
                <c:pt idx="7">
                  <c:v>49.571428571428555</c:v>
                </c:pt>
                <c:pt idx="8">
                  <c:v>51.85714285714289</c:v>
                </c:pt>
                <c:pt idx="9">
                  <c:v>74.571428571428555</c:v>
                </c:pt>
                <c:pt idx="10">
                  <c:v>74.428571428571445</c:v>
                </c:pt>
                <c:pt idx="11">
                  <c:v>96.714285714285666</c:v>
                </c:pt>
                <c:pt idx="12">
                  <c:v>63.14285714285711</c:v>
                </c:pt>
                <c:pt idx="13">
                  <c:v>61</c:v>
                </c:pt>
                <c:pt idx="14">
                  <c:v>61.85714285714289</c:v>
                </c:pt>
                <c:pt idx="15">
                  <c:v>57.85714285714289</c:v>
                </c:pt>
                <c:pt idx="16">
                  <c:v>57.714285714285666</c:v>
                </c:pt>
                <c:pt idx="17">
                  <c:v>22.571428571428555</c:v>
                </c:pt>
                <c:pt idx="18">
                  <c:v>23.14285714285711</c:v>
                </c:pt>
                <c:pt idx="19">
                  <c:v>25.714285714285666</c:v>
                </c:pt>
                <c:pt idx="20">
                  <c:v>23.85714285714289</c:v>
                </c:pt>
                <c:pt idx="21">
                  <c:v>-8.2857142857143344</c:v>
                </c:pt>
                <c:pt idx="22">
                  <c:v>-8.8571428571428896</c:v>
                </c:pt>
                <c:pt idx="23">
                  <c:v>-3.4285714285714448</c:v>
                </c:pt>
                <c:pt idx="24">
                  <c:v>-13.571428571428555</c:v>
                </c:pt>
              </c:numCache>
            </c:numRef>
          </c:val>
          <c:smooth val="0"/>
          <c:extLst>
            <c:ext xmlns:c16="http://schemas.microsoft.com/office/drawing/2014/chart" uri="{C3380CC4-5D6E-409C-BE32-E72D297353CC}">
              <c16:uniqueId val="{00000000-CDED-423A-AA73-8D9DE17A9F8E}"/>
            </c:ext>
          </c:extLst>
        </c:ser>
        <c:ser>
          <c:idx val="1"/>
          <c:order val="1"/>
          <c:tx>
            <c:v>Carla</c:v>
          </c:tx>
          <c:spPr>
            <a:ln cmpd="sng">
              <a:solidFill>
                <a:srgbClr val="EA4335"/>
              </a:solidFill>
            </a:ln>
          </c:spPr>
          <c:marker>
            <c:symbol val="none"/>
          </c:marker>
          <c:cat>
            <c:numRef>
              <c:f>PrelimScoreMeanDelta!$B$1:$Z$1</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PrelimScoreMeanDelta!$B$3:$Z$3</c:f>
              <c:numCache>
                <c:formatCode>General</c:formatCode>
                <c:ptCount val="25"/>
                <c:pt idx="0">
                  <c:v>-31.857142857142861</c:v>
                </c:pt>
                <c:pt idx="1">
                  <c:v>12</c:v>
                </c:pt>
                <c:pt idx="2">
                  <c:v>-22.857142857142833</c:v>
                </c:pt>
                <c:pt idx="3">
                  <c:v>25.142857142857167</c:v>
                </c:pt>
                <c:pt idx="4">
                  <c:v>31</c:v>
                </c:pt>
                <c:pt idx="5">
                  <c:v>29.285714285714278</c:v>
                </c:pt>
                <c:pt idx="6">
                  <c:v>63.428571428571445</c:v>
                </c:pt>
                <c:pt idx="7">
                  <c:v>64.571428571428555</c:v>
                </c:pt>
                <c:pt idx="8">
                  <c:v>53.85714285714289</c:v>
                </c:pt>
                <c:pt idx="9">
                  <c:v>70.571428571428555</c:v>
                </c:pt>
                <c:pt idx="10">
                  <c:v>71.428571428571445</c:v>
                </c:pt>
                <c:pt idx="11">
                  <c:v>48.714285714285666</c:v>
                </c:pt>
                <c:pt idx="12">
                  <c:v>54.14285714285711</c:v>
                </c:pt>
                <c:pt idx="13">
                  <c:v>59</c:v>
                </c:pt>
                <c:pt idx="14">
                  <c:v>57.85714285714289</c:v>
                </c:pt>
                <c:pt idx="15">
                  <c:v>55.85714285714289</c:v>
                </c:pt>
                <c:pt idx="16">
                  <c:v>46.714285714285666</c:v>
                </c:pt>
                <c:pt idx="17">
                  <c:v>45.571428571428555</c:v>
                </c:pt>
                <c:pt idx="18">
                  <c:v>47.14285714285711</c:v>
                </c:pt>
                <c:pt idx="19">
                  <c:v>41.714285714285666</c:v>
                </c:pt>
                <c:pt idx="20">
                  <c:v>39.85714285714289</c:v>
                </c:pt>
                <c:pt idx="21">
                  <c:v>14.714285714285666</c:v>
                </c:pt>
                <c:pt idx="22">
                  <c:v>14.14285714285711</c:v>
                </c:pt>
                <c:pt idx="23">
                  <c:v>29.571428571428555</c:v>
                </c:pt>
                <c:pt idx="24">
                  <c:v>27.428571428571445</c:v>
                </c:pt>
              </c:numCache>
            </c:numRef>
          </c:val>
          <c:smooth val="0"/>
          <c:extLst>
            <c:ext xmlns:c16="http://schemas.microsoft.com/office/drawing/2014/chart" uri="{C3380CC4-5D6E-409C-BE32-E72D297353CC}">
              <c16:uniqueId val="{00000001-CDED-423A-AA73-8D9DE17A9F8E}"/>
            </c:ext>
          </c:extLst>
        </c:ser>
        <c:ser>
          <c:idx val="2"/>
          <c:order val="2"/>
          <c:tx>
            <c:v>Damian</c:v>
          </c:tx>
          <c:spPr>
            <a:ln cmpd="sng">
              <a:solidFill>
                <a:srgbClr val="FBBC04"/>
              </a:solidFill>
            </a:ln>
          </c:spPr>
          <c:marker>
            <c:symbol val="none"/>
          </c:marker>
          <c:cat>
            <c:numRef>
              <c:f>PrelimScoreMeanDelta!$B$1:$Z$1</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PrelimScoreMeanDelta!$B$4:$Z$4</c:f>
              <c:numCache>
                <c:formatCode>General</c:formatCode>
                <c:ptCount val="25"/>
                <c:pt idx="0">
                  <c:v>-5.8571428571428612</c:v>
                </c:pt>
                <c:pt idx="1">
                  <c:v>8</c:v>
                </c:pt>
                <c:pt idx="2">
                  <c:v>48.142857142857167</c:v>
                </c:pt>
                <c:pt idx="3">
                  <c:v>57.142857142857167</c:v>
                </c:pt>
                <c:pt idx="4">
                  <c:v>54</c:v>
                </c:pt>
                <c:pt idx="5">
                  <c:v>30.285714285714278</c:v>
                </c:pt>
                <c:pt idx="6">
                  <c:v>15.428571428571445</c:v>
                </c:pt>
                <c:pt idx="7">
                  <c:v>21.571428571428555</c:v>
                </c:pt>
                <c:pt idx="8">
                  <c:v>46.85714285714289</c:v>
                </c:pt>
                <c:pt idx="9">
                  <c:v>31.571428571428555</c:v>
                </c:pt>
                <c:pt idx="10">
                  <c:v>21.428571428571445</c:v>
                </c:pt>
                <c:pt idx="11">
                  <c:v>21.714285714285666</c:v>
                </c:pt>
                <c:pt idx="12">
                  <c:v>1.1428571428571104</c:v>
                </c:pt>
                <c:pt idx="13">
                  <c:v>-10</c:v>
                </c:pt>
                <c:pt idx="14">
                  <c:v>-0.14285714285711038</c:v>
                </c:pt>
                <c:pt idx="15">
                  <c:v>10.85714285714289</c:v>
                </c:pt>
                <c:pt idx="16">
                  <c:v>3.7142857142856656</c:v>
                </c:pt>
                <c:pt idx="17">
                  <c:v>22.571428571428555</c:v>
                </c:pt>
                <c:pt idx="18">
                  <c:v>24.14285714285711</c:v>
                </c:pt>
                <c:pt idx="19">
                  <c:v>8.7142857142856656</c:v>
                </c:pt>
                <c:pt idx="20">
                  <c:v>17.85714285714289</c:v>
                </c:pt>
                <c:pt idx="21">
                  <c:v>-13.285714285714334</c:v>
                </c:pt>
                <c:pt idx="22">
                  <c:v>-8.8571428571428896</c:v>
                </c:pt>
                <c:pt idx="23">
                  <c:v>-34.428571428571445</c:v>
                </c:pt>
                <c:pt idx="24">
                  <c:v>-28.571428571428555</c:v>
                </c:pt>
              </c:numCache>
            </c:numRef>
          </c:val>
          <c:smooth val="0"/>
          <c:extLst>
            <c:ext xmlns:c16="http://schemas.microsoft.com/office/drawing/2014/chart" uri="{C3380CC4-5D6E-409C-BE32-E72D297353CC}">
              <c16:uniqueId val="{00000002-CDED-423A-AA73-8D9DE17A9F8E}"/>
            </c:ext>
          </c:extLst>
        </c:ser>
        <c:ser>
          <c:idx val="3"/>
          <c:order val="3"/>
          <c:tx>
            <c:v>Jarek</c:v>
          </c:tx>
          <c:spPr>
            <a:ln cmpd="sng">
              <a:solidFill>
                <a:srgbClr val="34A853"/>
              </a:solidFill>
            </a:ln>
          </c:spPr>
          <c:marker>
            <c:symbol val="none"/>
          </c:marker>
          <c:cat>
            <c:numRef>
              <c:f>PrelimScoreMeanDelta!$B$1:$Z$1</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PrelimScoreMeanDelta!$B$5:$Z$5</c:f>
              <c:numCache>
                <c:formatCode>General</c:formatCode>
                <c:ptCount val="25"/>
                <c:pt idx="0">
                  <c:v>-32.857142857142861</c:v>
                </c:pt>
                <c:pt idx="1">
                  <c:v>-19</c:v>
                </c:pt>
                <c:pt idx="2">
                  <c:v>-47.857142857142833</c:v>
                </c:pt>
                <c:pt idx="3">
                  <c:v>-23.857142857142833</c:v>
                </c:pt>
                <c:pt idx="4">
                  <c:v>-11</c:v>
                </c:pt>
                <c:pt idx="5">
                  <c:v>8.2857142857142776</c:v>
                </c:pt>
                <c:pt idx="6">
                  <c:v>11.428571428571445</c:v>
                </c:pt>
                <c:pt idx="7">
                  <c:v>4.5714285714285552</c:v>
                </c:pt>
                <c:pt idx="8">
                  <c:v>37.85714285714289</c:v>
                </c:pt>
                <c:pt idx="9">
                  <c:v>63.571428571428555</c:v>
                </c:pt>
                <c:pt idx="10">
                  <c:v>76.428571428571445</c:v>
                </c:pt>
                <c:pt idx="11">
                  <c:v>93.714285714285666</c:v>
                </c:pt>
                <c:pt idx="12">
                  <c:v>109.14285714285711</c:v>
                </c:pt>
                <c:pt idx="13">
                  <c:v>119</c:v>
                </c:pt>
                <c:pt idx="14">
                  <c:v>103.85714285714289</c:v>
                </c:pt>
                <c:pt idx="15">
                  <c:v>103.85714285714289</c:v>
                </c:pt>
                <c:pt idx="16">
                  <c:v>107.71428571428567</c:v>
                </c:pt>
                <c:pt idx="17">
                  <c:v>112.57142857142856</c:v>
                </c:pt>
                <c:pt idx="18">
                  <c:v>118.14285714285711</c:v>
                </c:pt>
                <c:pt idx="19">
                  <c:v>117.71428571428567</c:v>
                </c:pt>
                <c:pt idx="20">
                  <c:v>124.85714285714289</c:v>
                </c:pt>
                <c:pt idx="21">
                  <c:v>150.71428571428567</c:v>
                </c:pt>
                <c:pt idx="22">
                  <c:v>138.14285714285711</c:v>
                </c:pt>
                <c:pt idx="23">
                  <c:v>140.57142857142856</c:v>
                </c:pt>
                <c:pt idx="24">
                  <c:v>140.42857142857144</c:v>
                </c:pt>
              </c:numCache>
            </c:numRef>
          </c:val>
          <c:smooth val="0"/>
          <c:extLst>
            <c:ext xmlns:c16="http://schemas.microsoft.com/office/drawing/2014/chart" uri="{C3380CC4-5D6E-409C-BE32-E72D297353CC}">
              <c16:uniqueId val="{00000003-CDED-423A-AA73-8D9DE17A9F8E}"/>
            </c:ext>
          </c:extLst>
        </c:ser>
        <c:ser>
          <c:idx val="4"/>
          <c:order val="4"/>
          <c:tx>
            <c:v>Josh</c:v>
          </c:tx>
          <c:spPr>
            <a:ln cmpd="sng">
              <a:solidFill>
                <a:srgbClr val="FF6D01"/>
              </a:solidFill>
            </a:ln>
          </c:spPr>
          <c:marker>
            <c:symbol val="none"/>
          </c:marker>
          <c:cat>
            <c:numRef>
              <c:f>PrelimScoreMeanDelta!$B$1:$Z$1</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PrelimScoreMeanDelta!$B$6:$Z$6</c:f>
              <c:numCache>
                <c:formatCode>General</c:formatCode>
                <c:ptCount val="25"/>
                <c:pt idx="0">
                  <c:v>25.142857142857139</c:v>
                </c:pt>
                <c:pt idx="1">
                  <c:v>15</c:v>
                </c:pt>
                <c:pt idx="2">
                  <c:v>36.142857142857167</c:v>
                </c:pt>
                <c:pt idx="3">
                  <c:v>26.142857142857167</c:v>
                </c:pt>
                <c:pt idx="4">
                  <c:v>0</c:v>
                </c:pt>
                <c:pt idx="5">
                  <c:v>-3.7142857142857224</c:v>
                </c:pt>
                <c:pt idx="6">
                  <c:v>-18.571428571428555</c:v>
                </c:pt>
                <c:pt idx="7">
                  <c:v>-4.4285714285714448</c:v>
                </c:pt>
                <c:pt idx="8">
                  <c:v>-12.14285714285711</c:v>
                </c:pt>
                <c:pt idx="9">
                  <c:v>3.5714285714285552</c:v>
                </c:pt>
                <c:pt idx="10">
                  <c:v>1.4285714285714448</c:v>
                </c:pt>
                <c:pt idx="11">
                  <c:v>-4.2857142857143344</c:v>
                </c:pt>
                <c:pt idx="12">
                  <c:v>-12.85714285714289</c:v>
                </c:pt>
                <c:pt idx="13">
                  <c:v>-13</c:v>
                </c:pt>
                <c:pt idx="14">
                  <c:v>-9.1428571428571104</c:v>
                </c:pt>
                <c:pt idx="15">
                  <c:v>-9.1428571428571104</c:v>
                </c:pt>
                <c:pt idx="16">
                  <c:v>-13.285714285714334</c:v>
                </c:pt>
                <c:pt idx="17">
                  <c:v>-48.428571428571445</c:v>
                </c:pt>
                <c:pt idx="18">
                  <c:v>-61.85714285714289</c:v>
                </c:pt>
                <c:pt idx="19">
                  <c:v>-58.285714285714334</c:v>
                </c:pt>
                <c:pt idx="20">
                  <c:v>-71.14285714285711</c:v>
                </c:pt>
                <c:pt idx="21">
                  <c:v>-45.285714285714334</c:v>
                </c:pt>
                <c:pt idx="22">
                  <c:v>-39.85714285714289</c:v>
                </c:pt>
                <c:pt idx="23">
                  <c:v>-35.428571428571445</c:v>
                </c:pt>
                <c:pt idx="24">
                  <c:v>-29.571428571428555</c:v>
                </c:pt>
              </c:numCache>
            </c:numRef>
          </c:val>
          <c:smooth val="0"/>
          <c:extLst>
            <c:ext xmlns:c16="http://schemas.microsoft.com/office/drawing/2014/chart" uri="{C3380CC4-5D6E-409C-BE32-E72D297353CC}">
              <c16:uniqueId val="{00000004-CDED-423A-AA73-8D9DE17A9F8E}"/>
            </c:ext>
          </c:extLst>
        </c:ser>
        <c:ser>
          <c:idx val="5"/>
          <c:order val="5"/>
          <c:tx>
            <c:v>Kacper</c:v>
          </c:tx>
          <c:spPr>
            <a:ln cmpd="sng">
              <a:solidFill>
                <a:srgbClr val="46BDC6"/>
              </a:solidFill>
            </a:ln>
          </c:spPr>
          <c:marker>
            <c:symbol val="none"/>
          </c:marker>
          <c:cat>
            <c:numRef>
              <c:f>PrelimScoreMeanDelta!$B$1:$Z$1</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PrelimScoreMeanDelta!$B$7:$Z$7</c:f>
              <c:numCache>
                <c:formatCode>General</c:formatCode>
                <c:ptCount val="25"/>
                <c:pt idx="0">
                  <c:v>20.142857142857139</c:v>
                </c:pt>
                <c:pt idx="1">
                  <c:v>-49</c:v>
                </c:pt>
                <c:pt idx="2">
                  <c:v>-21.857142857142833</c:v>
                </c:pt>
                <c:pt idx="3">
                  <c:v>-53.857142857142833</c:v>
                </c:pt>
                <c:pt idx="4">
                  <c:v>-50</c:v>
                </c:pt>
                <c:pt idx="5">
                  <c:v>-57.714285714285722</c:v>
                </c:pt>
                <c:pt idx="6">
                  <c:v>-52.571428571428555</c:v>
                </c:pt>
                <c:pt idx="7">
                  <c:v>-64.428571428571445</c:v>
                </c:pt>
                <c:pt idx="8">
                  <c:v>-86.14285714285711</c:v>
                </c:pt>
                <c:pt idx="9">
                  <c:v>-102.42857142857144</c:v>
                </c:pt>
                <c:pt idx="10">
                  <c:v>-95.571428571428555</c:v>
                </c:pt>
                <c:pt idx="11">
                  <c:v>-107.28571428571433</c:v>
                </c:pt>
                <c:pt idx="12">
                  <c:v>-95.85714285714289</c:v>
                </c:pt>
                <c:pt idx="13">
                  <c:v>-96</c:v>
                </c:pt>
                <c:pt idx="14">
                  <c:v>-88.14285714285711</c:v>
                </c:pt>
                <c:pt idx="15">
                  <c:v>-93.14285714285711</c:v>
                </c:pt>
                <c:pt idx="16">
                  <c:v>-75.285714285714334</c:v>
                </c:pt>
                <c:pt idx="17">
                  <c:v>-46.428571428571445</c:v>
                </c:pt>
                <c:pt idx="18">
                  <c:v>-42.85714285714289</c:v>
                </c:pt>
                <c:pt idx="19">
                  <c:v>-36.285714285714334</c:v>
                </c:pt>
                <c:pt idx="20">
                  <c:v>-36.14285714285711</c:v>
                </c:pt>
                <c:pt idx="21">
                  <c:v>-6.2857142857143344</c:v>
                </c:pt>
                <c:pt idx="22">
                  <c:v>-6.8571428571428896</c:v>
                </c:pt>
                <c:pt idx="23">
                  <c:v>-6.4285714285714448</c:v>
                </c:pt>
                <c:pt idx="24">
                  <c:v>9.4285714285714448</c:v>
                </c:pt>
              </c:numCache>
            </c:numRef>
          </c:val>
          <c:smooth val="0"/>
          <c:extLst>
            <c:ext xmlns:c16="http://schemas.microsoft.com/office/drawing/2014/chart" uri="{C3380CC4-5D6E-409C-BE32-E72D297353CC}">
              <c16:uniqueId val="{00000005-CDED-423A-AA73-8D9DE17A9F8E}"/>
            </c:ext>
          </c:extLst>
        </c:ser>
        <c:ser>
          <c:idx val="6"/>
          <c:order val="6"/>
          <c:tx>
            <c:v>Suley</c:v>
          </c:tx>
          <c:spPr>
            <a:ln cmpd="sng">
              <a:solidFill>
                <a:srgbClr val="7BAAF7"/>
              </a:solidFill>
            </a:ln>
          </c:spPr>
          <c:marker>
            <c:symbol val="none"/>
          </c:marker>
          <c:cat>
            <c:numRef>
              <c:f>PrelimScoreMeanDelta!$B$1:$Z$1</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PrelimScoreMeanDelta!$B$8:$Z$8</c:f>
              <c:numCache>
                <c:formatCode>General</c:formatCode>
                <c:ptCount val="25"/>
                <c:pt idx="0">
                  <c:v>18.142857142857139</c:v>
                </c:pt>
                <c:pt idx="1">
                  <c:v>-26</c:v>
                </c:pt>
                <c:pt idx="2">
                  <c:v>21.142857142857167</c:v>
                </c:pt>
                <c:pt idx="3">
                  <c:v>-52.857142857142833</c:v>
                </c:pt>
                <c:pt idx="4">
                  <c:v>-39</c:v>
                </c:pt>
                <c:pt idx="5">
                  <c:v>-49.714285714285722</c:v>
                </c:pt>
                <c:pt idx="6">
                  <c:v>-76.571428571428555</c:v>
                </c:pt>
                <c:pt idx="7">
                  <c:v>-71.428571428571445</c:v>
                </c:pt>
                <c:pt idx="8">
                  <c:v>-92.14285714285711</c:v>
                </c:pt>
                <c:pt idx="9">
                  <c:v>-141.42857142857144</c:v>
                </c:pt>
                <c:pt idx="10">
                  <c:v>-149.57142857142856</c:v>
                </c:pt>
                <c:pt idx="11">
                  <c:v>-149.28571428571433</c:v>
                </c:pt>
                <c:pt idx="12">
                  <c:v>-118.85714285714289</c:v>
                </c:pt>
                <c:pt idx="13">
                  <c:v>-120</c:v>
                </c:pt>
                <c:pt idx="14">
                  <c:v>-126.14285714285711</c:v>
                </c:pt>
                <c:pt idx="15">
                  <c:v>-126.14285714285711</c:v>
                </c:pt>
                <c:pt idx="16">
                  <c:v>-127.28571428571433</c:v>
                </c:pt>
                <c:pt idx="17">
                  <c:v>-108.42857142857144</c:v>
                </c:pt>
                <c:pt idx="18">
                  <c:v>-107.85714285714289</c:v>
                </c:pt>
                <c:pt idx="19">
                  <c:v>-99.285714285714334</c:v>
                </c:pt>
                <c:pt idx="20">
                  <c:v>-99.14285714285711</c:v>
                </c:pt>
                <c:pt idx="21">
                  <c:v>-92.285714285714334</c:v>
                </c:pt>
                <c:pt idx="22">
                  <c:v>-87.85714285714289</c:v>
                </c:pt>
                <c:pt idx="23">
                  <c:v>-90.428571428571445</c:v>
                </c:pt>
                <c:pt idx="24">
                  <c:v>-105.57142857142856</c:v>
                </c:pt>
              </c:numCache>
            </c:numRef>
          </c:val>
          <c:smooth val="0"/>
          <c:extLst>
            <c:ext xmlns:c16="http://schemas.microsoft.com/office/drawing/2014/chart" uri="{C3380CC4-5D6E-409C-BE32-E72D297353CC}">
              <c16:uniqueId val="{00000006-CDED-423A-AA73-8D9DE17A9F8E}"/>
            </c:ext>
          </c:extLst>
        </c:ser>
        <c:ser>
          <c:idx val="7"/>
          <c:order val="7"/>
          <c:tx>
            <c:v>Max Score</c:v>
          </c:tx>
          <c:spPr>
            <a:ln cmpd="sng">
              <a:solidFill>
                <a:srgbClr val="B7B7B7">
                  <a:alpha val="100000"/>
                </a:srgbClr>
              </a:solidFill>
              <a:prstDash val="sysDot"/>
            </a:ln>
          </c:spPr>
          <c:marker>
            <c:symbol val="none"/>
          </c:marker>
          <c:cat>
            <c:numRef>
              <c:f>PrelimScoreMeanDelta!$B$1:$Z$1</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PrelimScoreMeanDelta!$A$10</c:f>
              <c:numCache>
                <c:formatCode>General</c:formatCode>
                <c:ptCount val="1"/>
                <c:pt idx="0">
                  <c:v>0</c:v>
                </c:pt>
              </c:numCache>
            </c:numRef>
          </c:val>
          <c:smooth val="0"/>
          <c:extLst>
            <c:ext xmlns:c16="http://schemas.microsoft.com/office/drawing/2014/chart" uri="{C3380CC4-5D6E-409C-BE32-E72D297353CC}">
              <c16:uniqueId val="{00000007-CDED-423A-AA73-8D9DE17A9F8E}"/>
            </c:ext>
          </c:extLst>
        </c:ser>
        <c:ser>
          <c:idx val="8"/>
          <c:order val="8"/>
          <c:tx>
            <c:v>Min Score</c:v>
          </c:tx>
          <c:spPr>
            <a:ln cmpd="sng">
              <a:solidFill>
                <a:srgbClr val="D9D9D9">
                  <a:alpha val="100000"/>
                </a:srgbClr>
              </a:solidFill>
              <a:prstDash val="sysDot"/>
            </a:ln>
          </c:spPr>
          <c:marker>
            <c:symbol val="none"/>
          </c:marker>
          <c:cat>
            <c:numRef>
              <c:f>PrelimScoreMeanDelta!$B$1:$Z$1</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PrelimScoreMeanDelta!$B$10:$Z$10</c:f>
              <c:numCache>
                <c:formatCode>General</c:formatCode>
                <c:ptCount val="25"/>
                <c:pt idx="0">
                  <c:v>70.142857142857139</c:v>
                </c:pt>
                <c:pt idx="1">
                  <c:v>133</c:v>
                </c:pt>
                <c:pt idx="2">
                  <c:v>145.14285714285717</c:v>
                </c:pt>
                <c:pt idx="3">
                  <c:v>197.14285714285717</c:v>
                </c:pt>
                <c:pt idx="4">
                  <c:v>186</c:v>
                </c:pt>
                <c:pt idx="5">
                  <c:v>186.28571428571428</c:v>
                </c:pt>
                <c:pt idx="6">
                  <c:v>202.42857142857144</c:v>
                </c:pt>
                <c:pt idx="7">
                  <c:v>204.57142857142856</c:v>
                </c:pt>
                <c:pt idx="8">
                  <c:v>212.85714285714289</c:v>
                </c:pt>
                <c:pt idx="9">
                  <c:v>220.57142857142856</c:v>
                </c:pt>
                <c:pt idx="10">
                  <c:v>224.42857142857144</c:v>
                </c:pt>
                <c:pt idx="11">
                  <c:v>222.71428571428567</c:v>
                </c:pt>
                <c:pt idx="12">
                  <c:v>224.14285714285711</c:v>
                </c:pt>
                <c:pt idx="13">
                  <c:v>230</c:v>
                </c:pt>
                <c:pt idx="14">
                  <c:v>215.85714285714289</c:v>
                </c:pt>
                <c:pt idx="15">
                  <c:v>212.85714285714289</c:v>
                </c:pt>
                <c:pt idx="16">
                  <c:v>215.71428571428567</c:v>
                </c:pt>
                <c:pt idx="17">
                  <c:v>208.57142857142856</c:v>
                </c:pt>
                <c:pt idx="18">
                  <c:v>195.14285714285711</c:v>
                </c:pt>
                <c:pt idx="19">
                  <c:v>193.71428571428567</c:v>
                </c:pt>
                <c:pt idx="20">
                  <c:v>188.85714285714289</c:v>
                </c:pt>
                <c:pt idx="21">
                  <c:v>213.71428571428567</c:v>
                </c:pt>
                <c:pt idx="22">
                  <c:v>211.14285714285711</c:v>
                </c:pt>
                <c:pt idx="23">
                  <c:v>221.57142857142856</c:v>
                </c:pt>
                <c:pt idx="24">
                  <c:v>222.42857142857144</c:v>
                </c:pt>
              </c:numCache>
            </c:numRef>
          </c:val>
          <c:smooth val="0"/>
          <c:extLst>
            <c:ext xmlns:c16="http://schemas.microsoft.com/office/drawing/2014/chart" uri="{C3380CC4-5D6E-409C-BE32-E72D297353CC}">
              <c16:uniqueId val="{00000008-CDED-423A-AA73-8D9DE17A9F8E}"/>
            </c:ext>
          </c:extLst>
        </c:ser>
        <c:dLbls>
          <c:showLegendKey val="0"/>
          <c:showVal val="0"/>
          <c:showCatName val="0"/>
          <c:showSerName val="0"/>
          <c:showPercent val="0"/>
          <c:showBubbleSize val="0"/>
        </c:dLbls>
        <c:smooth val="0"/>
        <c:axId val="819511022"/>
        <c:axId val="990358325"/>
      </c:lineChart>
      <c:catAx>
        <c:axId val="819511022"/>
        <c:scaling>
          <c:orientation val="minMax"/>
        </c:scaling>
        <c:delete val="0"/>
        <c:axPos val="b"/>
        <c:title>
          <c:tx>
            <c:rich>
              <a:bodyPr/>
              <a:lstStyle/>
              <a:p>
                <a:pPr lvl="0">
                  <a:defRPr b="0">
                    <a:solidFill>
                      <a:srgbClr val="000000"/>
                    </a:solidFill>
                    <a:latin typeface="+mn-lt"/>
                  </a:defRPr>
                </a:pPr>
                <a:r>
                  <a:rPr lang="en-GB" b="0">
                    <a:solidFill>
                      <a:srgbClr val="000000"/>
                    </a:solidFill>
                    <a:latin typeface="+mn-lt"/>
                  </a:rPr>
                  <a:t>Round</a:t>
                </a:r>
              </a:p>
            </c:rich>
          </c:tx>
          <c:overlay val="0"/>
        </c:title>
        <c:numFmt formatCode="General" sourceLinked="1"/>
        <c:majorTickMark val="none"/>
        <c:minorTickMark val="none"/>
        <c:tickLblPos val="nextTo"/>
        <c:txPr>
          <a:bodyPr/>
          <a:lstStyle/>
          <a:p>
            <a:pPr lvl="0">
              <a:defRPr b="0">
                <a:solidFill>
                  <a:srgbClr val="000000"/>
                </a:solidFill>
                <a:latin typeface="+mn-lt"/>
              </a:defRPr>
            </a:pPr>
            <a:endParaRPr lang="en-US"/>
          </a:p>
        </c:txPr>
        <c:crossAx val="990358325"/>
        <c:crosses val="autoZero"/>
        <c:auto val="1"/>
        <c:lblAlgn val="ctr"/>
        <c:lblOffset val="100"/>
        <c:noMultiLvlLbl val="1"/>
      </c:catAx>
      <c:valAx>
        <c:axId val="990358325"/>
        <c:scaling>
          <c:orientation val="minMax"/>
        </c:scaling>
        <c:delete val="0"/>
        <c:axPos val="l"/>
        <c:majorGridlines>
          <c:spPr>
            <a:ln>
              <a:solidFill>
                <a:srgbClr val="B7B7B7"/>
              </a:solidFill>
            </a:ln>
          </c:spPr>
        </c:majorGridlines>
        <c:minorGridlines>
          <c:spPr>
            <a:ln>
              <a:solidFill>
                <a:srgbClr val="CCCCCC">
                  <a:alpha val="0"/>
                </a:srgbClr>
              </a:solidFill>
            </a:ln>
          </c:spPr>
        </c:minorGridlines>
        <c:title>
          <c:tx>
            <c:rich>
              <a:bodyPr/>
              <a:lstStyle/>
              <a:p>
                <a:pPr lvl="0">
                  <a:defRPr b="0">
                    <a:solidFill>
                      <a:srgbClr val="000000"/>
                    </a:solidFill>
                    <a:latin typeface="+mn-lt"/>
                  </a:defRPr>
                </a:pPr>
                <a:r>
                  <a:rPr lang="en-GB" b="0">
                    <a:solidFill>
                      <a:srgbClr val="000000"/>
                    </a:solidFill>
                    <a:latin typeface="+mn-lt"/>
                  </a:rPr>
                  <a:t>Score</a:t>
                </a:r>
              </a:p>
            </c:rich>
          </c:tx>
          <c:overlay val="0"/>
        </c:title>
        <c:numFmt formatCode="General" sourceLinked="1"/>
        <c:majorTickMark val="none"/>
        <c:minorTickMark val="none"/>
        <c:tickLblPos val="nextTo"/>
        <c:spPr>
          <a:ln/>
        </c:spPr>
        <c:txPr>
          <a:bodyPr/>
          <a:lstStyle/>
          <a:p>
            <a:pPr lvl="0">
              <a:defRPr b="0">
                <a:solidFill>
                  <a:srgbClr val="000000"/>
                </a:solidFill>
                <a:latin typeface="+mn-lt"/>
              </a:defRPr>
            </a:pPr>
            <a:endParaRPr lang="en-US"/>
          </a:p>
        </c:txPr>
        <c:crossAx val="819511022"/>
        <c:crosses val="autoZero"/>
        <c:crossBetween val="between"/>
      </c:valAx>
    </c:plotArea>
    <c:legend>
      <c:legendPos val="r"/>
      <c:overlay val="0"/>
      <c:txPr>
        <a:bodyPr/>
        <a:lstStyle/>
        <a:p>
          <a:pPr lvl="0">
            <a:defRPr b="0">
              <a:solidFill>
                <a:srgbClr val="1A1A1A"/>
              </a:solidFill>
              <a:latin typeface="+mn-lt"/>
            </a:defRPr>
          </a:pPr>
          <a:endParaRPr lang="en-US"/>
        </a:p>
      </c:txPr>
    </c:legend>
    <c:plotVisOnly val="1"/>
    <c:dispBlanksAs val="zero"/>
    <c:showDLblsOverMax val="1"/>
  </c:chart>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12/22/2024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1E280-CA8F-DA96-8317-E9AD18D045F7}"/>
              </a:ext>
            </a:extLst>
          </p:cNvPr>
          <p:cNvSpPr>
            <a:spLocks noGrp="1"/>
          </p:cNvSpPr>
          <p:nvPr>
            <p:ph type="ctrTitle"/>
          </p:nvPr>
        </p:nvSpPr>
        <p:spPr/>
        <p:txBody>
          <a:bodyPr/>
          <a:lstStyle/>
          <a:p>
            <a:r>
              <a:rPr lang="en-GB" dirty="0"/>
              <a:t>F1 Predictions Challenge 2025</a:t>
            </a:r>
          </a:p>
        </p:txBody>
      </p:sp>
      <p:sp>
        <p:nvSpPr>
          <p:cNvPr id="3" name="Subtitle 2">
            <a:extLst>
              <a:ext uri="{FF2B5EF4-FFF2-40B4-BE49-F238E27FC236}">
                <a16:creationId xmlns:a16="http://schemas.microsoft.com/office/drawing/2014/main" id="{991B555C-3F84-19C5-E662-23C2B2601F34}"/>
              </a:ext>
            </a:extLst>
          </p:cNvPr>
          <p:cNvSpPr>
            <a:spLocks noGrp="1"/>
          </p:cNvSpPr>
          <p:nvPr>
            <p:ph type="subTitle" idx="1"/>
          </p:nvPr>
        </p:nvSpPr>
        <p:spPr/>
        <p:txBody>
          <a:bodyPr/>
          <a:lstStyle/>
          <a:p>
            <a:r>
              <a:rPr lang="en-GB" dirty="0"/>
              <a:t>Holy crap it’s happened again</a:t>
            </a:r>
          </a:p>
          <a:p>
            <a:r>
              <a:rPr lang="en-GB" sz="1100" dirty="0"/>
              <a:t>Benedict, Carla, Damian, Jarek, Josh, Kacper, Suley</a:t>
            </a:r>
          </a:p>
        </p:txBody>
      </p:sp>
    </p:spTree>
    <p:extLst>
      <p:ext uri="{BB962C8B-B14F-4D97-AF65-F5344CB8AC3E}">
        <p14:creationId xmlns:p14="http://schemas.microsoft.com/office/powerpoint/2010/main" val="94844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Quali H2H</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Predict the driver in each pairing that will finish ahead in qualifying most often. Excludes Sprint Qualifying.
+5pts per correct pick, 0 in a draw</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- 0</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- 0</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- 0</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- 0</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- 0</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- 0</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6304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Max Verstappen</a:t>
            </a:r>
          </a:p>
        </p:txBody>
      </p:sp>
      <p:sp>
        <p:nvSpPr>
          <p:cNvPr id="3" name="Rounded Rectangle 2"/>
          <p:cNvSpPr/>
          <p:nvPr/>
        </p:nvSpPr>
        <p:spPr>
          <a:xfrm>
            <a:off x="798576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Sergio Perez</a:t>
            </a:r>
          </a:p>
        </p:txBody>
      </p:sp>
      <p:sp>
        <p:nvSpPr>
          <p:cNvPr id="4" name="Rounded Rectangle 3"/>
          <p:cNvSpPr/>
          <p:nvPr/>
        </p:nvSpPr>
        <p:spPr>
          <a:xfrm>
            <a:off x="5120640" y="2606040"/>
            <a:ext cx="1950720" cy="8229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23-1</a:t>
            </a:r>
          </a:p>
        </p:txBody>
      </p:sp>
      <p:sp>
        <p:nvSpPr>
          <p:cNvPr id="5" name="Rounded Rectangle 4"/>
          <p:cNvSpPr/>
          <p:nvPr/>
        </p:nvSpPr>
        <p:spPr>
          <a:xfrm>
            <a:off x="1771650" y="4663440"/>
            <a:ext cx="274320" cy="2743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080260" y="4663440"/>
            <a:ext cx="274320" cy="2743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388870" y="4663440"/>
            <a:ext cx="274320" cy="2743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697480" y="4663440"/>
            <a:ext cx="274320" cy="2743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006090" y="4663440"/>
            <a:ext cx="274320" cy="2743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314700" y="4663440"/>
            <a:ext cx="274320" cy="2743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623310" y="4663440"/>
            <a:ext cx="274320" cy="2743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0"/>
            <a:ext cx="12192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Quali H2H: Max Verstappen VS Sergio Perez</a:t>
            </a:r>
          </a:p>
        </p:txBody>
      </p:sp>
      <p:sp>
        <p:nvSpPr>
          <p:cNvPr id="13" name="Rectangle 12"/>
          <p:cNvSpPr/>
          <p:nvPr/>
        </p:nvSpPr>
        <p:spPr>
          <a:xfrm>
            <a:off x="937846" y="5760720"/>
            <a:ext cx="1875692"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5</a:t>
            </a:r>
          </a:p>
        </p:txBody>
      </p:sp>
      <p:sp>
        <p:nvSpPr>
          <p:cNvPr id="14" name="Rectangle 13"/>
          <p:cNvSpPr/>
          <p:nvPr/>
        </p:nvSpPr>
        <p:spPr>
          <a:xfrm>
            <a:off x="3751384" y="5760720"/>
            <a:ext cx="1875692"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5</a:t>
            </a:r>
          </a:p>
        </p:txBody>
      </p:sp>
      <p:sp>
        <p:nvSpPr>
          <p:cNvPr id="15" name="Rectangle 14"/>
          <p:cNvSpPr/>
          <p:nvPr/>
        </p:nvSpPr>
        <p:spPr>
          <a:xfrm>
            <a:off x="6564923" y="5760720"/>
            <a:ext cx="1875692"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5</a:t>
            </a:r>
          </a:p>
        </p:txBody>
      </p:sp>
      <p:sp>
        <p:nvSpPr>
          <p:cNvPr id="16" name="Rectangle 15"/>
          <p:cNvSpPr/>
          <p:nvPr/>
        </p:nvSpPr>
        <p:spPr>
          <a:xfrm>
            <a:off x="9378461" y="5760720"/>
            <a:ext cx="1875692"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5</a:t>
            </a:r>
          </a:p>
        </p:txBody>
      </p:sp>
      <p:sp>
        <p:nvSpPr>
          <p:cNvPr id="17" name="Rectangle 16"/>
          <p:cNvSpPr/>
          <p:nvPr/>
        </p:nvSpPr>
        <p:spPr>
          <a:xfrm>
            <a:off x="2344615" y="6309360"/>
            <a:ext cx="1875692"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5</a:t>
            </a:r>
          </a:p>
        </p:txBody>
      </p:sp>
      <p:sp>
        <p:nvSpPr>
          <p:cNvPr id="18" name="Rectangle 17"/>
          <p:cNvSpPr/>
          <p:nvPr/>
        </p:nvSpPr>
        <p:spPr>
          <a:xfrm>
            <a:off x="5158153" y="6309360"/>
            <a:ext cx="1875692"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5</a:t>
            </a:r>
          </a:p>
        </p:txBody>
      </p:sp>
      <p:sp>
        <p:nvSpPr>
          <p:cNvPr id="19" name="Rectangle 18"/>
          <p:cNvSpPr/>
          <p:nvPr/>
        </p:nvSpPr>
        <p:spPr>
          <a:xfrm>
            <a:off x="7971692" y="6309360"/>
            <a:ext cx="1875692"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6304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Lewis Hamilton</a:t>
            </a:r>
          </a:p>
        </p:txBody>
      </p:sp>
      <p:sp>
        <p:nvSpPr>
          <p:cNvPr id="3" name="Rounded Rectangle 2"/>
          <p:cNvSpPr/>
          <p:nvPr/>
        </p:nvSpPr>
        <p:spPr>
          <a:xfrm>
            <a:off x="798576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George Russell</a:t>
            </a:r>
          </a:p>
        </p:txBody>
      </p:sp>
      <p:sp>
        <p:nvSpPr>
          <p:cNvPr id="4" name="Rounded Rectangle 3"/>
          <p:cNvSpPr/>
          <p:nvPr/>
        </p:nvSpPr>
        <p:spPr>
          <a:xfrm>
            <a:off x="5120640" y="2606040"/>
            <a:ext cx="1950720" cy="8229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5-19</a:t>
            </a:r>
          </a:p>
        </p:txBody>
      </p:sp>
      <p:sp>
        <p:nvSpPr>
          <p:cNvPr id="5" name="Rounded Rectangle 4"/>
          <p:cNvSpPr/>
          <p:nvPr/>
        </p:nvSpPr>
        <p:spPr>
          <a:xfrm>
            <a:off x="1874520" y="4663440"/>
            <a:ext cx="274320" cy="2743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286000" y="4663440"/>
            <a:ext cx="274320" cy="2743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808720" y="4663440"/>
            <a:ext cx="274320" cy="2743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631680" y="4663440"/>
            <a:ext cx="274320" cy="2743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697480" y="4663440"/>
            <a:ext cx="274320" cy="2743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108960" y="4663440"/>
            <a:ext cx="274320" cy="2743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520440" y="4663440"/>
            <a:ext cx="274320" cy="2743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0"/>
            <a:ext cx="12192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Quali H2H: Lewis Hamilton VS George Russell</a:t>
            </a:r>
          </a:p>
        </p:txBody>
      </p:sp>
      <p:sp>
        <p:nvSpPr>
          <p:cNvPr id="13" name="Rectangle 12"/>
          <p:cNvSpPr/>
          <p:nvPr/>
        </p:nvSpPr>
        <p:spPr>
          <a:xfrm>
            <a:off x="937846" y="5760720"/>
            <a:ext cx="1875692"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5</a:t>
            </a:r>
          </a:p>
        </p:txBody>
      </p:sp>
      <p:sp>
        <p:nvSpPr>
          <p:cNvPr id="14" name="Rectangle 13"/>
          <p:cNvSpPr/>
          <p:nvPr/>
        </p:nvSpPr>
        <p:spPr>
          <a:xfrm>
            <a:off x="3751384" y="5760720"/>
            <a:ext cx="1875692"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5</a:t>
            </a:r>
          </a:p>
        </p:txBody>
      </p:sp>
      <p:sp>
        <p:nvSpPr>
          <p:cNvPr id="15" name="Rectangle 14"/>
          <p:cNvSpPr/>
          <p:nvPr/>
        </p:nvSpPr>
        <p:spPr>
          <a:xfrm>
            <a:off x="6564923" y="5760720"/>
            <a:ext cx="1875692"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10</a:t>
            </a:r>
          </a:p>
        </p:txBody>
      </p:sp>
      <p:sp>
        <p:nvSpPr>
          <p:cNvPr id="16" name="Rectangle 15"/>
          <p:cNvSpPr/>
          <p:nvPr/>
        </p:nvSpPr>
        <p:spPr>
          <a:xfrm>
            <a:off x="9378461" y="5760720"/>
            <a:ext cx="1875692"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10</a:t>
            </a:r>
          </a:p>
        </p:txBody>
      </p:sp>
      <p:sp>
        <p:nvSpPr>
          <p:cNvPr id="17" name="Rectangle 16"/>
          <p:cNvSpPr/>
          <p:nvPr/>
        </p:nvSpPr>
        <p:spPr>
          <a:xfrm>
            <a:off x="2344615" y="6309360"/>
            <a:ext cx="1875692"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5</a:t>
            </a:r>
          </a:p>
        </p:txBody>
      </p:sp>
      <p:sp>
        <p:nvSpPr>
          <p:cNvPr id="18" name="Rectangle 17"/>
          <p:cNvSpPr/>
          <p:nvPr/>
        </p:nvSpPr>
        <p:spPr>
          <a:xfrm>
            <a:off x="5158153" y="6309360"/>
            <a:ext cx="1875692"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5</a:t>
            </a:r>
          </a:p>
        </p:txBody>
      </p:sp>
      <p:sp>
        <p:nvSpPr>
          <p:cNvPr id="19" name="Rectangle 18"/>
          <p:cNvSpPr/>
          <p:nvPr/>
        </p:nvSpPr>
        <p:spPr>
          <a:xfrm>
            <a:off x="7971692" y="6309360"/>
            <a:ext cx="1875692"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6304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Charles Leclerc</a:t>
            </a:r>
          </a:p>
        </p:txBody>
      </p:sp>
      <p:sp>
        <p:nvSpPr>
          <p:cNvPr id="3" name="Rounded Rectangle 2"/>
          <p:cNvSpPr/>
          <p:nvPr/>
        </p:nvSpPr>
        <p:spPr>
          <a:xfrm>
            <a:off x="798576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Carlos Sainz</a:t>
            </a:r>
          </a:p>
        </p:txBody>
      </p:sp>
      <p:sp>
        <p:nvSpPr>
          <p:cNvPr id="4" name="Rounded Rectangle 3"/>
          <p:cNvSpPr/>
          <p:nvPr/>
        </p:nvSpPr>
        <p:spPr>
          <a:xfrm>
            <a:off x="5120640" y="2606040"/>
            <a:ext cx="1950720" cy="8229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14-9</a:t>
            </a:r>
          </a:p>
        </p:txBody>
      </p:sp>
      <p:sp>
        <p:nvSpPr>
          <p:cNvPr id="5" name="Rounded Rectangle 4"/>
          <p:cNvSpPr/>
          <p:nvPr/>
        </p:nvSpPr>
        <p:spPr>
          <a:xfrm>
            <a:off x="1815737" y="4663440"/>
            <a:ext cx="274320" cy="2743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220200" y="4663440"/>
            <a:ext cx="274320" cy="2743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168434" y="4663440"/>
            <a:ext cx="274320" cy="2743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521131" y="4663440"/>
            <a:ext cx="274320" cy="2743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873828" y="4663440"/>
            <a:ext cx="274320" cy="2743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226525" y="4663440"/>
            <a:ext cx="274320" cy="2743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579222" y="4663440"/>
            <a:ext cx="274320" cy="2743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0"/>
            <a:ext cx="12192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Quali H2H: Charles Leclerc VS Carlos Sainz</a:t>
            </a:r>
          </a:p>
        </p:txBody>
      </p:sp>
      <p:sp>
        <p:nvSpPr>
          <p:cNvPr id="13" name="Rectangle 12"/>
          <p:cNvSpPr/>
          <p:nvPr/>
        </p:nvSpPr>
        <p:spPr>
          <a:xfrm>
            <a:off x="937846" y="5760720"/>
            <a:ext cx="1875692"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10</a:t>
            </a:r>
          </a:p>
        </p:txBody>
      </p:sp>
      <p:sp>
        <p:nvSpPr>
          <p:cNvPr id="14" name="Rectangle 13"/>
          <p:cNvSpPr/>
          <p:nvPr/>
        </p:nvSpPr>
        <p:spPr>
          <a:xfrm>
            <a:off x="3751384" y="5760720"/>
            <a:ext cx="1875692"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5</a:t>
            </a:r>
          </a:p>
        </p:txBody>
      </p:sp>
      <p:sp>
        <p:nvSpPr>
          <p:cNvPr id="15" name="Rectangle 14"/>
          <p:cNvSpPr/>
          <p:nvPr/>
        </p:nvSpPr>
        <p:spPr>
          <a:xfrm>
            <a:off x="6564923" y="5760720"/>
            <a:ext cx="1875692"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15</a:t>
            </a:r>
          </a:p>
        </p:txBody>
      </p:sp>
      <p:sp>
        <p:nvSpPr>
          <p:cNvPr id="16" name="Rectangle 15"/>
          <p:cNvSpPr/>
          <p:nvPr/>
        </p:nvSpPr>
        <p:spPr>
          <a:xfrm>
            <a:off x="9378461" y="5760720"/>
            <a:ext cx="1875692"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15</a:t>
            </a:r>
          </a:p>
        </p:txBody>
      </p:sp>
      <p:sp>
        <p:nvSpPr>
          <p:cNvPr id="17" name="Rectangle 16"/>
          <p:cNvSpPr/>
          <p:nvPr/>
        </p:nvSpPr>
        <p:spPr>
          <a:xfrm>
            <a:off x="2344615" y="6309360"/>
            <a:ext cx="1875692"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10</a:t>
            </a:r>
          </a:p>
        </p:txBody>
      </p:sp>
      <p:sp>
        <p:nvSpPr>
          <p:cNvPr id="18" name="Rectangle 17"/>
          <p:cNvSpPr/>
          <p:nvPr/>
        </p:nvSpPr>
        <p:spPr>
          <a:xfrm>
            <a:off x="5158153" y="6309360"/>
            <a:ext cx="1875692"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10</a:t>
            </a:r>
          </a:p>
        </p:txBody>
      </p:sp>
      <p:sp>
        <p:nvSpPr>
          <p:cNvPr id="19" name="Rectangle 18"/>
          <p:cNvSpPr/>
          <p:nvPr/>
        </p:nvSpPr>
        <p:spPr>
          <a:xfrm>
            <a:off x="7971692" y="6309360"/>
            <a:ext cx="1875692"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6304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Lando Norris</a:t>
            </a:r>
          </a:p>
        </p:txBody>
      </p:sp>
      <p:sp>
        <p:nvSpPr>
          <p:cNvPr id="3" name="Rounded Rectangle 2"/>
          <p:cNvSpPr/>
          <p:nvPr/>
        </p:nvSpPr>
        <p:spPr>
          <a:xfrm>
            <a:off x="798576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Oscar Piastri</a:t>
            </a:r>
          </a:p>
        </p:txBody>
      </p:sp>
      <p:sp>
        <p:nvSpPr>
          <p:cNvPr id="4" name="Rounded Rectangle 3"/>
          <p:cNvSpPr/>
          <p:nvPr/>
        </p:nvSpPr>
        <p:spPr>
          <a:xfrm>
            <a:off x="5120640" y="2606040"/>
            <a:ext cx="1950720" cy="8229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20-4</a:t>
            </a:r>
          </a:p>
        </p:txBody>
      </p:sp>
      <p:sp>
        <p:nvSpPr>
          <p:cNvPr id="5" name="Rounded Rectangle 4"/>
          <p:cNvSpPr/>
          <p:nvPr/>
        </p:nvSpPr>
        <p:spPr>
          <a:xfrm>
            <a:off x="1815737" y="4663440"/>
            <a:ext cx="274320" cy="2743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168434" y="4663440"/>
            <a:ext cx="274320" cy="2743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220200" y="4663440"/>
            <a:ext cx="274320" cy="2743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521131" y="4663440"/>
            <a:ext cx="274320" cy="2743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873828" y="4663440"/>
            <a:ext cx="274320" cy="2743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226525" y="4663440"/>
            <a:ext cx="274320" cy="2743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579222" y="4663440"/>
            <a:ext cx="274320" cy="2743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0"/>
            <a:ext cx="12192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Quali H2H: Lando Norris VS Oscar Piastri</a:t>
            </a:r>
          </a:p>
        </p:txBody>
      </p:sp>
      <p:sp>
        <p:nvSpPr>
          <p:cNvPr id="13" name="Rectangle 12"/>
          <p:cNvSpPr/>
          <p:nvPr/>
        </p:nvSpPr>
        <p:spPr>
          <a:xfrm>
            <a:off x="937846" y="5760720"/>
            <a:ext cx="1875692"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15</a:t>
            </a:r>
          </a:p>
        </p:txBody>
      </p:sp>
      <p:sp>
        <p:nvSpPr>
          <p:cNvPr id="14" name="Rectangle 13"/>
          <p:cNvSpPr/>
          <p:nvPr/>
        </p:nvSpPr>
        <p:spPr>
          <a:xfrm>
            <a:off x="3751384" y="5760720"/>
            <a:ext cx="1875692"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10</a:t>
            </a:r>
          </a:p>
        </p:txBody>
      </p:sp>
      <p:sp>
        <p:nvSpPr>
          <p:cNvPr id="15" name="Rectangle 14"/>
          <p:cNvSpPr/>
          <p:nvPr/>
        </p:nvSpPr>
        <p:spPr>
          <a:xfrm>
            <a:off x="6564923" y="5760720"/>
            <a:ext cx="1875692"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15</a:t>
            </a:r>
          </a:p>
        </p:txBody>
      </p:sp>
      <p:sp>
        <p:nvSpPr>
          <p:cNvPr id="16" name="Rectangle 15"/>
          <p:cNvSpPr/>
          <p:nvPr/>
        </p:nvSpPr>
        <p:spPr>
          <a:xfrm>
            <a:off x="9378461" y="5760720"/>
            <a:ext cx="1875692"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20</a:t>
            </a:r>
          </a:p>
        </p:txBody>
      </p:sp>
      <p:sp>
        <p:nvSpPr>
          <p:cNvPr id="17" name="Rectangle 16"/>
          <p:cNvSpPr/>
          <p:nvPr/>
        </p:nvSpPr>
        <p:spPr>
          <a:xfrm>
            <a:off x="2344615" y="6309360"/>
            <a:ext cx="1875692"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15</a:t>
            </a:r>
          </a:p>
        </p:txBody>
      </p:sp>
      <p:sp>
        <p:nvSpPr>
          <p:cNvPr id="18" name="Rectangle 17"/>
          <p:cNvSpPr/>
          <p:nvPr/>
        </p:nvSpPr>
        <p:spPr>
          <a:xfrm>
            <a:off x="5158153" y="6309360"/>
            <a:ext cx="1875692"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15</a:t>
            </a:r>
          </a:p>
        </p:txBody>
      </p:sp>
      <p:sp>
        <p:nvSpPr>
          <p:cNvPr id="19" name="Rectangle 18"/>
          <p:cNvSpPr/>
          <p:nvPr/>
        </p:nvSpPr>
        <p:spPr>
          <a:xfrm>
            <a:off x="7971692" y="6309360"/>
            <a:ext cx="1875692"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15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6304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Fernando Alonso</a:t>
            </a:r>
          </a:p>
        </p:txBody>
      </p:sp>
      <p:sp>
        <p:nvSpPr>
          <p:cNvPr id="3" name="Rounded Rectangle 2"/>
          <p:cNvSpPr/>
          <p:nvPr/>
        </p:nvSpPr>
        <p:spPr>
          <a:xfrm>
            <a:off x="798576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Lance Stroll</a:t>
            </a:r>
          </a:p>
        </p:txBody>
      </p:sp>
      <p:sp>
        <p:nvSpPr>
          <p:cNvPr id="4" name="Rounded Rectangle 3"/>
          <p:cNvSpPr/>
          <p:nvPr/>
        </p:nvSpPr>
        <p:spPr>
          <a:xfrm>
            <a:off x="5120640" y="2606040"/>
            <a:ext cx="1950720" cy="8229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19-5</a:t>
            </a:r>
          </a:p>
        </p:txBody>
      </p:sp>
      <p:sp>
        <p:nvSpPr>
          <p:cNvPr id="5" name="Rounded Rectangle 4"/>
          <p:cNvSpPr/>
          <p:nvPr/>
        </p:nvSpPr>
        <p:spPr>
          <a:xfrm>
            <a:off x="1771650" y="4663440"/>
            <a:ext cx="274320" cy="2743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080260" y="4663440"/>
            <a:ext cx="274320" cy="2743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388870" y="4663440"/>
            <a:ext cx="274320" cy="2743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697480" y="4663440"/>
            <a:ext cx="274320" cy="2743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006090" y="4663440"/>
            <a:ext cx="274320" cy="2743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314700" y="4663440"/>
            <a:ext cx="274320" cy="2743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623310" y="4663440"/>
            <a:ext cx="274320" cy="2743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0"/>
            <a:ext cx="12192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Quali H2H: Fernando Alonso VS Lance Stroll</a:t>
            </a:r>
          </a:p>
        </p:txBody>
      </p:sp>
      <p:sp>
        <p:nvSpPr>
          <p:cNvPr id="13" name="Rectangle 12"/>
          <p:cNvSpPr/>
          <p:nvPr/>
        </p:nvSpPr>
        <p:spPr>
          <a:xfrm>
            <a:off x="937846" y="5760720"/>
            <a:ext cx="1875692"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20</a:t>
            </a:r>
          </a:p>
        </p:txBody>
      </p:sp>
      <p:sp>
        <p:nvSpPr>
          <p:cNvPr id="14" name="Rectangle 13"/>
          <p:cNvSpPr/>
          <p:nvPr/>
        </p:nvSpPr>
        <p:spPr>
          <a:xfrm>
            <a:off x="3751384" y="5760720"/>
            <a:ext cx="1875692"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15</a:t>
            </a:r>
          </a:p>
        </p:txBody>
      </p:sp>
      <p:sp>
        <p:nvSpPr>
          <p:cNvPr id="15" name="Rectangle 14"/>
          <p:cNvSpPr/>
          <p:nvPr/>
        </p:nvSpPr>
        <p:spPr>
          <a:xfrm>
            <a:off x="6564923" y="5760720"/>
            <a:ext cx="1875692"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20</a:t>
            </a:r>
          </a:p>
        </p:txBody>
      </p:sp>
      <p:sp>
        <p:nvSpPr>
          <p:cNvPr id="16" name="Rectangle 15"/>
          <p:cNvSpPr/>
          <p:nvPr/>
        </p:nvSpPr>
        <p:spPr>
          <a:xfrm>
            <a:off x="9378461" y="5760720"/>
            <a:ext cx="1875692"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25</a:t>
            </a:r>
          </a:p>
        </p:txBody>
      </p:sp>
      <p:sp>
        <p:nvSpPr>
          <p:cNvPr id="17" name="Rectangle 16"/>
          <p:cNvSpPr/>
          <p:nvPr/>
        </p:nvSpPr>
        <p:spPr>
          <a:xfrm>
            <a:off x="2344615" y="6309360"/>
            <a:ext cx="1875692"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20</a:t>
            </a:r>
          </a:p>
        </p:txBody>
      </p:sp>
      <p:sp>
        <p:nvSpPr>
          <p:cNvPr id="18" name="Rectangle 17"/>
          <p:cNvSpPr/>
          <p:nvPr/>
        </p:nvSpPr>
        <p:spPr>
          <a:xfrm>
            <a:off x="5158153" y="6309360"/>
            <a:ext cx="1875692"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20</a:t>
            </a:r>
          </a:p>
        </p:txBody>
      </p:sp>
      <p:sp>
        <p:nvSpPr>
          <p:cNvPr id="19" name="Rectangle 18"/>
          <p:cNvSpPr/>
          <p:nvPr/>
        </p:nvSpPr>
        <p:spPr>
          <a:xfrm>
            <a:off x="7971692" y="6309360"/>
            <a:ext cx="1875692"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20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6304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Pierre Gasly</a:t>
            </a:r>
          </a:p>
        </p:txBody>
      </p:sp>
      <p:sp>
        <p:nvSpPr>
          <p:cNvPr id="3" name="Rounded Rectangle 2"/>
          <p:cNvSpPr/>
          <p:nvPr/>
        </p:nvSpPr>
        <p:spPr>
          <a:xfrm>
            <a:off x="798576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Esteban Ocon</a:t>
            </a:r>
          </a:p>
        </p:txBody>
      </p:sp>
      <p:sp>
        <p:nvSpPr>
          <p:cNvPr id="4" name="Rounded Rectangle 3"/>
          <p:cNvSpPr/>
          <p:nvPr/>
        </p:nvSpPr>
        <p:spPr>
          <a:xfrm>
            <a:off x="5120640" y="2606040"/>
            <a:ext cx="1950720" cy="8229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10-13</a:t>
            </a:r>
          </a:p>
        </p:txBody>
      </p:sp>
      <p:sp>
        <p:nvSpPr>
          <p:cNvPr id="5" name="Rounded Rectangle 4"/>
          <p:cNvSpPr/>
          <p:nvPr/>
        </p:nvSpPr>
        <p:spPr>
          <a:xfrm>
            <a:off x="1815737" y="4663440"/>
            <a:ext cx="274320" cy="2743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168434" y="4663440"/>
            <a:ext cx="274320" cy="2743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521131" y="4663440"/>
            <a:ext cx="274320" cy="2743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873828" y="4663440"/>
            <a:ext cx="274320" cy="2743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220200" y="4663440"/>
            <a:ext cx="274320" cy="2743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226525" y="4663440"/>
            <a:ext cx="274320" cy="2743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579222" y="4663440"/>
            <a:ext cx="274320" cy="2743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0"/>
            <a:ext cx="12192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Quali H2H: Pierre Gasly VS Esteban Ocon</a:t>
            </a:r>
          </a:p>
        </p:txBody>
      </p:sp>
      <p:sp>
        <p:nvSpPr>
          <p:cNvPr id="13" name="Rectangle 12"/>
          <p:cNvSpPr/>
          <p:nvPr/>
        </p:nvSpPr>
        <p:spPr>
          <a:xfrm>
            <a:off x="937846" y="5760720"/>
            <a:ext cx="1875692"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20</a:t>
            </a:r>
          </a:p>
        </p:txBody>
      </p:sp>
      <p:sp>
        <p:nvSpPr>
          <p:cNvPr id="14" name="Rectangle 13"/>
          <p:cNvSpPr/>
          <p:nvPr/>
        </p:nvSpPr>
        <p:spPr>
          <a:xfrm>
            <a:off x="3751384" y="5760720"/>
            <a:ext cx="1875692"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15</a:t>
            </a:r>
          </a:p>
        </p:txBody>
      </p:sp>
      <p:sp>
        <p:nvSpPr>
          <p:cNvPr id="15" name="Rectangle 14"/>
          <p:cNvSpPr/>
          <p:nvPr/>
        </p:nvSpPr>
        <p:spPr>
          <a:xfrm>
            <a:off x="6564923" y="5760720"/>
            <a:ext cx="1875692"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20</a:t>
            </a:r>
          </a:p>
        </p:txBody>
      </p:sp>
      <p:sp>
        <p:nvSpPr>
          <p:cNvPr id="16" name="Rectangle 15"/>
          <p:cNvSpPr/>
          <p:nvPr/>
        </p:nvSpPr>
        <p:spPr>
          <a:xfrm>
            <a:off x="9378461" y="5760720"/>
            <a:ext cx="1875692"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25</a:t>
            </a:r>
          </a:p>
        </p:txBody>
      </p:sp>
      <p:sp>
        <p:nvSpPr>
          <p:cNvPr id="17" name="Rectangle 16"/>
          <p:cNvSpPr/>
          <p:nvPr/>
        </p:nvSpPr>
        <p:spPr>
          <a:xfrm>
            <a:off x="2344615" y="6309360"/>
            <a:ext cx="1875692"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25</a:t>
            </a:r>
          </a:p>
        </p:txBody>
      </p:sp>
      <p:sp>
        <p:nvSpPr>
          <p:cNvPr id="18" name="Rectangle 17"/>
          <p:cNvSpPr/>
          <p:nvPr/>
        </p:nvSpPr>
        <p:spPr>
          <a:xfrm>
            <a:off x="5158153" y="6309360"/>
            <a:ext cx="1875692"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20</a:t>
            </a:r>
          </a:p>
        </p:txBody>
      </p:sp>
      <p:sp>
        <p:nvSpPr>
          <p:cNvPr id="19" name="Rectangle 18"/>
          <p:cNvSpPr/>
          <p:nvPr/>
        </p:nvSpPr>
        <p:spPr>
          <a:xfrm>
            <a:off x="7971692" y="6309360"/>
            <a:ext cx="1875692"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20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6304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Alexander Albon</a:t>
            </a:r>
          </a:p>
        </p:txBody>
      </p:sp>
      <p:sp>
        <p:nvSpPr>
          <p:cNvPr id="3" name="Rounded Rectangle 2"/>
          <p:cNvSpPr/>
          <p:nvPr/>
        </p:nvSpPr>
        <p:spPr>
          <a:xfrm>
            <a:off x="798576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Logan Sargeant</a:t>
            </a:r>
          </a:p>
        </p:txBody>
      </p:sp>
      <p:sp>
        <p:nvSpPr>
          <p:cNvPr id="4" name="Rounded Rectangle 3"/>
          <p:cNvSpPr/>
          <p:nvPr/>
        </p:nvSpPr>
        <p:spPr>
          <a:xfrm>
            <a:off x="5120640" y="2606040"/>
            <a:ext cx="1950720" cy="8229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13-0</a:t>
            </a:r>
          </a:p>
        </p:txBody>
      </p:sp>
      <p:sp>
        <p:nvSpPr>
          <p:cNvPr id="5" name="Rounded Rectangle 4"/>
          <p:cNvSpPr/>
          <p:nvPr/>
        </p:nvSpPr>
        <p:spPr>
          <a:xfrm>
            <a:off x="1771650" y="4663440"/>
            <a:ext cx="274320" cy="2743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080260" y="4663440"/>
            <a:ext cx="274320" cy="2743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388870" y="4663440"/>
            <a:ext cx="274320" cy="2743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697480" y="4663440"/>
            <a:ext cx="274320" cy="2743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006090" y="4663440"/>
            <a:ext cx="274320" cy="2743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314700" y="4663440"/>
            <a:ext cx="274320" cy="2743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623310" y="4663440"/>
            <a:ext cx="274320" cy="2743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0"/>
            <a:ext cx="12192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Quali H2H: Alexander Albon VS Logan Sargeant</a:t>
            </a:r>
          </a:p>
        </p:txBody>
      </p:sp>
      <p:sp>
        <p:nvSpPr>
          <p:cNvPr id="13" name="Rectangle 12"/>
          <p:cNvSpPr/>
          <p:nvPr/>
        </p:nvSpPr>
        <p:spPr>
          <a:xfrm>
            <a:off x="937846" y="5760720"/>
            <a:ext cx="1875692"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25</a:t>
            </a:r>
          </a:p>
        </p:txBody>
      </p:sp>
      <p:sp>
        <p:nvSpPr>
          <p:cNvPr id="14" name="Rectangle 13"/>
          <p:cNvSpPr/>
          <p:nvPr/>
        </p:nvSpPr>
        <p:spPr>
          <a:xfrm>
            <a:off x="3751384" y="5760720"/>
            <a:ext cx="1875692"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20</a:t>
            </a:r>
          </a:p>
        </p:txBody>
      </p:sp>
      <p:sp>
        <p:nvSpPr>
          <p:cNvPr id="15" name="Rectangle 14"/>
          <p:cNvSpPr/>
          <p:nvPr/>
        </p:nvSpPr>
        <p:spPr>
          <a:xfrm>
            <a:off x="6564923" y="5760720"/>
            <a:ext cx="1875692"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25</a:t>
            </a:r>
          </a:p>
        </p:txBody>
      </p:sp>
      <p:sp>
        <p:nvSpPr>
          <p:cNvPr id="16" name="Rectangle 15"/>
          <p:cNvSpPr/>
          <p:nvPr/>
        </p:nvSpPr>
        <p:spPr>
          <a:xfrm>
            <a:off x="9378461" y="5760720"/>
            <a:ext cx="1875692"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30</a:t>
            </a:r>
          </a:p>
        </p:txBody>
      </p:sp>
      <p:sp>
        <p:nvSpPr>
          <p:cNvPr id="17" name="Rectangle 16"/>
          <p:cNvSpPr/>
          <p:nvPr/>
        </p:nvSpPr>
        <p:spPr>
          <a:xfrm>
            <a:off x="2344615" y="6309360"/>
            <a:ext cx="1875692"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30</a:t>
            </a:r>
          </a:p>
        </p:txBody>
      </p:sp>
      <p:sp>
        <p:nvSpPr>
          <p:cNvPr id="18" name="Rectangle 17"/>
          <p:cNvSpPr/>
          <p:nvPr/>
        </p:nvSpPr>
        <p:spPr>
          <a:xfrm>
            <a:off x="5158153" y="6309360"/>
            <a:ext cx="1875692"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25</a:t>
            </a:r>
          </a:p>
        </p:txBody>
      </p:sp>
      <p:sp>
        <p:nvSpPr>
          <p:cNvPr id="19" name="Rectangle 18"/>
          <p:cNvSpPr/>
          <p:nvPr/>
        </p:nvSpPr>
        <p:spPr>
          <a:xfrm>
            <a:off x="7971692" y="6309360"/>
            <a:ext cx="1875692"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25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6304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Yuki Tsunoda</a:t>
            </a:r>
          </a:p>
        </p:txBody>
      </p:sp>
      <p:sp>
        <p:nvSpPr>
          <p:cNvPr id="3" name="Rounded Rectangle 2"/>
          <p:cNvSpPr/>
          <p:nvPr/>
        </p:nvSpPr>
        <p:spPr>
          <a:xfrm>
            <a:off x="798576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Daniel Ricciardo</a:t>
            </a:r>
          </a:p>
        </p:txBody>
      </p:sp>
      <p:sp>
        <p:nvSpPr>
          <p:cNvPr id="4" name="Rounded Rectangle 3"/>
          <p:cNvSpPr/>
          <p:nvPr/>
        </p:nvSpPr>
        <p:spPr>
          <a:xfrm>
            <a:off x="5120640" y="2606040"/>
            <a:ext cx="1950720" cy="8229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12-6</a:t>
            </a:r>
          </a:p>
        </p:txBody>
      </p:sp>
      <p:sp>
        <p:nvSpPr>
          <p:cNvPr id="5" name="Rounded Rectangle 4"/>
          <p:cNvSpPr/>
          <p:nvPr/>
        </p:nvSpPr>
        <p:spPr>
          <a:xfrm>
            <a:off x="8602980" y="4663440"/>
            <a:ext cx="274320" cy="2743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220200" y="4663440"/>
            <a:ext cx="274320" cy="2743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956816" y="4663440"/>
            <a:ext cx="274320" cy="2743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450592" y="4663440"/>
            <a:ext cx="274320" cy="2743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944368" y="4663440"/>
            <a:ext cx="274320" cy="2743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438144" y="4663440"/>
            <a:ext cx="274320" cy="2743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837420" y="4663440"/>
            <a:ext cx="274320" cy="2743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0"/>
            <a:ext cx="12192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Quali H2H: Yuki Tsunoda VS Daniel Ricciardo</a:t>
            </a:r>
          </a:p>
        </p:txBody>
      </p:sp>
      <p:sp>
        <p:nvSpPr>
          <p:cNvPr id="13" name="Rectangle 12"/>
          <p:cNvSpPr/>
          <p:nvPr/>
        </p:nvSpPr>
        <p:spPr>
          <a:xfrm>
            <a:off x="937846" y="5760720"/>
            <a:ext cx="1875692"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25</a:t>
            </a:r>
          </a:p>
        </p:txBody>
      </p:sp>
      <p:sp>
        <p:nvSpPr>
          <p:cNvPr id="14" name="Rectangle 13"/>
          <p:cNvSpPr/>
          <p:nvPr/>
        </p:nvSpPr>
        <p:spPr>
          <a:xfrm>
            <a:off x="3751384" y="5760720"/>
            <a:ext cx="1875692"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20</a:t>
            </a:r>
          </a:p>
        </p:txBody>
      </p:sp>
      <p:sp>
        <p:nvSpPr>
          <p:cNvPr id="15" name="Rectangle 14"/>
          <p:cNvSpPr/>
          <p:nvPr/>
        </p:nvSpPr>
        <p:spPr>
          <a:xfrm>
            <a:off x="6564923" y="5760720"/>
            <a:ext cx="1875692"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30</a:t>
            </a:r>
          </a:p>
        </p:txBody>
      </p:sp>
      <p:sp>
        <p:nvSpPr>
          <p:cNvPr id="16" name="Rectangle 15"/>
          <p:cNvSpPr/>
          <p:nvPr/>
        </p:nvSpPr>
        <p:spPr>
          <a:xfrm>
            <a:off x="9378461" y="5760720"/>
            <a:ext cx="1875692"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35</a:t>
            </a:r>
          </a:p>
        </p:txBody>
      </p:sp>
      <p:sp>
        <p:nvSpPr>
          <p:cNvPr id="17" name="Rectangle 16"/>
          <p:cNvSpPr/>
          <p:nvPr/>
        </p:nvSpPr>
        <p:spPr>
          <a:xfrm>
            <a:off x="2344615" y="6309360"/>
            <a:ext cx="1875692"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35</a:t>
            </a:r>
          </a:p>
        </p:txBody>
      </p:sp>
      <p:sp>
        <p:nvSpPr>
          <p:cNvPr id="18" name="Rectangle 17"/>
          <p:cNvSpPr/>
          <p:nvPr/>
        </p:nvSpPr>
        <p:spPr>
          <a:xfrm>
            <a:off x="5158153" y="6309360"/>
            <a:ext cx="1875692"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30</a:t>
            </a:r>
          </a:p>
        </p:txBody>
      </p:sp>
      <p:sp>
        <p:nvSpPr>
          <p:cNvPr id="19" name="Rectangle 18"/>
          <p:cNvSpPr/>
          <p:nvPr/>
        </p:nvSpPr>
        <p:spPr>
          <a:xfrm>
            <a:off x="7971692" y="6309360"/>
            <a:ext cx="1875692"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25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6304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Valterri Bottas</a:t>
            </a:r>
          </a:p>
        </p:txBody>
      </p:sp>
      <p:sp>
        <p:nvSpPr>
          <p:cNvPr id="3" name="Rounded Rectangle 2"/>
          <p:cNvSpPr/>
          <p:nvPr/>
        </p:nvSpPr>
        <p:spPr>
          <a:xfrm>
            <a:off x="798576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Zhou Guanyu</a:t>
            </a:r>
          </a:p>
        </p:txBody>
      </p:sp>
      <p:sp>
        <p:nvSpPr>
          <p:cNvPr id="4" name="Rounded Rectangle 3"/>
          <p:cNvSpPr/>
          <p:nvPr/>
        </p:nvSpPr>
        <p:spPr>
          <a:xfrm>
            <a:off x="5120640" y="2606040"/>
            <a:ext cx="1950720" cy="8229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20-4</a:t>
            </a:r>
          </a:p>
        </p:txBody>
      </p:sp>
      <p:sp>
        <p:nvSpPr>
          <p:cNvPr id="5" name="Rounded Rectangle 4"/>
          <p:cNvSpPr/>
          <p:nvPr/>
        </p:nvSpPr>
        <p:spPr>
          <a:xfrm>
            <a:off x="1815737" y="4663440"/>
            <a:ext cx="274320" cy="2743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168434" y="4663440"/>
            <a:ext cx="274320" cy="2743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521131" y="4663440"/>
            <a:ext cx="274320" cy="2743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873828" y="4663440"/>
            <a:ext cx="274320" cy="2743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220200" y="4663440"/>
            <a:ext cx="274320" cy="2743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226525" y="4663440"/>
            <a:ext cx="274320" cy="2743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579222" y="4663440"/>
            <a:ext cx="274320" cy="2743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0"/>
            <a:ext cx="12192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Quali H2H: Valterri Bottas VS Zhou Guanyu</a:t>
            </a:r>
          </a:p>
        </p:txBody>
      </p:sp>
      <p:sp>
        <p:nvSpPr>
          <p:cNvPr id="13" name="Rectangle 12"/>
          <p:cNvSpPr/>
          <p:nvPr/>
        </p:nvSpPr>
        <p:spPr>
          <a:xfrm>
            <a:off x="937846" y="5760720"/>
            <a:ext cx="1875692"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30</a:t>
            </a:r>
          </a:p>
        </p:txBody>
      </p:sp>
      <p:sp>
        <p:nvSpPr>
          <p:cNvPr id="14" name="Rectangle 13"/>
          <p:cNvSpPr/>
          <p:nvPr/>
        </p:nvSpPr>
        <p:spPr>
          <a:xfrm>
            <a:off x="3751384" y="5760720"/>
            <a:ext cx="1875692"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25</a:t>
            </a:r>
          </a:p>
        </p:txBody>
      </p:sp>
      <p:sp>
        <p:nvSpPr>
          <p:cNvPr id="15" name="Rectangle 14"/>
          <p:cNvSpPr/>
          <p:nvPr/>
        </p:nvSpPr>
        <p:spPr>
          <a:xfrm>
            <a:off x="6564923" y="5760720"/>
            <a:ext cx="1875692"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35</a:t>
            </a:r>
          </a:p>
        </p:txBody>
      </p:sp>
      <p:sp>
        <p:nvSpPr>
          <p:cNvPr id="16" name="Rectangle 15"/>
          <p:cNvSpPr/>
          <p:nvPr/>
        </p:nvSpPr>
        <p:spPr>
          <a:xfrm>
            <a:off x="9378461" y="5760720"/>
            <a:ext cx="1875692"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40</a:t>
            </a:r>
          </a:p>
        </p:txBody>
      </p:sp>
      <p:sp>
        <p:nvSpPr>
          <p:cNvPr id="17" name="Rectangle 16"/>
          <p:cNvSpPr/>
          <p:nvPr/>
        </p:nvSpPr>
        <p:spPr>
          <a:xfrm>
            <a:off x="2344615" y="6309360"/>
            <a:ext cx="1875692"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35</a:t>
            </a:r>
          </a:p>
        </p:txBody>
      </p:sp>
      <p:sp>
        <p:nvSpPr>
          <p:cNvPr id="18" name="Rectangle 17"/>
          <p:cNvSpPr/>
          <p:nvPr/>
        </p:nvSpPr>
        <p:spPr>
          <a:xfrm>
            <a:off x="5158153" y="6309360"/>
            <a:ext cx="1875692"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35</a:t>
            </a:r>
          </a:p>
        </p:txBody>
      </p:sp>
      <p:sp>
        <p:nvSpPr>
          <p:cNvPr id="19" name="Rectangle 18"/>
          <p:cNvSpPr/>
          <p:nvPr/>
        </p:nvSpPr>
        <p:spPr>
          <a:xfrm>
            <a:off x="7971692" y="6309360"/>
            <a:ext cx="1875692"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30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6304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Nico Hulkenberg</a:t>
            </a:r>
          </a:p>
        </p:txBody>
      </p:sp>
      <p:sp>
        <p:nvSpPr>
          <p:cNvPr id="3" name="Rounded Rectangle 2"/>
          <p:cNvSpPr/>
          <p:nvPr/>
        </p:nvSpPr>
        <p:spPr>
          <a:xfrm>
            <a:off x="798576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Kevin Magnussen</a:t>
            </a:r>
          </a:p>
        </p:txBody>
      </p:sp>
      <p:sp>
        <p:nvSpPr>
          <p:cNvPr id="4" name="Rounded Rectangle 3"/>
          <p:cNvSpPr/>
          <p:nvPr/>
        </p:nvSpPr>
        <p:spPr>
          <a:xfrm>
            <a:off x="5120640" y="2606040"/>
            <a:ext cx="1950720" cy="8229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16-6</a:t>
            </a:r>
          </a:p>
        </p:txBody>
      </p:sp>
      <p:sp>
        <p:nvSpPr>
          <p:cNvPr id="5" name="Rounded Rectangle 4"/>
          <p:cNvSpPr/>
          <p:nvPr/>
        </p:nvSpPr>
        <p:spPr>
          <a:xfrm>
            <a:off x="1956816" y="4663440"/>
            <a:ext cx="274320" cy="2743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450592" y="4663440"/>
            <a:ext cx="274320" cy="2743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944368" y="4663440"/>
            <a:ext cx="274320" cy="2743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438144" y="4663440"/>
            <a:ext cx="274320" cy="2743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02980" y="4663440"/>
            <a:ext cx="274320" cy="2743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220200" y="4663440"/>
            <a:ext cx="274320" cy="2743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837420" y="4663440"/>
            <a:ext cx="274320" cy="2743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0"/>
            <a:ext cx="12192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Quali H2H: Nico Hulkenberg VS Kevin Magnussen</a:t>
            </a:r>
          </a:p>
        </p:txBody>
      </p:sp>
      <p:sp>
        <p:nvSpPr>
          <p:cNvPr id="13" name="Rectangle 12"/>
          <p:cNvSpPr/>
          <p:nvPr/>
        </p:nvSpPr>
        <p:spPr>
          <a:xfrm>
            <a:off x="937846" y="5760720"/>
            <a:ext cx="1875692"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35</a:t>
            </a:r>
          </a:p>
        </p:txBody>
      </p:sp>
      <p:sp>
        <p:nvSpPr>
          <p:cNvPr id="14" name="Rectangle 13"/>
          <p:cNvSpPr/>
          <p:nvPr/>
        </p:nvSpPr>
        <p:spPr>
          <a:xfrm>
            <a:off x="3751384" y="5760720"/>
            <a:ext cx="1875692"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30</a:t>
            </a:r>
          </a:p>
        </p:txBody>
      </p:sp>
      <p:sp>
        <p:nvSpPr>
          <p:cNvPr id="15" name="Rectangle 14"/>
          <p:cNvSpPr/>
          <p:nvPr/>
        </p:nvSpPr>
        <p:spPr>
          <a:xfrm>
            <a:off x="6564923" y="5760720"/>
            <a:ext cx="1875692"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40</a:t>
            </a:r>
          </a:p>
        </p:txBody>
      </p:sp>
      <p:sp>
        <p:nvSpPr>
          <p:cNvPr id="16" name="Rectangle 15"/>
          <p:cNvSpPr/>
          <p:nvPr/>
        </p:nvSpPr>
        <p:spPr>
          <a:xfrm>
            <a:off x="9378461" y="5760720"/>
            <a:ext cx="1875692"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45</a:t>
            </a:r>
          </a:p>
        </p:txBody>
      </p:sp>
      <p:sp>
        <p:nvSpPr>
          <p:cNvPr id="17" name="Rectangle 16"/>
          <p:cNvSpPr/>
          <p:nvPr/>
        </p:nvSpPr>
        <p:spPr>
          <a:xfrm>
            <a:off x="2344615" y="6309360"/>
            <a:ext cx="1875692"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35</a:t>
            </a:r>
          </a:p>
        </p:txBody>
      </p:sp>
      <p:sp>
        <p:nvSpPr>
          <p:cNvPr id="18" name="Rectangle 17"/>
          <p:cNvSpPr/>
          <p:nvPr/>
        </p:nvSpPr>
        <p:spPr>
          <a:xfrm>
            <a:off x="5158153" y="6309360"/>
            <a:ext cx="1875692"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35</a:t>
            </a:r>
          </a:p>
        </p:txBody>
      </p:sp>
      <p:sp>
        <p:nvSpPr>
          <p:cNvPr id="19" name="Rectangle 18"/>
          <p:cNvSpPr/>
          <p:nvPr/>
        </p:nvSpPr>
        <p:spPr>
          <a:xfrm>
            <a:off x="7971692" y="6309360"/>
            <a:ext cx="1875692"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30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437376" y="233172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35</a:t>
            </a:r>
          </a:p>
        </p:txBody>
      </p:sp>
      <p:sp>
        <p:nvSpPr>
          <p:cNvPr id="3" name="Rounded Rectangle 2"/>
          <p:cNvSpPr/>
          <p:nvPr/>
        </p:nvSpPr>
        <p:spPr>
          <a:xfrm>
            <a:off x="5364480" y="379476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30</a:t>
            </a:r>
          </a:p>
        </p:txBody>
      </p:sp>
      <p:sp>
        <p:nvSpPr>
          <p:cNvPr id="4" name="Rounded Rectangle 3"/>
          <p:cNvSpPr/>
          <p:nvPr/>
        </p:nvSpPr>
        <p:spPr>
          <a:xfrm>
            <a:off x="4291584" y="233172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40</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45</a:t>
            </a:r>
          </a:p>
        </p:txBody>
      </p:sp>
      <p:sp>
        <p:nvSpPr>
          <p:cNvPr id="6" name="Rounded Rectangle 5"/>
          <p:cNvSpPr/>
          <p:nvPr/>
        </p:nvSpPr>
        <p:spPr>
          <a:xfrm>
            <a:off x="8583168" y="233172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35</a:t>
            </a:r>
          </a:p>
        </p:txBody>
      </p:sp>
      <p:sp>
        <p:nvSpPr>
          <p:cNvPr id="7" name="Rounded Rectangle 6"/>
          <p:cNvSpPr/>
          <p:nvPr/>
        </p:nvSpPr>
        <p:spPr>
          <a:xfrm>
            <a:off x="2682240" y="379476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35</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30</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Quali H2H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Race H2H</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Predict the driver in each pairing that will finish ahead on the road most often (not necessarilly points wise!) in races.Excludes Sprints.
+5pts per correct pick, 0 in a draw</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- 35</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- 30</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- 40</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- 45</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- 35</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- 35</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- 30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6304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Max Verstappen</a:t>
            </a:r>
          </a:p>
        </p:txBody>
      </p:sp>
      <p:sp>
        <p:nvSpPr>
          <p:cNvPr id="3" name="Rounded Rectangle 2"/>
          <p:cNvSpPr/>
          <p:nvPr/>
        </p:nvSpPr>
        <p:spPr>
          <a:xfrm>
            <a:off x="798576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Sergio Perez</a:t>
            </a:r>
          </a:p>
        </p:txBody>
      </p:sp>
      <p:sp>
        <p:nvSpPr>
          <p:cNvPr id="4" name="Rounded Rectangle 3"/>
          <p:cNvSpPr/>
          <p:nvPr/>
        </p:nvSpPr>
        <p:spPr>
          <a:xfrm>
            <a:off x="5120640" y="2606040"/>
            <a:ext cx="1950720" cy="8229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23-1</a:t>
            </a:r>
          </a:p>
        </p:txBody>
      </p:sp>
      <p:sp>
        <p:nvSpPr>
          <p:cNvPr id="5" name="Rounded Rectangle 4"/>
          <p:cNvSpPr/>
          <p:nvPr/>
        </p:nvSpPr>
        <p:spPr>
          <a:xfrm>
            <a:off x="1771650" y="4663440"/>
            <a:ext cx="274320" cy="2743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080260" y="4663440"/>
            <a:ext cx="274320" cy="2743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388870" y="4663440"/>
            <a:ext cx="274320" cy="2743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697480" y="4663440"/>
            <a:ext cx="274320" cy="2743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006090" y="4663440"/>
            <a:ext cx="274320" cy="2743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314700" y="4663440"/>
            <a:ext cx="274320" cy="2743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623310" y="4663440"/>
            <a:ext cx="274320" cy="2743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0"/>
            <a:ext cx="12192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Race H2H: Max Verstappen VS Sergio Perez</a:t>
            </a:r>
          </a:p>
        </p:txBody>
      </p:sp>
      <p:sp>
        <p:nvSpPr>
          <p:cNvPr id="13" name="Rectangle 12"/>
          <p:cNvSpPr/>
          <p:nvPr/>
        </p:nvSpPr>
        <p:spPr>
          <a:xfrm>
            <a:off x="937846" y="5760720"/>
            <a:ext cx="1875692"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40</a:t>
            </a:r>
          </a:p>
        </p:txBody>
      </p:sp>
      <p:sp>
        <p:nvSpPr>
          <p:cNvPr id="14" name="Rectangle 13"/>
          <p:cNvSpPr/>
          <p:nvPr/>
        </p:nvSpPr>
        <p:spPr>
          <a:xfrm>
            <a:off x="3751384" y="5760720"/>
            <a:ext cx="1875692"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35</a:t>
            </a:r>
          </a:p>
        </p:txBody>
      </p:sp>
      <p:sp>
        <p:nvSpPr>
          <p:cNvPr id="15" name="Rectangle 14"/>
          <p:cNvSpPr/>
          <p:nvPr/>
        </p:nvSpPr>
        <p:spPr>
          <a:xfrm>
            <a:off x="6564923" y="5760720"/>
            <a:ext cx="1875692"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45</a:t>
            </a:r>
          </a:p>
        </p:txBody>
      </p:sp>
      <p:sp>
        <p:nvSpPr>
          <p:cNvPr id="16" name="Rectangle 15"/>
          <p:cNvSpPr/>
          <p:nvPr/>
        </p:nvSpPr>
        <p:spPr>
          <a:xfrm>
            <a:off x="9378461" y="5760720"/>
            <a:ext cx="1875692"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50</a:t>
            </a:r>
          </a:p>
        </p:txBody>
      </p:sp>
      <p:sp>
        <p:nvSpPr>
          <p:cNvPr id="17" name="Rectangle 16"/>
          <p:cNvSpPr/>
          <p:nvPr/>
        </p:nvSpPr>
        <p:spPr>
          <a:xfrm>
            <a:off x="2344615" y="6309360"/>
            <a:ext cx="1875692"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40</a:t>
            </a:r>
          </a:p>
        </p:txBody>
      </p:sp>
      <p:sp>
        <p:nvSpPr>
          <p:cNvPr id="18" name="Rectangle 17"/>
          <p:cNvSpPr/>
          <p:nvPr/>
        </p:nvSpPr>
        <p:spPr>
          <a:xfrm>
            <a:off x="5158153" y="6309360"/>
            <a:ext cx="1875692"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40</a:t>
            </a:r>
          </a:p>
        </p:txBody>
      </p:sp>
      <p:sp>
        <p:nvSpPr>
          <p:cNvPr id="19" name="Rectangle 18"/>
          <p:cNvSpPr/>
          <p:nvPr/>
        </p:nvSpPr>
        <p:spPr>
          <a:xfrm>
            <a:off x="7971692" y="6309360"/>
            <a:ext cx="1875692"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35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6304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Lewis Hamilton</a:t>
            </a:r>
          </a:p>
        </p:txBody>
      </p:sp>
      <p:sp>
        <p:nvSpPr>
          <p:cNvPr id="3" name="Rounded Rectangle 2"/>
          <p:cNvSpPr/>
          <p:nvPr/>
        </p:nvSpPr>
        <p:spPr>
          <a:xfrm>
            <a:off x="798576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George Russell</a:t>
            </a:r>
          </a:p>
        </p:txBody>
      </p:sp>
      <p:sp>
        <p:nvSpPr>
          <p:cNvPr id="4" name="Rounded Rectangle 3"/>
          <p:cNvSpPr/>
          <p:nvPr/>
        </p:nvSpPr>
        <p:spPr>
          <a:xfrm>
            <a:off x="5120640" y="2606040"/>
            <a:ext cx="1950720" cy="8229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9-15</a:t>
            </a:r>
          </a:p>
        </p:txBody>
      </p:sp>
      <p:sp>
        <p:nvSpPr>
          <p:cNvPr id="5" name="Rounded Rectangle 4"/>
          <p:cNvSpPr/>
          <p:nvPr/>
        </p:nvSpPr>
        <p:spPr>
          <a:xfrm>
            <a:off x="1956816" y="4663440"/>
            <a:ext cx="274320" cy="2743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602980" y="4663440"/>
            <a:ext cx="274320" cy="2743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220200" y="4663440"/>
            <a:ext cx="274320" cy="2743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837420" y="4663440"/>
            <a:ext cx="274320" cy="2743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450592" y="4663440"/>
            <a:ext cx="274320" cy="2743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944368" y="4663440"/>
            <a:ext cx="274320" cy="2743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438144" y="4663440"/>
            <a:ext cx="274320" cy="2743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0"/>
            <a:ext cx="12192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Race H2H: Lewis Hamilton VS George Russell</a:t>
            </a:r>
          </a:p>
        </p:txBody>
      </p:sp>
      <p:sp>
        <p:nvSpPr>
          <p:cNvPr id="13" name="Rectangle 12"/>
          <p:cNvSpPr/>
          <p:nvPr/>
        </p:nvSpPr>
        <p:spPr>
          <a:xfrm>
            <a:off x="937846" y="5760720"/>
            <a:ext cx="1875692"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40</a:t>
            </a:r>
          </a:p>
        </p:txBody>
      </p:sp>
      <p:sp>
        <p:nvSpPr>
          <p:cNvPr id="14" name="Rectangle 13"/>
          <p:cNvSpPr/>
          <p:nvPr/>
        </p:nvSpPr>
        <p:spPr>
          <a:xfrm>
            <a:off x="3751384" y="5760720"/>
            <a:ext cx="1875692"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40</a:t>
            </a:r>
          </a:p>
        </p:txBody>
      </p:sp>
      <p:sp>
        <p:nvSpPr>
          <p:cNvPr id="15" name="Rectangle 14"/>
          <p:cNvSpPr/>
          <p:nvPr/>
        </p:nvSpPr>
        <p:spPr>
          <a:xfrm>
            <a:off x="6564923" y="5760720"/>
            <a:ext cx="1875692"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50</a:t>
            </a:r>
          </a:p>
        </p:txBody>
      </p:sp>
      <p:sp>
        <p:nvSpPr>
          <p:cNvPr id="16" name="Rectangle 15"/>
          <p:cNvSpPr/>
          <p:nvPr/>
        </p:nvSpPr>
        <p:spPr>
          <a:xfrm>
            <a:off x="9378461" y="5760720"/>
            <a:ext cx="1875692"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55</a:t>
            </a:r>
          </a:p>
        </p:txBody>
      </p:sp>
      <p:sp>
        <p:nvSpPr>
          <p:cNvPr id="17" name="Rectangle 16"/>
          <p:cNvSpPr/>
          <p:nvPr/>
        </p:nvSpPr>
        <p:spPr>
          <a:xfrm>
            <a:off x="2344615" y="6309360"/>
            <a:ext cx="1875692"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40</a:t>
            </a:r>
          </a:p>
        </p:txBody>
      </p:sp>
      <p:sp>
        <p:nvSpPr>
          <p:cNvPr id="18" name="Rectangle 17"/>
          <p:cNvSpPr/>
          <p:nvPr/>
        </p:nvSpPr>
        <p:spPr>
          <a:xfrm>
            <a:off x="5158153" y="6309360"/>
            <a:ext cx="1875692"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40</a:t>
            </a:r>
          </a:p>
        </p:txBody>
      </p:sp>
      <p:sp>
        <p:nvSpPr>
          <p:cNvPr id="19" name="Rectangle 18"/>
          <p:cNvSpPr/>
          <p:nvPr/>
        </p:nvSpPr>
        <p:spPr>
          <a:xfrm>
            <a:off x="7971692" y="6309360"/>
            <a:ext cx="1875692"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35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6304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Charles Leclerc</a:t>
            </a:r>
          </a:p>
        </p:txBody>
      </p:sp>
      <p:sp>
        <p:nvSpPr>
          <p:cNvPr id="3" name="Rounded Rectangle 2"/>
          <p:cNvSpPr/>
          <p:nvPr/>
        </p:nvSpPr>
        <p:spPr>
          <a:xfrm>
            <a:off x="798576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Carlos Sainz</a:t>
            </a:r>
          </a:p>
        </p:txBody>
      </p:sp>
      <p:sp>
        <p:nvSpPr>
          <p:cNvPr id="4" name="Rounded Rectangle 3"/>
          <p:cNvSpPr/>
          <p:nvPr/>
        </p:nvSpPr>
        <p:spPr>
          <a:xfrm>
            <a:off x="5120640" y="2606040"/>
            <a:ext cx="1950720" cy="8229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14-9</a:t>
            </a:r>
          </a:p>
        </p:txBody>
      </p:sp>
      <p:sp>
        <p:nvSpPr>
          <p:cNvPr id="5" name="Rounded Rectangle 4"/>
          <p:cNvSpPr/>
          <p:nvPr/>
        </p:nvSpPr>
        <p:spPr>
          <a:xfrm>
            <a:off x="1874520" y="4663440"/>
            <a:ext cx="274320" cy="2743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286000" y="4663440"/>
            <a:ext cx="274320" cy="2743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697480" y="4663440"/>
            <a:ext cx="274320" cy="2743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808720" y="4663440"/>
            <a:ext cx="274320" cy="2743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108960" y="4663440"/>
            <a:ext cx="274320" cy="2743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520440" y="4663440"/>
            <a:ext cx="274320" cy="2743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631680" y="4663440"/>
            <a:ext cx="274320" cy="2743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0"/>
            <a:ext cx="12192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Race H2H: Charles Leclerc VS Carlos Sainz</a:t>
            </a:r>
          </a:p>
        </p:txBody>
      </p:sp>
      <p:sp>
        <p:nvSpPr>
          <p:cNvPr id="13" name="Rectangle 12"/>
          <p:cNvSpPr/>
          <p:nvPr/>
        </p:nvSpPr>
        <p:spPr>
          <a:xfrm>
            <a:off x="937846" y="5760720"/>
            <a:ext cx="1875692"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45</a:t>
            </a:r>
          </a:p>
        </p:txBody>
      </p:sp>
      <p:sp>
        <p:nvSpPr>
          <p:cNvPr id="14" name="Rectangle 13"/>
          <p:cNvSpPr/>
          <p:nvPr/>
        </p:nvSpPr>
        <p:spPr>
          <a:xfrm>
            <a:off x="3751384" y="5760720"/>
            <a:ext cx="1875692"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45</a:t>
            </a:r>
          </a:p>
        </p:txBody>
      </p:sp>
      <p:sp>
        <p:nvSpPr>
          <p:cNvPr id="15" name="Rectangle 14"/>
          <p:cNvSpPr/>
          <p:nvPr/>
        </p:nvSpPr>
        <p:spPr>
          <a:xfrm>
            <a:off x="6564923" y="5760720"/>
            <a:ext cx="1875692"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55</a:t>
            </a:r>
          </a:p>
        </p:txBody>
      </p:sp>
      <p:sp>
        <p:nvSpPr>
          <p:cNvPr id="16" name="Rectangle 15"/>
          <p:cNvSpPr/>
          <p:nvPr/>
        </p:nvSpPr>
        <p:spPr>
          <a:xfrm>
            <a:off x="9378461" y="5760720"/>
            <a:ext cx="1875692"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55</a:t>
            </a:r>
          </a:p>
        </p:txBody>
      </p:sp>
      <p:sp>
        <p:nvSpPr>
          <p:cNvPr id="17" name="Rectangle 16"/>
          <p:cNvSpPr/>
          <p:nvPr/>
        </p:nvSpPr>
        <p:spPr>
          <a:xfrm>
            <a:off x="2344615" y="6309360"/>
            <a:ext cx="1875692"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45</a:t>
            </a:r>
          </a:p>
        </p:txBody>
      </p:sp>
      <p:sp>
        <p:nvSpPr>
          <p:cNvPr id="18" name="Rectangle 17"/>
          <p:cNvSpPr/>
          <p:nvPr/>
        </p:nvSpPr>
        <p:spPr>
          <a:xfrm>
            <a:off x="5158153" y="6309360"/>
            <a:ext cx="1875692"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45</a:t>
            </a:r>
          </a:p>
        </p:txBody>
      </p:sp>
      <p:sp>
        <p:nvSpPr>
          <p:cNvPr id="19" name="Rectangle 18"/>
          <p:cNvSpPr/>
          <p:nvPr/>
        </p:nvSpPr>
        <p:spPr>
          <a:xfrm>
            <a:off x="7971692" y="6309360"/>
            <a:ext cx="1875692"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35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6304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Lando Norris</a:t>
            </a:r>
          </a:p>
        </p:txBody>
      </p:sp>
      <p:sp>
        <p:nvSpPr>
          <p:cNvPr id="3" name="Rounded Rectangle 2"/>
          <p:cNvSpPr/>
          <p:nvPr/>
        </p:nvSpPr>
        <p:spPr>
          <a:xfrm>
            <a:off x="798576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Oscar Piastri</a:t>
            </a:r>
          </a:p>
        </p:txBody>
      </p:sp>
      <p:sp>
        <p:nvSpPr>
          <p:cNvPr id="4" name="Rounded Rectangle 3"/>
          <p:cNvSpPr/>
          <p:nvPr/>
        </p:nvSpPr>
        <p:spPr>
          <a:xfrm>
            <a:off x="5120640" y="2606040"/>
            <a:ext cx="1950720" cy="8229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16-8</a:t>
            </a:r>
          </a:p>
        </p:txBody>
      </p:sp>
      <p:sp>
        <p:nvSpPr>
          <p:cNvPr id="5" name="Rounded Rectangle 4"/>
          <p:cNvSpPr/>
          <p:nvPr/>
        </p:nvSpPr>
        <p:spPr>
          <a:xfrm>
            <a:off x="1815737" y="4663440"/>
            <a:ext cx="274320" cy="2743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220200" y="4663440"/>
            <a:ext cx="274320" cy="2743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168434" y="4663440"/>
            <a:ext cx="274320" cy="2743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521131" y="4663440"/>
            <a:ext cx="274320" cy="2743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873828" y="4663440"/>
            <a:ext cx="274320" cy="2743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226525" y="4663440"/>
            <a:ext cx="274320" cy="2743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579222" y="4663440"/>
            <a:ext cx="274320" cy="2743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0"/>
            <a:ext cx="12192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Race H2H: Lando Norris VS Oscar Piastri</a:t>
            </a:r>
          </a:p>
        </p:txBody>
      </p:sp>
      <p:sp>
        <p:nvSpPr>
          <p:cNvPr id="13" name="Rectangle 12"/>
          <p:cNvSpPr/>
          <p:nvPr/>
        </p:nvSpPr>
        <p:spPr>
          <a:xfrm>
            <a:off x="937846" y="5760720"/>
            <a:ext cx="1875692"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50</a:t>
            </a:r>
          </a:p>
        </p:txBody>
      </p:sp>
      <p:sp>
        <p:nvSpPr>
          <p:cNvPr id="14" name="Rectangle 13"/>
          <p:cNvSpPr/>
          <p:nvPr/>
        </p:nvSpPr>
        <p:spPr>
          <a:xfrm>
            <a:off x="3751384" y="5760720"/>
            <a:ext cx="1875692"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45</a:t>
            </a:r>
          </a:p>
        </p:txBody>
      </p:sp>
      <p:sp>
        <p:nvSpPr>
          <p:cNvPr id="15" name="Rectangle 14"/>
          <p:cNvSpPr/>
          <p:nvPr/>
        </p:nvSpPr>
        <p:spPr>
          <a:xfrm>
            <a:off x="6564923" y="5760720"/>
            <a:ext cx="1875692"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60</a:t>
            </a:r>
          </a:p>
        </p:txBody>
      </p:sp>
      <p:sp>
        <p:nvSpPr>
          <p:cNvPr id="16" name="Rectangle 15"/>
          <p:cNvSpPr/>
          <p:nvPr/>
        </p:nvSpPr>
        <p:spPr>
          <a:xfrm>
            <a:off x="9378461" y="5760720"/>
            <a:ext cx="1875692"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60</a:t>
            </a:r>
          </a:p>
        </p:txBody>
      </p:sp>
      <p:sp>
        <p:nvSpPr>
          <p:cNvPr id="17" name="Rectangle 16"/>
          <p:cNvSpPr/>
          <p:nvPr/>
        </p:nvSpPr>
        <p:spPr>
          <a:xfrm>
            <a:off x="2344615" y="6309360"/>
            <a:ext cx="1875692"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50</a:t>
            </a:r>
          </a:p>
        </p:txBody>
      </p:sp>
      <p:sp>
        <p:nvSpPr>
          <p:cNvPr id="18" name="Rectangle 17"/>
          <p:cNvSpPr/>
          <p:nvPr/>
        </p:nvSpPr>
        <p:spPr>
          <a:xfrm>
            <a:off x="5158153" y="6309360"/>
            <a:ext cx="1875692"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50</a:t>
            </a:r>
          </a:p>
        </p:txBody>
      </p:sp>
      <p:sp>
        <p:nvSpPr>
          <p:cNvPr id="19" name="Rectangle 18"/>
          <p:cNvSpPr/>
          <p:nvPr/>
        </p:nvSpPr>
        <p:spPr>
          <a:xfrm>
            <a:off x="7971692" y="6309360"/>
            <a:ext cx="1875692"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40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6304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Fernando Alonso</a:t>
            </a:r>
          </a:p>
        </p:txBody>
      </p:sp>
      <p:sp>
        <p:nvSpPr>
          <p:cNvPr id="3" name="Rounded Rectangle 2"/>
          <p:cNvSpPr/>
          <p:nvPr/>
        </p:nvSpPr>
        <p:spPr>
          <a:xfrm>
            <a:off x="798576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Lance Stroll</a:t>
            </a:r>
          </a:p>
        </p:txBody>
      </p:sp>
      <p:sp>
        <p:nvSpPr>
          <p:cNvPr id="4" name="Rounded Rectangle 3"/>
          <p:cNvSpPr/>
          <p:nvPr/>
        </p:nvSpPr>
        <p:spPr>
          <a:xfrm>
            <a:off x="5120640" y="2606040"/>
            <a:ext cx="1950720" cy="8229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18-6</a:t>
            </a:r>
          </a:p>
        </p:txBody>
      </p:sp>
      <p:sp>
        <p:nvSpPr>
          <p:cNvPr id="5" name="Rounded Rectangle 4"/>
          <p:cNvSpPr/>
          <p:nvPr/>
        </p:nvSpPr>
        <p:spPr>
          <a:xfrm>
            <a:off x="1771650" y="4663440"/>
            <a:ext cx="274320" cy="2743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080260" y="4663440"/>
            <a:ext cx="274320" cy="2743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388870" y="4663440"/>
            <a:ext cx="274320" cy="2743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697480" y="4663440"/>
            <a:ext cx="274320" cy="2743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006090" y="4663440"/>
            <a:ext cx="274320" cy="2743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314700" y="4663440"/>
            <a:ext cx="274320" cy="2743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623310" y="4663440"/>
            <a:ext cx="274320" cy="2743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0"/>
            <a:ext cx="12192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Race H2H: Fernando Alonso VS Lance Stroll</a:t>
            </a:r>
          </a:p>
        </p:txBody>
      </p:sp>
      <p:sp>
        <p:nvSpPr>
          <p:cNvPr id="13" name="Rectangle 12"/>
          <p:cNvSpPr/>
          <p:nvPr/>
        </p:nvSpPr>
        <p:spPr>
          <a:xfrm>
            <a:off x="937846" y="5760720"/>
            <a:ext cx="1875692"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55</a:t>
            </a:r>
          </a:p>
        </p:txBody>
      </p:sp>
      <p:sp>
        <p:nvSpPr>
          <p:cNvPr id="14" name="Rectangle 13"/>
          <p:cNvSpPr/>
          <p:nvPr/>
        </p:nvSpPr>
        <p:spPr>
          <a:xfrm>
            <a:off x="3751384" y="5760720"/>
            <a:ext cx="1875692"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50</a:t>
            </a:r>
          </a:p>
        </p:txBody>
      </p:sp>
      <p:sp>
        <p:nvSpPr>
          <p:cNvPr id="15" name="Rectangle 14"/>
          <p:cNvSpPr/>
          <p:nvPr/>
        </p:nvSpPr>
        <p:spPr>
          <a:xfrm>
            <a:off x="6564923" y="5760720"/>
            <a:ext cx="1875692"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65</a:t>
            </a:r>
          </a:p>
        </p:txBody>
      </p:sp>
      <p:sp>
        <p:nvSpPr>
          <p:cNvPr id="16" name="Rectangle 15"/>
          <p:cNvSpPr/>
          <p:nvPr/>
        </p:nvSpPr>
        <p:spPr>
          <a:xfrm>
            <a:off x="9378461" y="5760720"/>
            <a:ext cx="1875692"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65</a:t>
            </a:r>
          </a:p>
        </p:txBody>
      </p:sp>
      <p:sp>
        <p:nvSpPr>
          <p:cNvPr id="17" name="Rectangle 16"/>
          <p:cNvSpPr/>
          <p:nvPr/>
        </p:nvSpPr>
        <p:spPr>
          <a:xfrm>
            <a:off x="2344615" y="6309360"/>
            <a:ext cx="1875692"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55</a:t>
            </a:r>
          </a:p>
        </p:txBody>
      </p:sp>
      <p:sp>
        <p:nvSpPr>
          <p:cNvPr id="18" name="Rectangle 17"/>
          <p:cNvSpPr/>
          <p:nvPr/>
        </p:nvSpPr>
        <p:spPr>
          <a:xfrm>
            <a:off x="5158153" y="6309360"/>
            <a:ext cx="1875692"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55</a:t>
            </a:r>
          </a:p>
        </p:txBody>
      </p:sp>
      <p:sp>
        <p:nvSpPr>
          <p:cNvPr id="19" name="Rectangle 18"/>
          <p:cNvSpPr/>
          <p:nvPr/>
        </p:nvSpPr>
        <p:spPr>
          <a:xfrm>
            <a:off x="7971692" y="6309360"/>
            <a:ext cx="1875692"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45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6304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Pierre Gasly</a:t>
            </a:r>
          </a:p>
        </p:txBody>
      </p:sp>
      <p:sp>
        <p:nvSpPr>
          <p:cNvPr id="3" name="Rounded Rectangle 2"/>
          <p:cNvSpPr/>
          <p:nvPr/>
        </p:nvSpPr>
        <p:spPr>
          <a:xfrm>
            <a:off x="798576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Esteban Ocon</a:t>
            </a:r>
          </a:p>
        </p:txBody>
      </p:sp>
      <p:sp>
        <p:nvSpPr>
          <p:cNvPr id="4" name="Rounded Rectangle 3"/>
          <p:cNvSpPr/>
          <p:nvPr/>
        </p:nvSpPr>
        <p:spPr>
          <a:xfrm>
            <a:off x="5120640" y="2606040"/>
            <a:ext cx="1950720" cy="8229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10-13</a:t>
            </a:r>
          </a:p>
        </p:txBody>
      </p:sp>
      <p:sp>
        <p:nvSpPr>
          <p:cNvPr id="5" name="Rounded Rectangle 4"/>
          <p:cNvSpPr/>
          <p:nvPr/>
        </p:nvSpPr>
        <p:spPr>
          <a:xfrm>
            <a:off x="1874520" y="4663440"/>
            <a:ext cx="274320" cy="2743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808720" y="4663440"/>
            <a:ext cx="274320" cy="2743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286000" y="4663440"/>
            <a:ext cx="274320" cy="2743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697480" y="4663440"/>
            <a:ext cx="274320" cy="2743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108960" y="4663440"/>
            <a:ext cx="274320" cy="2743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520440" y="4663440"/>
            <a:ext cx="274320" cy="2743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631680" y="4663440"/>
            <a:ext cx="274320" cy="2743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0"/>
            <a:ext cx="12192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Race H2H: Pierre Gasly VS Esteban Ocon</a:t>
            </a:r>
          </a:p>
        </p:txBody>
      </p:sp>
      <p:sp>
        <p:nvSpPr>
          <p:cNvPr id="13" name="Rectangle 12"/>
          <p:cNvSpPr/>
          <p:nvPr/>
        </p:nvSpPr>
        <p:spPr>
          <a:xfrm>
            <a:off x="937846" y="5760720"/>
            <a:ext cx="1875692"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55</a:t>
            </a:r>
          </a:p>
        </p:txBody>
      </p:sp>
      <p:sp>
        <p:nvSpPr>
          <p:cNvPr id="14" name="Rectangle 13"/>
          <p:cNvSpPr/>
          <p:nvPr/>
        </p:nvSpPr>
        <p:spPr>
          <a:xfrm>
            <a:off x="3751384" y="5760720"/>
            <a:ext cx="1875692"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55</a:t>
            </a:r>
          </a:p>
        </p:txBody>
      </p:sp>
      <p:sp>
        <p:nvSpPr>
          <p:cNvPr id="15" name="Rectangle 14"/>
          <p:cNvSpPr/>
          <p:nvPr/>
        </p:nvSpPr>
        <p:spPr>
          <a:xfrm>
            <a:off x="6564923" y="5760720"/>
            <a:ext cx="1875692"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65</a:t>
            </a:r>
          </a:p>
        </p:txBody>
      </p:sp>
      <p:sp>
        <p:nvSpPr>
          <p:cNvPr id="16" name="Rectangle 15"/>
          <p:cNvSpPr/>
          <p:nvPr/>
        </p:nvSpPr>
        <p:spPr>
          <a:xfrm>
            <a:off x="9378461" y="5760720"/>
            <a:ext cx="1875692"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65</a:t>
            </a:r>
          </a:p>
        </p:txBody>
      </p:sp>
      <p:sp>
        <p:nvSpPr>
          <p:cNvPr id="17" name="Rectangle 16"/>
          <p:cNvSpPr/>
          <p:nvPr/>
        </p:nvSpPr>
        <p:spPr>
          <a:xfrm>
            <a:off x="2344615" y="6309360"/>
            <a:ext cx="1875692"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55</a:t>
            </a:r>
          </a:p>
        </p:txBody>
      </p:sp>
      <p:sp>
        <p:nvSpPr>
          <p:cNvPr id="18" name="Rectangle 17"/>
          <p:cNvSpPr/>
          <p:nvPr/>
        </p:nvSpPr>
        <p:spPr>
          <a:xfrm>
            <a:off x="5158153" y="6309360"/>
            <a:ext cx="1875692"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55</a:t>
            </a:r>
          </a:p>
        </p:txBody>
      </p:sp>
      <p:sp>
        <p:nvSpPr>
          <p:cNvPr id="19" name="Rectangle 18"/>
          <p:cNvSpPr/>
          <p:nvPr/>
        </p:nvSpPr>
        <p:spPr>
          <a:xfrm>
            <a:off x="7971692" y="6309360"/>
            <a:ext cx="1875692"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50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6304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Alexander Albon</a:t>
            </a:r>
          </a:p>
        </p:txBody>
      </p:sp>
      <p:sp>
        <p:nvSpPr>
          <p:cNvPr id="3" name="Rounded Rectangle 2"/>
          <p:cNvSpPr/>
          <p:nvPr/>
        </p:nvSpPr>
        <p:spPr>
          <a:xfrm>
            <a:off x="798576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Logan Sargeant</a:t>
            </a:r>
          </a:p>
        </p:txBody>
      </p:sp>
      <p:sp>
        <p:nvSpPr>
          <p:cNvPr id="4" name="Rounded Rectangle 3"/>
          <p:cNvSpPr/>
          <p:nvPr/>
        </p:nvSpPr>
        <p:spPr>
          <a:xfrm>
            <a:off x="5120640" y="2606040"/>
            <a:ext cx="1950720" cy="8229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12-2</a:t>
            </a:r>
          </a:p>
        </p:txBody>
      </p:sp>
      <p:sp>
        <p:nvSpPr>
          <p:cNvPr id="5" name="Rounded Rectangle 4"/>
          <p:cNvSpPr/>
          <p:nvPr/>
        </p:nvSpPr>
        <p:spPr>
          <a:xfrm>
            <a:off x="1771650" y="4663440"/>
            <a:ext cx="274320" cy="2743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080260" y="4663440"/>
            <a:ext cx="274320" cy="2743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388870" y="4663440"/>
            <a:ext cx="274320" cy="2743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697480" y="4663440"/>
            <a:ext cx="274320" cy="2743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006090" y="4663440"/>
            <a:ext cx="274320" cy="2743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314700" y="4663440"/>
            <a:ext cx="274320" cy="2743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623310" y="4663440"/>
            <a:ext cx="274320" cy="2743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0"/>
            <a:ext cx="12192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Race H2H: Alexander Albon VS Logan Sargeant</a:t>
            </a:r>
          </a:p>
        </p:txBody>
      </p:sp>
      <p:sp>
        <p:nvSpPr>
          <p:cNvPr id="13" name="Rectangle 12"/>
          <p:cNvSpPr/>
          <p:nvPr/>
        </p:nvSpPr>
        <p:spPr>
          <a:xfrm>
            <a:off x="937846" y="5760720"/>
            <a:ext cx="1875692"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60</a:t>
            </a:r>
          </a:p>
        </p:txBody>
      </p:sp>
      <p:sp>
        <p:nvSpPr>
          <p:cNvPr id="14" name="Rectangle 13"/>
          <p:cNvSpPr/>
          <p:nvPr/>
        </p:nvSpPr>
        <p:spPr>
          <a:xfrm>
            <a:off x="3751384" y="5760720"/>
            <a:ext cx="1875692"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60</a:t>
            </a:r>
          </a:p>
        </p:txBody>
      </p:sp>
      <p:sp>
        <p:nvSpPr>
          <p:cNvPr id="15" name="Rectangle 14"/>
          <p:cNvSpPr/>
          <p:nvPr/>
        </p:nvSpPr>
        <p:spPr>
          <a:xfrm>
            <a:off x="6564923" y="5760720"/>
            <a:ext cx="1875692"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70</a:t>
            </a:r>
          </a:p>
        </p:txBody>
      </p:sp>
      <p:sp>
        <p:nvSpPr>
          <p:cNvPr id="16" name="Rectangle 15"/>
          <p:cNvSpPr/>
          <p:nvPr/>
        </p:nvSpPr>
        <p:spPr>
          <a:xfrm>
            <a:off x="9378461" y="5760720"/>
            <a:ext cx="1875692"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70</a:t>
            </a:r>
          </a:p>
        </p:txBody>
      </p:sp>
      <p:sp>
        <p:nvSpPr>
          <p:cNvPr id="17" name="Rectangle 16"/>
          <p:cNvSpPr/>
          <p:nvPr/>
        </p:nvSpPr>
        <p:spPr>
          <a:xfrm>
            <a:off x="2344615" y="6309360"/>
            <a:ext cx="1875692"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60</a:t>
            </a:r>
          </a:p>
        </p:txBody>
      </p:sp>
      <p:sp>
        <p:nvSpPr>
          <p:cNvPr id="18" name="Rectangle 17"/>
          <p:cNvSpPr/>
          <p:nvPr/>
        </p:nvSpPr>
        <p:spPr>
          <a:xfrm>
            <a:off x="5158153" y="6309360"/>
            <a:ext cx="1875692"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60</a:t>
            </a:r>
          </a:p>
        </p:txBody>
      </p:sp>
      <p:sp>
        <p:nvSpPr>
          <p:cNvPr id="19" name="Rectangle 18"/>
          <p:cNvSpPr/>
          <p:nvPr/>
        </p:nvSpPr>
        <p:spPr>
          <a:xfrm>
            <a:off x="7971692" y="6309360"/>
            <a:ext cx="1875692"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55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6304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Yuki Tsunoda</a:t>
            </a:r>
          </a:p>
        </p:txBody>
      </p:sp>
      <p:sp>
        <p:nvSpPr>
          <p:cNvPr id="3" name="Rounded Rectangle 2"/>
          <p:cNvSpPr/>
          <p:nvPr/>
        </p:nvSpPr>
        <p:spPr>
          <a:xfrm>
            <a:off x="798576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Daniel Ricciardo</a:t>
            </a:r>
          </a:p>
        </p:txBody>
      </p:sp>
      <p:sp>
        <p:nvSpPr>
          <p:cNvPr id="4" name="Rounded Rectangle 3"/>
          <p:cNvSpPr/>
          <p:nvPr/>
        </p:nvSpPr>
        <p:spPr>
          <a:xfrm>
            <a:off x="5120640" y="2606040"/>
            <a:ext cx="1950720" cy="8229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10-8</a:t>
            </a:r>
          </a:p>
        </p:txBody>
      </p:sp>
      <p:sp>
        <p:nvSpPr>
          <p:cNvPr id="5" name="Rounded Rectangle 4"/>
          <p:cNvSpPr/>
          <p:nvPr/>
        </p:nvSpPr>
        <p:spPr>
          <a:xfrm>
            <a:off x="2080260" y="4663440"/>
            <a:ext cx="274320" cy="2743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479536" y="4663440"/>
            <a:ext cx="274320" cy="2743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973312" y="4663440"/>
            <a:ext cx="274320" cy="2743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697480" y="4663440"/>
            <a:ext cx="274320" cy="2743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467088" y="4663440"/>
            <a:ext cx="274320" cy="2743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314700" y="4663440"/>
            <a:ext cx="274320" cy="2743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960864" y="4663440"/>
            <a:ext cx="274320" cy="2743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0"/>
            <a:ext cx="12192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Race H2H: Yuki Tsunoda VS Daniel Ricciardo</a:t>
            </a:r>
          </a:p>
        </p:txBody>
      </p:sp>
      <p:sp>
        <p:nvSpPr>
          <p:cNvPr id="13" name="Rectangle 12"/>
          <p:cNvSpPr/>
          <p:nvPr/>
        </p:nvSpPr>
        <p:spPr>
          <a:xfrm>
            <a:off x="937846" y="5760720"/>
            <a:ext cx="1875692"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65</a:t>
            </a:r>
          </a:p>
        </p:txBody>
      </p:sp>
      <p:sp>
        <p:nvSpPr>
          <p:cNvPr id="14" name="Rectangle 13"/>
          <p:cNvSpPr/>
          <p:nvPr/>
        </p:nvSpPr>
        <p:spPr>
          <a:xfrm>
            <a:off x="3751384" y="5760720"/>
            <a:ext cx="1875692"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60</a:t>
            </a:r>
          </a:p>
        </p:txBody>
      </p:sp>
      <p:sp>
        <p:nvSpPr>
          <p:cNvPr id="15" name="Rectangle 14"/>
          <p:cNvSpPr/>
          <p:nvPr/>
        </p:nvSpPr>
        <p:spPr>
          <a:xfrm>
            <a:off x="6564923" y="5760720"/>
            <a:ext cx="1875692"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70</a:t>
            </a:r>
          </a:p>
        </p:txBody>
      </p:sp>
      <p:sp>
        <p:nvSpPr>
          <p:cNvPr id="16" name="Rectangle 15"/>
          <p:cNvSpPr/>
          <p:nvPr/>
        </p:nvSpPr>
        <p:spPr>
          <a:xfrm>
            <a:off x="9378461" y="5760720"/>
            <a:ext cx="1875692"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75</a:t>
            </a:r>
          </a:p>
        </p:txBody>
      </p:sp>
      <p:sp>
        <p:nvSpPr>
          <p:cNvPr id="17" name="Rectangle 16"/>
          <p:cNvSpPr/>
          <p:nvPr/>
        </p:nvSpPr>
        <p:spPr>
          <a:xfrm>
            <a:off x="2344615" y="6309360"/>
            <a:ext cx="1875692"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60</a:t>
            </a:r>
          </a:p>
        </p:txBody>
      </p:sp>
      <p:sp>
        <p:nvSpPr>
          <p:cNvPr id="18" name="Rectangle 17"/>
          <p:cNvSpPr/>
          <p:nvPr/>
        </p:nvSpPr>
        <p:spPr>
          <a:xfrm>
            <a:off x="5158153" y="6309360"/>
            <a:ext cx="1875692"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65</a:t>
            </a:r>
          </a:p>
        </p:txBody>
      </p:sp>
      <p:sp>
        <p:nvSpPr>
          <p:cNvPr id="19" name="Rectangle 18"/>
          <p:cNvSpPr/>
          <p:nvPr/>
        </p:nvSpPr>
        <p:spPr>
          <a:xfrm>
            <a:off x="7971692" y="6309360"/>
            <a:ext cx="1875692"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55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6304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Valterri Bottas</a:t>
            </a:r>
          </a:p>
        </p:txBody>
      </p:sp>
      <p:sp>
        <p:nvSpPr>
          <p:cNvPr id="3" name="Rounded Rectangle 2"/>
          <p:cNvSpPr/>
          <p:nvPr/>
        </p:nvSpPr>
        <p:spPr>
          <a:xfrm>
            <a:off x="798576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Zhou Guanyu</a:t>
            </a:r>
          </a:p>
        </p:txBody>
      </p:sp>
      <p:sp>
        <p:nvSpPr>
          <p:cNvPr id="4" name="Rounded Rectangle 3"/>
          <p:cNvSpPr/>
          <p:nvPr/>
        </p:nvSpPr>
        <p:spPr>
          <a:xfrm>
            <a:off x="5120640" y="2606040"/>
            <a:ext cx="1950720" cy="8229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15-9</a:t>
            </a:r>
          </a:p>
        </p:txBody>
      </p:sp>
      <p:sp>
        <p:nvSpPr>
          <p:cNvPr id="5" name="Rounded Rectangle 4"/>
          <p:cNvSpPr/>
          <p:nvPr/>
        </p:nvSpPr>
        <p:spPr>
          <a:xfrm>
            <a:off x="1815737" y="4663440"/>
            <a:ext cx="274320" cy="2743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168434" y="4663440"/>
            <a:ext cx="274320" cy="2743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220200" y="4663440"/>
            <a:ext cx="274320" cy="2743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521131" y="4663440"/>
            <a:ext cx="274320" cy="2743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873828" y="4663440"/>
            <a:ext cx="274320" cy="2743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226525" y="4663440"/>
            <a:ext cx="274320" cy="2743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579222" y="4663440"/>
            <a:ext cx="274320" cy="2743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0"/>
            <a:ext cx="12192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Race H2H: Valterri Bottas VS Zhou Guanyu</a:t>
            </a:r>
          </a:p>
        </p:txBody>
      </p:sp>
      <p:sp>
        <p:nvSpPr>
          <p:cNvPr id="13" name="Rectangle 12"/>
          <p:cNvSpPr/>
          <p:nvPr/>
        </p:nvSpPr>
        <p:spPr>
          <a:xfrm>
            <a:off x="937846" y="5760720"/>
            <a:ext cx="1875692"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70</a:t>
            </a:r>
          </a:p>
        </p:txBody>
      </p:sp>
      <p:sp>
        <p:nvSpPr>
          <p:cNvPr id="14" name="Rectangle 13"/>
          <p:cNvSpPr/>
          <p:nvPr/>
        </p:nvSpPr>
        <p:spPr>
          <a:xfrm>
            <a:off x="3751384" y="5760720"/>
            <a:ext cx="1875692"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65</a:t>
            </a:r>
          </a:p>
        </p:txBody>
      </p:sp>
      <p:sp>
        <p:nvSpPr>
          <p:cNvPr id="15" name="Rectangle 14"/>
          <p:cNvSpPr/>
          <p:nvPr/>
        </p:nvSpPr>
        <p:spPr>
          <a:xfrm>
            <a:off x="6564923" y="5760720"/>
            <a:ext cx="1875692"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70</a:t>
            </a:r>
          </a:p>
        </p:txBody>
      </p:sp>
      <p:sp>
        <p:nvSpPr>
          <p:cNvPr id="16" name="Rectangle 15"/>
          <p:cNvSpPr/>
          <p:nvPr/>
        </p:nvSpPr>
        <p:spPr>
          <a:xfrm>
            <a:off x="9378461" y="5760720"/>
            <a:ext cx="1875692"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80</a:t>
            </a:r>
          </a:p>
        </p:txBody>
      </p:sp>
      <p:sp>
        <p:nvSpPr>
          <p:cNvPr id="17" name="Rectangle 16"/>
          <p:cNvSpPr/>
          <p:nvPr/>
        </p:nvSpPr>
        <p:spPr>
          <a:xfrm>
            <a:off x="2344615" y="6309360"/>
            <a:ext cx="1875692"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65</a:t>
            </a:r>
          </a:p>
        </p:txBody>
      </p:sp>
      <p:sp>
        <p:nvSpPr>
          <p:cNvPr id="18" name="Rectangle 17"/>
          <p:cNvSpPr/>
          <p:nvPr/>
        </p:nvSpPr>
        <p:spPr>
          <a:xfrm>
            <a:off x="5158153" y="6309360"/>
            <a:ext cx="1875692"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70</a:t>
            </a:r>
          </a:p>
        </p:txBody>
      </p:sp>
      <p:sp>
        <p:nvSpPr>
          <p:cNvPr id="19" name="Rectangle 18"/>
          <p:cNvSpPr/>
          <p:nvPr/>
        </p:nvSpPr>
        <p:spPr>
          <a:xfrm>
            <a:off x="7971692" y="6309360"/>
            <a:ext cx="1875692"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60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6304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Nico Hulkenberg</a:t>
            </a:r>
          </a:p>
        </p:txBody>
      </p:sp>
      <p:sp>
        <p:nvSpPr>
          <p:cNvPr id="3" name="Rounded Rectangle 2"/>
          <p:cNvSpPr/>
          <p:nvPr/>
        </p:nvSpPr>
        <p:spPr>
          <a:xfrm>
            <a:off x="7985760" y="1645920"/>
            <a:ext cx="2743200" cy="2743200"/>
          </a:xfrm>
          <a:prstGeom prst="roundRect">
            <a:avLst/>
          </a:prstGeom>
          <a:solidFill>
            <a:srgbClr val="010101"/>
          </a:solidFill>
        </p:spPr>
        <p:style>
          <a:lnRef idx="1">
            <a:schemeClr val="accent1"/>
          </a:lnRef>
          <a:fillRef idx="3">
            <a:schemeClr val="accent1"/>
          </a:fillRef>
          <a:effectRef idx="2">
            <a:schemeClr val="accent1"/>
          </a:effectRef>
          <a:fontRef idx="minor">
            <a:schemeClr val="lt1"/>
          </a:fontRef>
        </p:style>
        <p:txBody>
          <a:bodyPr rtlCol="0" anchor="ctr"/>
          <a:lstStyle/>
          <a:p>
            <a:pPr algn="ctr"/>
            <a:r>
              <a:t>Kevin Magnussen</a:t>
            </a:r>
          </a:p>
        </p:txBody>
      </p:sp>
      <p:sp>
        <p:nvSpPr>
          <p:cNvPr id="4" name="Rounded Rectangle 3"/>
          <p:cNvSpPr/>
          <p:nvPr/>
        </p:nvSpPr>
        <p:spPr>
          <a:xfrm>
            <a:off x="5120640" y="2606040"/>
            <a:ext cx="1950720" cy="8229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17-5</a:t>
            </a:r>
          </a:p>
        </p:txBody>
      </p:sp>
      <p:sp>
        <p:nvSpPr>
          <p:cNvPr id="5" name="Rounded Rectangle 4"/>
          <p:cNvSpPr/>
          <p:nvPr/>
        </p:nvSpPr>
        <p:spPr>
          <a:xfrm>
            <a:off x="1956816" y="4663440"/>
            <a:ext cx="274320" cy="2743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450592" y="4663440"/>
            <a:ext cx="274320" cy="2743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944368" y="4663440"/>
            <a:ext cx="274320" cy="2743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438144" y="4663440"/>
            <a:ext cx="274320" cy="2743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02980" y="4663440"/>
            <a:ext cx="274320" cy="2743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220200" y="4663440"/>
            <a:ext cx="274320" cy="2743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837420" y="4663440"/>
            <a:ext cx="274320" cy="2743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0"/>
            <a:ext cx="12192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Race H2H: Nico Hulkenberg VS Kevin Magnussen</a:t>
            </a:r>
          </a:p>
        </p:txBody>
      </p:sp>
      <p:sp>
        <p:nvSpPr>
          <p:cNvPr id="13" name="Rectangle 12"/>
          <p:cNvSpPr/>
          <p:nvPr/>
        </p:nvSpPr>
        <p:spPr>
          <a:xfrm>
            <a:off x="937846" y="5760720"/>
            <a:ext cx="1875692"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75</a:t>
            </a:r>
          </a:p>
        </p:txBody>
      </p:sp>
      <p:sp>
        <p:nvSpPr>
          <p:cNvPr id="14" name="Rectangle 13"/>
          <p:cNvSpPr/>
          <p:nvPr/>
        </p:nvSpPr>
        <p:spPr>
          <a:xfrm>
            <a:off x="3751384" y="5760720"/>
            <a:ext cx="1875692"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70</a:t>
            </a:r>
          </a:p>
        </p:txBody>
      </p:sp>
      <p:sp>
        <p:nvSpPr>
          <p:cNvPr id="15" name="Rectangle 14"/>
          <p:cNvSpPr/>
          <p:nvPr/>
        </p:nvSpPr>
        <p:spPr>
          <a:xfrm>
            <a:off x="6564923" y="5760720"/>
            <a:ext cx="1875692"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75</a:t>
            </a:r>
          </a:p>
        </p:txBody>
      </p:sp>
      <p:sp>
        <p:nvSpPr>
          <p:cNvPr id="16" name="Rectangle 15"/>
          <p:cNvSpPr/>
          <p:nvPr/>
        </p:nvSpPr>
        <p:spPr>
          <a:xfrm>
            <a:off x="9378461" y="5760720"/>
            <a:ext cx="1875692"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85</a:t>
            </a:r>
          </a:p>
        </p:txBody>
      </p:sp>
      <p:sp>
        <p:nvSpPr>
          <p:cNvPr id="17" name="Rectangle 16"/>
          <p:cNvSpPr/>
          <p:nvPr/>
        </p:nvSpPr>
        <p:spPr>
          <a:xfrm>
            <a:off x="2344615" y="6309360"/>
            <a:ext cx="1875692"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65</a:t>
            </a:r>
          </a:p>
        </p:txBody>
      </p:sp>
      <p:sp>
        <p:nvSpPr>
          <p:cNvPr id="18" name="Rectangle 17"/>
          <p:cNvSpPr/>
          <p:nvPr/>
        </p:nvSpPr>
        <p:spPr>
          <a:xfrm>
            <a:off x="5158153" y="6309360"/>
            <a:ext cx="1875692"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70</a:t>
            </a:r>
          </a:p>
        </p:txBody>
      </p:sp>
      <p:sp>
        <p:nvSpPr>
          <p:cNvPr id="19" name="Rectangle 18"/>
          <p:cNvSpPr/>
          <p:nvPr/>
        </p:nvSpPr>
        <p:spPr>
          <a:xfrm>
            <a:off x="7971692" y="6309360"/>
            <a:ext cx="1875692"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60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291584" y="233172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75</a:t>
            </a:r>
          </a:p>
        </p:txBody>
      </p:sp>
      <p:sp>
        <p:nvSpPr>
          <p:cNvPr id="3" name="Rounded Rectangle 2"/>
          <p:cNvSpPr/>
          <p:nvPr/>
        </p:nvSpPr>
        <p:spPr>
          <a:xfrm>
            <a:off x="8583168" y="233172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70</a:t>
            </a:r>
          </a:p>
        </p:txBody>
      </p:sp>
      <p:sp>
        <p:nvSpPr>
          <p:cNvPr id="4" name="Rounded Rectangle 3"/>
          <p:cNvSpPr/>
          <p:nvPr/>
        </p:nvSpPr>
        <p:spPr>
          <a:xfrm>
            <a:off x="6437376" y="233172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75</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85</a:t>
            </a:r>
          </a:p>
        </p:txBody>
      </p:sp>
      <p:sp>
        <p:nvSpPr>
          <p:cNvPr id="6" name="Rounded Rectangle 5"/>
          <p:cNvSpPr/>
          <p:nvPr/>
        </p:nvSpPr>
        <p:spPr>
          <a:xfrm>
            <a:off x="5364480" y="379476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65</a:t>
            </a:r>
          </a:p>
        </p:txBody>
      </p:sp>
      <p:sp>
        <p:nvSpPr>
          <p:cNvPr id="7" name="Rounded Rectangle 6"/>
          <p:cNvSpPr/>
          <p:nvPr/>
        </p:nvSpPr>
        <p:spPr>
          <a:xfrm>
            <a:off x="2682240" y="379476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70</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60</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Race H2H</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Constructor's Championship</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
    Predict the Constructor's Championship order. This question is punishing to having teams very far away from their actual positions, but if you're close (1 or 2 positions) you'll score well still.
How it's scored - the lie:
For each team, we find the difference between their actual position and your prediction. We square it, times by 2.4. Add up all of these, take them away from 200, round down - that's your score.
How it's scored - the truth:
The Spearman's rank coefficient between your order and the actual order is found.
This is mapped such that a score of 1 gets 200 points and 0.5 gets 0. The rest are negative (this has not happened yet)."
</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- 75</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- 70</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- 75</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- 85</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- 65</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- 70</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- 60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14400" y="1371600"/>
          <a:ext cx="6339840" cy="4297680"/>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tblGrid>
              <a:tr h="0">
                <a:tc>
                  <a:txBody>
                    <a:bodyPr/>
                    <a:lstStyle/>
                    <a:p>
                      <a:r>
                        <a:t>Position</a:t>
                      </a:r>
                    </a:p>
                  </a:txBody>
                  <a:tcPr/>
                </a:tc>
                <a:tc>
                  <a:txBody>
                    <a:bodyPr/>
                    <a:lstStyle/>
                    <a:p>
                      <a:r>
                        <a:t>Team</a:t>
                      </a:r>
                    </a:p>
                  </a:txBody>
                  <a:tcPr/>
                </a:tc>
                <a:tc>
                  <a:txBody>
                    <a:bodyPr/>
                    <a:lstStyle/>
                    <a:p>
                      <a:r>
                        <a:t>Predicted Team</a:t>
                      </a:r>
                    </a:p>
                  </a:txBody>
                  <a:tcPr/>
                </a:tc>
                <a:tc>
                  <a:txBody>
                    <a:bodyPr/>
                    <a:lstStyle/>
                    <a:p>
                      <a:r>
                        <a:t>Diff Squared</a:t>
                      </a:r>
                    </a:p>
                  </a:txBody>
                  <a:tcPr/>
                </a:tc>
                <a:extLst>
                  <a:ext uri="{0D108BD9-81ED-4DB2-BD59-A6C34878D82A}">
                    <a16:rowId xmlns:a16="http://schemas.microsoft.com/office/drawing/2014/main" val="10000"/>
                  </a:ext>
                </a:extLst>
              </a:tr>
              <a:tr h="0">
                <a:tc>
                  <a:txBody>
                    <a:bodyPr/>
                    <a:lstStyle/>
                    <a:p>
                      <a:r>
                        <a:t>1</a:t>
                      </a:r>
                    </a:p>
                  </a:txBody>
                  <a:tcPr/>
                </a:tc>
                <a:tc>
                  <a:txBody>
                    <a:bodyPr/>
                    <a:lstStyle/>
                    <a:p>
                      <a:r>
                        <a:t>McLaren</a:t>
                      </a:r>
                    </a:p>
                  </a:txBody>
                  <a:tcPr/>
                </a:tc>
                <a:tc>
                  <a:txBody>
                    <a:bodyPr/>
                    <a:lstStyle/>
                    <a:p>
                      <a:r>
                        <a:t>Red Bull</a:t>
                      </a:r>
                    </a:p>
                  </a:txBody>
                  <a:tcPr/>
                </a:tc>
                <a:tc>
                  <a:txBody>
                    <a:bodyPr/>
                    <a:lstStyle/>
                    <a:p>
                      <a:r>
                        <a:t>4</a:t>
                      </a:r>
                    </a:p>
                  </a:txBody>
                  <a:tcPr/>
                </a:tc>
                <a:extLst>
                  <a:ext uri="{0D108BD9-81ED-4DB2-BD59-A6C34878D82A}">
                    <a16:rowId xmlns:a16="http://schemas.microsoft.com/office/drawing/2014/main" val="10001"/>
                  </a:ext>
                </a:extLst>
              </a:tr>
              <a:tr h="0">
                <a:tc>
                  <a:txBody>
                    <a:bodyPr/>
                    <a:lstStyle/>
                    <a:p>
                      <a:r>
                        <a:t>2</a:t>
                      </a:r>
                    </a:p>
                  </a:txBody>
                  <a:tcPr/>
                </a:tc>
                <a:tc>
                  <a:txBody>
                    <a:bodyPr/>
                    <a:lstStyle/>
                    <a:p>
                      <a:r>
                        <a:t>Ferrari</a:t>
                      </a:r>
                    </a:p>
                  </a:txBody>
                  <a:tcPr/>
                </a:tc>
                <a:tc>
                  <a:txBody>
                    <a:bodyPr/>
                    <a:lstStyle/>
                    <a:p>
                      <a:r>
                        <a:t>Mercedes</a:t>
                      </a:r>
                    </a:p>
                  </a:txBody>
                  <a:tcPr/>
                </a:tc>
                <a:tc>
                  <a:txBody>
                    <a:bodyPr/>
                    <a:lstStyle/>
                    <a:p>
                      <a:r>
                        <a:t>4</a:t>
                      </a:r>
                    </a:p>
                  </a:txBody>
                  <a:tcPr/>
                </a:tc>
                <a:extLst>
                  <a:ext uri="{0D108BD9-81ED-4DB2-BD59-A6C34878D82A}">
                    <a16:rowId xmlns:a16="http://schemas.microsoft.com/office/drawing/2014/main" val="10002"/>
                  </a:ext>
                </a:extLst>
              </a:tr>
              <a:tr h="0">
                <a:tc>
                  <a:txBody>
                    <a:bodyPr/>
                    <a:lstStyle/>
                    <a:p>
                      <a:r>
                        <a:t>3</a:t>
                      </a:r>
                    </a:p>
                  </a:txBody>
                  <a:tcPr/>
                </a:tc>
                <a:tc>
                  <a:txBody>
                    <a:bodyPr/>
                    <a:lstStyle/>
                    <a:p>
                      <a:r>
                        <a:t>Red Bull</a:t>
                      </a:r>
                    </a:p>
                  </a:txBody>
                  <a:tcPr/>
                </a:tc>
                <a:tc>
                  <a:txBody>
                    <a:bodyPr/>
                    <a:lstStyle/>
                    <a:p>
                      <a:r>
                        <a:t>Ferrari</a:t>
                      </a:r>
                    </a:p>
                  </a:txBody>
                  <a:tcPr/>
                </a:tc>
                <a:tc>
                  <a:txBody>
                    <a:bodyPr/>
                    <a:lstStyle/>
                    <a:p>
                      <a:r>
                        <a:t>1</a:t>
                      </a:r>
                    </a:p>
                  </a:txBody>
                  <a:tcPr/>
                </a:tc>
                <a:extLst>
                  <a:ext uri="{0D108BD9-81ED-4DB2-BD59-A6C34878D82A}">
                    <a16:rowId xmlns:a16="http://schemas.microsoft.com/office/drawing/2014/main" val="10003"/>
                  </a:ext>
                </a:extLst>
              </a:tr>
              <a:tr h="0">
                <a:tc>
                  <a:txBody>
                    <a:bodyPr/>
                    <a:lstStyle/>
                    <a:p>
                      <a:r>
                        <a:t>4</a:t>
                      </a:r>
                    </a:p>
                  </a:txBody>
                  <a:tcPr/>
                </a:tc>
                <a:tc>
                  <a:txBody>
                    <a:bodyPr/>
                    <a:lstStyle/>
                    <a:p>
                      <a:r>
                        <a:t>Mercedes</a:t>
                      </a:r>
                    </a:p>
                  </a:txBody>
                  <a:tcPr/>
                </a:tc>
                <a:tc>
                  <a:txBody>
                    <a:bodyPr/>
                    <a:lstStyle/>
                    <a:p>
                      <a:r>
                        <a:t>McLaren</a:t>
                      </a:r>
                    </a:p>
                  </a:txBody>
                  <a:tcPr/>
                </a:tc>
                <a:tc>
                  <a:txBody>
                    <a:bodyPr/>
                    <a:lstStyle/>
                    <a:p>
                      <a:r>
                        <a:t>9</a:t>
                      </a:r>
                    </a:p>
                  </a:txBody>
                  <a:tcPr/>
                </a:tc>
                <a:extLst>
                  <a:ext uri="{0D108BD9-81ED-4DB2-BD59-A6C34878D82A}">
                    <a16:rowId xmlns:a16="http://schemas.microsoft.com/office/drawing/2014/main" val="10004"/>
                  </a:ext>
                </a:extLst>
              </a:tr>
              <a:tr h="0">
                <a:tc>
                  <a:txBody>
                    <a:bodyPr/>
                    <a:lstStyle/>
                    <a:p>
                      <a:r>
                        <a:t>5</a:t>
                      </a:r>
                    </a:p>
                  </a:txBody>
                  <a:tcPr/>
                </a:tc>
                <a:tc>
                  <a:txBody>
                    <a:bodyPr/>
                    <a:lstStyle/>
                    <a:p>
                      <a:r>
                        <a:t>Aston Martin</a:t>
                      </a:r>
                    </a:p>
                  </a:txBody>
                  <a:tcPr/>
                </a:tc>
                <a:tc>
                  <a:txBody>
                    <a:bodyPr/>
                    <a:lstStyle/>
                    <a:p>
                      <a:r>
                        <a:t>Aston Martin</a:t>
                      </a:r>
                    </a:p>
                  </a:txBody>
                  <a:tcPr/>
                </a:tc>
                <a:tc>
                  <a:txBody>
                    <a:bodyPr/>
                    <a:lstStyle/>
                    <a:p>
                      <a:r>
                        <a:t>0</a:t>
                      </a:r>
                    </a:p>
                  </a:txBody>
                  <a:tcPr/>
                </a:tc>
                <a:extLst>
                  <a:ext uri="{0D108BD9-81ED-4DB2-BD59-A6C34878D82A}">
                    <a16:rowId xmlns:a16="http://schemas.microsoft.com/office/drawing/2014/main" val="10005"/>
                  </a:ext>
                </a:extLst>
              </a:tr>
              <a:tr h="0">
                <a:tc>
                  <a:txBody>
                    <a:bodyPr/>
                    <a:lstStyle/>
                    <a:p>
                      <a:r>
                        <a:t>6</a:t>
                      </a:r>
                    </a:p>
                  </a:txBody>
                  <a:tcPr/>
                </a:tc>
                <a:tc>
                  <a:txBody>
                    <a:bodyPr/>
                    <a:lstStyle/>
                    <a:p>
                      <a:r>
                        <a:t>Alpine</a:t>
                      </a:r>
                    </a:p>
                  </a:txBody>
                  <a:tcPr/>
                </a:tc>
                <a:tc>
                  <a:txBody>
                    <a:bodyPr/>
                    <a:lstStyle/>
                    <a:p>
                      <a:r>
                        <a:t>Visa RB</a:t>
                      </a:r>
                    </a:p>
                  </a:txBody>
                  <a:tcPr/>
                </a:tc>
                <a:tc>
                  <a:txBody>
                    <a:bodyPr/>
                    <a:lstStyle/>
                    <a:p>
                      <a:r>
                        <a:t>1</a:t>
                      </a:r>
                    </a:p>
                  </a:txBody>
                  <a:tcPr/>
                </a:tc>
                <a:extLst>
                  <a:ext uri="{0D108BD9-81ED-4DB2-BD59-A6C34878D82A}">
                    <a16:rowId xmlns:a16="http://schemas.microsoft.com/office/drawing/2014/main" val="10006"/>
                  </a:ext>
                </a:extLst>
              </a:tr>
              <a:tr h="0">
                <a:tc>
                  <a:txBody>
                    <a:bodyPr/>
                    <a:lstStyle/>
                    <a:p>
                      <a:r>
                        <a:t>7</a:t>
                      </a:r>
                    </a:p>
                  </a:txBody>
                  <a:tcPr/>
                </a:tc>
                <a:tc>
                  <a:txBody>
                    <a:bodyPr/>
                    <a:lstStyle/>
                    <a:p>
                      <a:r>
                        <a:t>Haas</a:t>
                      </a:r>
                    </a:p>
                  </a:txBody>
                  <a:tcPr/>
                </a:tc>
                <a:tc>
                  <a:txBody>
                    <a:bodyPr/>
                    <a:lstStyle/>
                    <a:p>
                      <a:r>
                        <a:t>Alpine</a:t>
                      </a:r>
                    </a:p>
                  </a:txBody>
                  <a:tcPr/>
                </a:tc>
                <a:tc>
                  <a:txBody>
                    <a:bodyPr/>
                    <a:lstStyle/>
                    <a:p>
                      <a:r>
                        <a:t>0</a:t>
                      </a:r>
                    </a:p>
                  </a:txBody>
                  <a:tcPr/>
                </a:tc>
                <a:extLst>
                  <a:ext uri="{0D108BD9-81ED-4DB2-BD59-A6C34878D82A}">
                    <a16:rowId xmlns:a16="http://schemas.microsoft.com/office/drawing/2014/main" val="10007"/>
                  </a:ext>
                </a:extLst>
              </a:tr>
              <a:tr h="0">
                <a:tc>
                  <a:txBody>
                    <a:bodyPr/>
                    <a:lstStyle/>
                    <a:p>
                      <a:r>
                        <a:t>8</a:t>
                      </a:r>
                    </a:p>
                  </a:txBody>
                  <a:tcPr/>
                </a:tc>
                <a:tc>
                  <a:txBody>
                    <a:bodyPr/>
                    <a:lstStyle/>
                    <a:p>
                      <a:r>
                        <a:t>Visa RB</a:t>
                      </a:r>
                    </a:p>
                  </a:txBody>
                  <a:tcPr/>
                </a:tc>
                <a:tc>
                  <a:txBody>
                    <a:bodyPr/>
                    <a:lstStyle/>
                    <a:p>
                      <a:r>
                        <a:t>Stake</a:t>
                      </a:r>
                    </a:p>
                  </a:txBody>
                  <a:tcPr/>
                </a:tc>
                <a:tc>
                  <a:txBody>
                    <a:bodyPr/>
                    <a:lstStyle/>
                    <a:p>
                      <a:r>
                        <a:t>4</a:t>
                      </a:r>
                    </a:p>
                  </a:txBody>
                  <a:tcPr/>
                </a:tc>
                <a:extLst>
                  <a:ext uri="{0D108BD9-81ED-4DB2-BD59-A6C34878D82A}">
                    <a16:rowId xmlns:a16="http://schemas.microsoft.com/office/drawing/2014/main" val="10008"/>
                  </a:ext>
                </a:extLst>
              </a:tr>
              <a:tr h="0">
                <a:tc>
                  <a:txBody>
                    <a:bodyPr/>
                    <a:lstStyle/>
                    <a:p>
                      <a:r>
                        <a:t>9</a:t>
                      </a:r>
                    </a:p>
                  </a:txBody>
                  <a:tcPr/>
                </a:tc>
                <a:tc>
                  <a:txBody>
                    <a:bodyPr/>
                    <a:lstStyle/>
                    <a:p>
                      <a:r>
                        <a:t>Williams</a:t>
                      </a:r>
                    </a:p>
                  </a:txBody>
                  <a:tcPr/>
                </a:tc>
                <a:tc>
                  <a:txBody>
                    <a:bodyPr/>
                    <a:lstStyle/>
                    <a:p>
                      <a:r>
                        <a:t>Williams</a:t>
                      </a:r>
                    </a:p>
                  </a:txBody>
                  <a:tcPr/>
                </a:tc>
                <a:tc>
                  <a:txBody>
                    <a:bodyPr/>
                    <a:lstStyle/>
                    <a:p>
                      <a:r>
                        <a:t>4</a:t>
                      </a:r>
                    </a:p>
                  </a:txBody>
                  <a:tcPr/>
                </a:tc>
                <a:extLst>
                  <a:ext uri="{0D108BD9-81ED-4DB2-BD59-A6C34878D82A}">
                    <a16:rowId xmlns:a16="http://schemas.microsoft.com/office/drawing/2014/main" val="10009"/>
                  </a:ext>
                </a:extLst>
              </a:tr>
              <a:tr h="0">
                <a:tc>
                  <a:txBody>
                    <a:bodyPr/>
                    <a:lstStyle/>
                    <a:p>
                      <a:r>
                        <a:t>10</a:t>
                      </a:r>
                    </a:p>
                  </a:txBody>
                  <a:tcPr/>
                </a:tc>
                <a:tc>
                  <a:txBody>
                    <a:bodyPr/>
                    <a:lstStyle/>
                    <a:p>
                      <a:r>
                        <a:t>Stake</a:t>
                      </a:r>
                    </a:p>
                  </a:txBody>
                  <a:tcPr/>
                </a:tc>
                <a:tc>
                  <a:txBody>
                    <a:bodyPr/>
                    <a:lstStyle/>
                    <a:p>
                      <a:r>
                        <a:t>Haas</a:t>
                      </a:r>
                    </a:p>
                  </a:txBody>
                  <a:tcPr/>
                </a:tc>
                <a:tc>
                  <a:txBody>
                    <a:bodyPr/>
                    <a:lstStyle/>
                    <a:p>
                      <a:r>
                        <a:t>9</a:t>
                      </a:r>
                    </a:p>
                  </a:txBody>
                  <a:tcPr/>
                </a:tc>
                <a:extLst>
                  <a:ext uri="{0D108BD9-81ED-4DB2-BD59-A6C34878D82A}">
                    <a16:rowId xmlns:a16="http://schemas.microsoft.com/office/drawing/2014/main" val="10010"/>
                  </a:ext>
                </a:extLst>
              </a:tr>
            </a:tbl>
          </a:graphicData>
        </a:graphic>
      </p:graphicFrame>
      <p:sp>
        <p:nvSpPr>
          <p:cNvPr id="3" name="Rounded Rectangle 2"/>
          <p:cNvSpPr/>
          <p:nvPr/>
        </p:nvSpPr>
        <p:spPr>
          <a:xfrm>
            <a:off x="9265920" y="2880360"/>
            <a:ext cx="1463040" cy="10972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Diffs = 36
Score:
113</a:t>
            </a:r>
          </a:p>
        </p:txBody>
      </p:sp>
      <p:sp>
        <p:nvSpPr>
          <p:cNvPr id="4" name="Rectangle 3"/>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Constructor's - Benedict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14400" y="1371600"/>
          <a:ext cx="6339840" cy="4297680"/>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tblGrid>
              <a:tr h="0">
                <a:tc>
                  <a:txBody>
                    <a:bodyPr/>
                    <a:lstStyle/>
                    <a:p>
                      <a:r>
                        <a:t>Position</a:t>
                      </a:r>
                    </a:p>
                  </a:txBody>
                  <a:tcPr/>
                </a:tc>
                <a:tc>
                  <a:txBody>
                    <a:bodyPr/>
                    <a:lstStyle/>
                    <a:p>
                      <a:r>
                        <a:t>Team</a:t>
                      </a:r>
                    </a:p>
                  </a:txBody>
                  <a:tcPr/>
                </a:tc>
                <a:tc>
                  <a:txBody>
                    <a:bodyPr/>
                    <a:lstStyle/>
                    <a:p>
                      <a:r>
                        <a:t>Predicted Team</a:t>
                      </a:r>
                    </a:p>
                  </a:txBody>
                  <a:tcPr/>
                </a:tc>
                <a:tc>
                  <a:txBody>
                    <a:bodyPr/>
                    <a:lstStyle/>
                    <a:p>
                      <a:r>
                        <a:t>Diff Squared</a:t>
                      </a:r>
                    </a:p>
                  </a:txBody>
                  <a:tcPr/>
                </a:tc>
                <a:extLst>
                  <a:ext uri="{0D108BD9-81ED-4DB2-BD59-A6C34878D82A}">
                    <a16:rowId xmlns:a16="http://schemas.microsoft.com/office/drawing/2014/main" val="10000"/>
                  </a:ext>
                </a:extLst>
              </a:tr>
              <a:tr h="0">
                <a:tc>
                  <a:txBody>
                    <a:bodyPr/>
                    <a:lstStyle/>
                    <a:p>
                      <a:r>
                        <a:t>1</a:t>
                      </a:r>
                    </a:p>
                  </a:txBody>
                  <a:tcPr/>
                </a:tc>
                <a:tc>
                  <a:txBody>
                    <a:bodyPr/>
                    <a:lstStyle/>
                    <a:p>
                      <a:r>
                        <a:t>McLaren</a:t>
                      </a:r>
                    </a:p>
                  </a:txBody>
                  <a:tcPr/>
                </a:tc>
                <a:tc>
                  <a:txBody>
                    <a:bodyPr/>
                    <a:lstStyle/>
                    <a:p>
                      <a:r>
                        <a:t>Red Bull</a:t>
                      </a:r>
                    </a:p>
                  </a:txBody>
                  <a:tcPr/>
                </a:tc>
                <a:tc>
                  <a:txBody>
                    <a:bodyPr/>
                    <a:lstStyle/>
                    <a:p>
                      <a:r>
                        <a:t>4</a:t>
                      </a:r>
                    </a:p>
                  </a:txBody>
                  <a:tcPr/>
                </a:tc>
                <a:extLst>
                  <a:ext uri="{0D108BD9-81ED-4DB2-BD59-A6C34878D82A}">
                    <a16:rowId xmlns:a16="http://schemas.microsoft.com/office/drawing/2014/main" val="10001"/>
                  </a:ext>
                </a:extLst>
              </a:tr>
              <a:tr h="0">
                <a:tc>
                  <a:txBody>
                    <a:bodyPr/>
                    <a:lstStyle/>
                    <a:p>
                      <a:r>
                        <a:t>2</a:t>
                      </a:r>
                    </a:p>
                  </a:txBody>
                  <a:tcPr/>
                </a:tc>
                <a:tc>
                  <a:txBody>
                    <a:bodyPr/>
                    <a:lstStyle/>
                    <a:p>
                      <a:r>
                        <a:t>Ferrari</a:t>
                      </a:r>
                    </a:p>
                  </a:txBody>
                  <a:tcPr/>
                </a:tc>
                <a:tc>
                  <a:txBody>
                    <a:bodyPr/>
                    <a:lstStyle/>
                    <a:p>
                      <a:r>
                        <a:t>Ferrari</a:t>
                      </a:r>
                    </a:p>
                  </a:txBody>
                  <a:tcPr/>
                </a:tc>
                <a:tc>
                  <a:txBody>
                    <a:bodyPr/>
                    <a:lstStyle/>
                    <a:p>
                      <a:r>
                        <a:t>0</a:t>
                      </a:r>
                    </a:p>
                  </a:txBody>
                  <a:tcPr/>
                </a:tc>
                <a:extLst>
                  <a:ext uri="{0D108BD9-81ED-4DB2-BD59-A6C34878D82A}">
                    <a16:rowId xmlns:a16="http://schemas.microsoft.com/office/drawing/2014/main" val="10002"/>
                  </a:ext>
                </a:extLst>
              </a:tr>
              <a:tr h="0">
                <a:tc>
                  <a:txBody>
                    <a:bodyPr/>
                    <a:lstStyle/>
                    <a:p>
                      <a:r>
                        <a:t>3</a:t>
                      </a:r>
                    </a:p>
                  </a:txBody>
                  <a:tcPr/>
                </a:tc>
                <a:tc>
                  <a:txBody>
                    <a:bodyPr/>
                    <a:lstStyle/>
                    <a:p>
                      <a:r>
                        <a:t>Red Bull</a:t>
                      </a:r>
                    </a:p>
                  </a:txBody>
                  <a:tcPr/>
                </a:tc>
                <a:tc>
                  <a:txBody>
                    <a:bodyPr/>
                    <a:lstStyle/>
                    <a:p>
                      <a:r>
                        <a:t>McLaren</a:t>
                      </a:r>
                    </a:p>
                  </a:txBody>
                  <a:tcPr/>
                </a:tc>
                <a:tc>
                  <a:txBody>
                    <a:bodyPr/>
                    <a:lstStyle/>
                    <a:p>
                      <a:r>
                        <a:rPr dirty="0"/>
                        <a:t>0</a:t>
                      </a:r>
                    </a:p>
                  </a:txBody>
                  <a:tcPr/>
                </a:tc>
                <a:extLst>
                  <a:ext uri="{0D108BD9-81ED-4DB2-BD59-A6C34878D82A}">
                    <a16:rowId xmlns:a16="http://schemas.microsoft.com/office/drawing/2014/main" val="10003"/>
                  </a:ext>
                </a:extLst>
              </a:tr>
              <a:tr h="0">
                <a:tc>
                  <a:txBody>
                    <a:bodyPr/>
                    <a:lstStyle/>
                    <a:p>
                      <a:r>
                        <a:t>4</a:t>
                      </a:r>
                    </a:p>
                  </a:txBody>
                  <a:tcPr/>
                </a:tc>
                <a:tc>
                  <a:txBody>
                    <a:bodyPr/>
                    <a:lstStyle/>
                    <a:p>
                      <a:r>
                        <a:t>Mercedes</a:t>
                      </a:r>
                    </a:p>
                  </a:txBody>
                  <a:tcPr/>
                </a:tc>
                <a:tc>
                  <a:txBody>
                    <a:bodyPr/>
                    <a:lstStyle/>
                    <a:p>
                      <a:r>
                        <a:t>Mercedes</a:t>
                      </a:r>
                    </a:p>
                  </a:txBody>
                  <a:tcPr/>
                </a:tc>
                <a:tc>
                  <a:txBody>
                    <a:bodyPr/>
                    <a:lstStyle/>
                    <a:p>
                      <a:r>
                        <a:t>4</a:t>
                      </a:r>
                    </a:p>
                  </a:txBody>
                  <a:tcPr/>
                </a:tc>
                <a:extLst>
                  <a:ext uri="{0D108BD9-81ED-4DB2-BD59-A6C34878D82A}">
                    <a16:rowId xmlns:a16="http://schemas.microsoft.com/office/drawing/2014/main" val="10004"/>
                  </a:ext>
                </a:extLst>
              </a:tr>
              <a:tr h="0">
                <a:tc>
                  <a:txBody>
                    <a:bodyPr/>
                    <a:lstStyle/>
                    <a:p>
                      <a:r>
                        <a:t>5</a:t>
                      </a:r>
                    </a:p>
                  </a:txBody>
                  <a:tcPr/>
                </a:tc>
                <a:tc>
                  <a:txBody>
                    <a:bodyPr/>
                    <a:lstStyle/>
                    <a:p>
                      <a:r>
                        <a:t>Aston Martin</a:t>
                      </a:r>
                    </a:p>
                  </a:txBody>
                  <a:tcPr/>
                </a:tc>
                <a:tc>
                  <a:txBody>
                    <a:bodyPr/>
                    <a:lstStyle/>
                    <a:p>
                      <a:r>
                        <a:t>Aston Martin</a:t>
                      </a:r>
                    </a:p>
                  </a:txBody>
                  <a:tcPr/>
                </a:tc>
                <a:tc>
                  <a:txBody>
                    <a:bodyPr/>
                    <a:lstStyle/>
                    <a:p>
                      <a:r>
                        <a:t>0</a:t>
                      </a:r>
                    </a:p>
                  </a:txBody>
                  <a:tcPr/>
                </a:tc>
                <a:extLst>
                  <a:ext uri="{0D108BD9-81ED-4DB2-BD59-A6C34878D82A}">
                    <a16:rowId xmlns:a16="http://schemas.microsoft.com/office/drawing/2014/main" val="10005"/>
                  </a:ext>
                </a:extLst>
              </a:tr>
              <a:tr h="0">
                <a:tc>
                  <a:txBody>
                    <a:bodyPr/>
                    <a:lstStyle/>
                    <a:p>
                      <a:r>
                        <a:t>6</a:t>
                      </a:r>
                    </a:p>
                  </a:txBody>
                  <a:tcPr/>
                </a:tc>
                <a:tc>
                  <a:txBody>
                    <a:bodyPr/>
                    <a:lstStyle/>
                    <a:p>
                      <a:r>
                        <a:t>Alpine</a:t>
                      </a:r>
                    </a:p>
                  </a:txBody>
                  <a:tcPr/>
                </a:tc>
                <a:tc>
                  <a:txBody>
                    <a:bodyPr/>
                    <a:lstStyle/>
                    <a:p>
                      <a:r>
                        <a:t>Visa RB</a:t>
                      </a:r>
                    </a:p>
                  </a:txBody>
                  <a:tcPr/>
                </a:tc>
                <a:tc>
                  <a:txBody>
                    <a:bodyPr/>
                    <a:lstStyle/>
                    <a:p>
                      <a:r>
                        <a:t>1</a:t>
                      </a:r>
                    </a:p>
                  </a:txBody>
                  <a:tcPr/>
                </a:tc>
                <a:extLst>
                  <a:ext uri="{0D108BD9-81ED-4DB2-BD59-A6C34878D82A}">
                    <a16:rowId xmlns:a16="http://schemas.microsoft.com/office/drawing/2014/main" val="10006"/>
                  </a:ext>
                </a:extLst>
              </a:tr>
              <a:tr h="0">
                <a:tc>
                  <a:txBody>
                    <a:bodyPr/>
                    <a:lstStyle/>
                    <a:p>
                      <a:r>
                        <a:t>7</a:t>
                      </a:r>
                    </a:p>
                  </a:txBody>
                  <a:tcPr/>
                </a:tc>
                <a:tc>
                  <a:txBody>
                    <a:bodyPr/>
                    <a:lstStyle/>
                    <a:p>
                      <a:r>
                        <a:t>Haas</a:t>
                      </a:r>
                    </a:p>
                  </a:txBody>
                  <a:tcPr/>
                </a:tc>
                <a:tc>
                  <a:txBody>
                    <a:bodyPr/>
                    <a:lstStyle/>
                    <a:p>
                      <a:r>
                        <a:t>Alpine</a:t>
                      </a:r>
                    </a:p>
                  </a:txBody>
                  <a:tcPr/>
                </a:tc>
                <a:tc>
                  <a:txBody>
                    <a:bodyPr/>
                    <a:lstStyle/>
                    <a:p>
                      <a:r>
                        <a:t>1</a:t>
                      </a:r>
                    </a:p>
                  </a:txBody>
                  <a:tcPr/>
                </a:tc>
                <a:extLst>
                  <a:ext uri="{0D108BD9-81ED-4DB2-BD59-A6C34878D82A}">
                    <a16:rowId xmlns:a16="http://schemas.microsoft.com/office/drawing/2014/main" val="10007"/>
                  </a:ext>
                </a:extLst>
              </a:tr>
              <a:tr h="0">
                <a:tc>
                  <a:txBody>
                    <a:bodyPr/>
                    <a:lstStyle/>
                    <a:p>
                      <a:r>
                        <a:t>8</a:t>
                      </a:r>
                    </a:p>
                  </a:txBody>
                  <a:tcPr/>
                </a:tc>
                <a:tc>
                  <a:txBody>
                    <a:bodyPr/>
                    <a:lstStyle/>
                    <a:p>
                      <a:r>
                        <a:t>Visa RB</a:t>
                      </a:r>
                    </a:p>
                  </a:txBody>
                  <a:tcPr/>
                </a:tc>
                <a:tc>
                  <a:txBody>
                    <a:bodyPr/>
                    <a:lstStyle/>
                    <a:p>
                      <a:r>
                        <a:t>Williams</a:t>
                      </a:r>
                    </a:p>
                  </a:txBody>
                  <a:tcPr/>
                </a:tc>
                <a:tc>
                  <a:txBody>
                    <a:bodyPr/>
                    <a:lstStyle/>
                    <a:p>
                      <a:r>
                        <a:t>4</a:t>
                      </a:r>
                    </a:p>
                  </a:txBody>
                  <a:tcPr/>
                </a:tc>
                <a:extLst>
                  <a:ext uri="{0D108BD9-81ED-4DB2-BD59-A6C34878D82A}">
                    <a16:rowId xmlns:a16="http://schemas.microsoft.com/office/drawing/2014/main" val="10008"/>
                  </a:ext>
                </a:extLst>
              </a:tr>
              <a:tr h="0">
                <a:tc>
                  <a:txBody>
                    <a:bodyPr/>
                    <a:lstStyle/>
                    <a:p>
                      <a:r>
                        <a:t>9</a:t>
                      </a:r>
                    </a:p>
                  </a:txBody>
                  <a:tcPr/>
                </a:tc>
                <a:tc>
                  <a:txBody>
                    <a:bodyPr/>
                    <a:lstStyle/>
                    <a:p>
                      <a:r>
                        <a:t>Williams</a:t>
                      </a:r>
                    </a:p>
                  </a:txBody>
                  <a:tcPr/>
                </a:tc>
                <a:tc>
                  <a:txBody>
                    <a:bodyPr/>
                    <a:lstStyle/>
                    <a:p>
                      <a:r>
                        <a:t>Stake</a:t>
                      </a:r>
                    </a:p>
                  </a:txBody>
                  <a:tcPr/>
                </a:tc>
                <a:tc>
                  <a:txBody>
                    <a:bodyPr/>
                    <a:lstStyle/>
                    <a:p>
                      <a:r>
                        <a:t>1</a:t>
                      </a:r>
                    </a:p>
                  </a:txBody>
                  <a:tcPr/>
                </a:tc>
                <a:extLst>
                  <a:ext uri="{0D108BD9-81ED-4DB2-BD59-A6C34878D82A}">
                    <a16:rowId xmlns:a16="http://schemas.microsoft.com/office/drawing/2014/main" val="10009"/>
                  </a:ext>
                </a:extLst>
              </a:tr>
              <a:tr h="0">
                <a:tc>
                  <a:txBody>
                    <a:bodyPr/>
                    <a:lstStyle/>
                    <a:p>
                      <a:r>
                        <a:t>10</a:t>
                      </a:r>
                    </a:p>
                  </a:txBody>
                  <a:tcPr/>
                </a:tc>
                <a:tc>
                  <a:txBody>
                    <a:bodyPr/>
                    <a:lstStyle/>
                    <a:p>
                      <a:r>
                        <a:t>Stake</a:t>
                      </a:r>
                    </a:p>
                  </a:txBody>
                  <a:tcPr/>
                </a:tc>
                <a:tc>
                  <a:txBody>
                    <a:bodyPr/>
                    <a:lstStyle/>
                    <a:p>
                      <a:r>
                        <a:t>Haas</a:t>
                      </a:r>
                    </a:p>
                  </a:txBody>
                  <a:tcPr/>
                </a:tc>
                <a:tc>
                  <a:txBody>
                    <a:bodyPr/>
                    <a:lstStyle/>
                    <a:p>
                      <a:r>
                        <a:rPr dirty="0"/>
                        <a:t>9</a:t>
                      </a:r>
                    </a:p>
                  </a:txBody>
                  <a:tcPr/>
                </a:tc>
                <a:extLst>
                  <a:ext uri="{0D108BD9-81ED-4DB2-BD59-A6C34878D82A}">
                    <a16:rowId xmlns:a16="http://schemas.microsoft.com/office/drawing/2014/main" val="10010"/>
                  </a:ext>
                </a:extLst>
              </a:tr>
            </a:tbl>
          </a:graphicData>
        </a:graphic>
      </p:graphicFrame>
      <p:sp>
        <p:nvSpPr>
          <p:cNvPr id="3" name="Rounded Rectangle 2"/>
          <p:cNvSpPr/>
          <p:nvPr/>
        </p:nvSpPr>
        <p:spPr>
          <a:xfrm>
            <a:off x="9265920" y="2880360"/>
            <a:ext cx="1463040" cy="10972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Diffs = 24
Score:
142</a:t>
            </a:r>
          </a:p>
        </p:txBody>
      </p:sp>
      <p:sp>
        <p:nvSpPr>
          <p:cNvPr id="4" name="Rectangle 3"/>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Constructor's - Carla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14400" y="1371600"/>
          <a:ext cx="6339840" cy="4297680"/>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tblGrid>
              <a:tr h="0">
                <a:tc>
                  <a:txBody>
                    <a:bodyPr/>
                    <a:lstStyle/>
                    <a:p>
                      <a:r>
                        <a:t>Position</a:t>
                      </a:r>
                    </a:p>
                  </a:txBody>
                  <a:tcPr/>
                </a:tc>
                <a:tc>
                  <a:txBody>
                    <a:bodyPr/>
                    <a:lstStyle/>
                    <a:p>
                      <a:r>
                        <a:t>Team</a:t>
                      </a:r>
                    </a:p>
                  </a:txBody>
                  <a:tcPr/>
                </a:tc>
                <a:tc>
                  <a:txBody>
                    <a:bodyPr/>
                    <a:lstStyle/>
                    <a:p>
                      <a:r>
                        <a:t>Predicted Team</a:t>
                      </a:r>
                    </a:p>
                  </a:txBody>
                  <a:tcPr/>
                </a:tc>
                <a:tc>
                  <a:txBody>
                    <a:bodyPr/>
                    <a:lstStyle/>
                    <a:p>
                      <a:r>
                        <a:t>Diff Squared</a:t>
                      </a:r>
                    </a:p>
                  </a:txBody>
                  <a:tcPr/>
                </a:tc>
                <a:extLst>
                  <a:ext uri="{0D108BD9-81ED-4DB2-BD59-A6C34878D82A}">
                    <a16:rowId xmlns:a16="http://schemas.microsoft.com/office/drawing/2014/main" val="10000"/>
                  </a:ext>
                </a:extLst>
              </a:tr>
              <a:tr h="0">
                <a:tc>
                  <a:txBody>
                    <a:bodyPr/>
                    <a:lstStyle/>
                    <a:p>
                      <a:r>
                        <a:t>1</a:t>
                      </a:r>
                    </a:p>
                  </a:txBody>
                  <a:tcPr/>
                </a:tc>
                <a:tc>
                  <a:txBody>
                    <a:bodyPr/>
                    <a:lstStyle/>
                    <a:p>
                      <a:r>
                        <a:t>McLaren</a:t>
                      </a:r>
                    </a:p>
                  </a:txBody>
                  <a:tcPr/>
                </a:tc>
                <a:tc>
                  <a:txBody>
                    <a:bodyPr/>
                    <a:lstStyle/>
                    <a:p>
                      <a:r>
                        <a:t>Red Bull</a:t>
                      </a:r>
                    </a:p>
                  </a:txBody>
                  <a:tcPr/>
                </a:tc>
                <a:tc>
                  <a:txBody>
                    <a:bodyPr/>
                    <a:lstStyle/>
                    <a:p>
                      <a:r>
                        <a:t>4</a:t>
                      </a:r>
                    </a:p>
                  </a:txBody>
                  <a:tcPr/>
                </a:tc>
                <a:extLst>
                  <a:ext uri="{0D108BD9-81ED-4DB2-BD59-A6C34878D82A}">
                    <a16:rowId xmlns:a16="http://schemas.microsoft.com/office/drawing/2014/main" val="10001"/>
                  </a:ext>
                </a:extLst>
              </a:tr>
              <a:tr h="0">
                <a:tc>
                  <a:txBody>
                    <a:bodyPr/>
                    <a:lstStyle/>
                    <a:p>
                      <a:r>
                        <a:t>2</a:t>
                      </a:r>
                    </a:p>
                  </a:txBody>
                  <a:tcPr/>
                </a:tc>
                <a:tc>
                  <a:txBody>
                    <a:bodyPr/>
                    <a:lstStyle/>
                    <a:p>
                      <a:r>
                        <a:t>Ferrari</a:t>
                      </a:r>
                    </a:p>
                  </a:txBody>
                  <a:tcPr/>
                </a:tc>
                <a:tc>
                  <a:txBody>
                    <a:bodyPr/>
                    <a:lstStyle/>
                    <a:p>
                      <a:r>
                        <a:t>Ferrari</a:t>
                      </a:r>
                    </a:p>
                  </a:txBody>
                  <a:tcPr/>
                </a:tc>
                <a:tc>
                  <a:txBody>
                    <a:bodyPr/>
                    <a:lstStyle/>
                    <a:p>
                      <a:r>
                        <a:t>1</a:t>
                      </a:r>
                    </a:p>
                  </a:txBody>
                  <a:tcPr/>
                </a:tc>
                <a:extLst>
                  <a:ext uri="{0D108BD9-81ED-4DB2-BD59-A6C34878D82A}">
                    <a16:rowId xmlns:a16="http://schemas.microsoft.com/office/drawing/2014/main" val="10002"/>
                  </a:ext>
                </a:extLst>
              </a:tr>
              <a:tr h="0">
                <a:tc>
                  <a:txBody>
                    <a:bodyPr/>
                    <a:lstStyle/>
                    <a:p>
                      <a:r>
                        <a:t>3</a:t>
                      </a:r>
                    </a:p>
                  </a:txBody>
                  <a:tcPr/>
                </a:tc>
                <a:tc>
                  <a:txBody>
                    <a:bodyPr/>
                    <a:lstStyle/>
                    <a:p>
                      <a:r>
                        <a:t>Red Bull</a:t>
                      </a:r>
                    </a:p>
                  </a:txBody>
                  <a:tcPr/>
                </a:tc>
                <a:tc>
                  <a:txBody>
                    <a:bodyPr/>
                    <a:lstStyle/>
                    <a:p>
                      <a:r>
                        <a:t>Mercedes</a:t>
                      </a:r>
                    </a:p>
                  </a:txBody>
                  <a:tcPr/>
                </a:tc>
                <a:tc>
                  <a:txBody>
                    <a:bodyPr/>
                    <a:lstStyle/>
                    <a:p>
                      <a:r>
                        <a:t>0</a:t>
                      </a:r>
                    </a:p>
                  </a:txBody>
                  <a:tcPr/>
                </a:tc>
                <a:extLst>
                  <a:ext uri="{0D108BD9-81ED-4DB2-BD59-A6C34878D82A}">
                    <a16:rowId xmlns:a16="http://schemas.microsoft.com/office/drawing/2014/main" val="10003"/>
                  </a:ext>
                </a:extLst>
              </a:tr>
              <a:tr h="0">
                <a:tc>
                  <a:txBody>
                    <a:bodyPr/>
                    <a:lstStyle/>
                    <a:p>
                      <a:r>
                        <a:t>4</a:t>
                      </a:r>
                    </a:p>
                  </a:txBody>
                  <a:tcPr/>
                </a:tc>
                <a:tc>
                  <a:txBody>
                    <a:bodyPr/>
                    <a:lstStyle/>
                    <a:p>
                      <a:r>
                        <a:t>Mercedes</a:t>
                      </a:r>
                    </a:p>
                  </a:txBody>
                  <a:tcPr/>
                </a:tc>
                <a:tc>
                  <a:txBody>
                    <a:bodyPr/>
                    <a:lstStyle/>
                    <a:p>
                      <a:r>
                        <a:t>McLaren</a:t>
                      </a:r>
                    </a:p>
                  </a:txBody>
                  <a:tcPr/>
                </a:tc>
                <a:tc>
                  <a:txBody>
                    <a:bodyPr/>
                    <a:lstStyle/>
                    <a:p>
                      <a:r>
                        <a:t>9</a:t>
                      </a:r>
                    </a:p>
                  </a:txBody>
                  <a:tcPr/>
                </a:tc>
                <a:extLst>
                  <a:ext uri="{0D108BD9-81ED-4DB2-BD59-A6C34878D82A}">
                    <a16:rowId xmlns:a16="http://schemas.microsoft.com/office/drawing/2014/main" val="10004"/>
                  </a:ext>
                </a:extLst>
              </a:tr>
              <a:tr h="0">
                <a:tc>
                  <a:txBody>
                    <a:bodyPr/>
                    <a:lstStyle/>
                    <a:p>
                      <a:r>
                        <a:t>5</a:t>
                      </a:r>
                    </a:p>
                  </a:txBody>
                  <a:tcPr/>
                </a:tc>
                <a:tc>
                  <a:txBody>
                    <a:bodyPr/>
                    <a:lstStyle/>
                    <a:p>
                      <a:r>
                        <a:t>Aston Martin</a:t>
                      </a:r>
                    </a:p>
                  </a:txBody>
                  <a:tcPr/>
                </a:tc>
                <a:tc>
                  <a:txBody>
                    <a:bodyPr/>
                    <a:lstStyle/>
                    <a:p>
                      <a:r>
                        <a:t>Visa RB</a:t>
                      </a:r>
                    </a:p>
                  </a:txBody>
                  <a:tcPr/>
                </a:tc>
                <a:tc>
                  <a:txBody>
                    <a:bodyPr/>
                    <a:lstStyle/>
                    <a:p>
                      <a:r>
                        <a:t>1</a:t>
                      </a:r>
                    </a:p>
                  </a:txBody>
                  <a:tcPr/>
                </a:tc>
                <a:extLst>
                  <a:ext uri="{0D108BD9-81ED-4DB2-BD59-A6C34878D82A}">
                    <a16:rowId xmlns:a16="http://schemas.microsoft.com/office/drawing/2014/main" val="10005"/>
                  </a:ext>
                </a:extLst>
              </a:tr>
              <a:tr h="0">
                <a:tc>
                  <a:txBody>
                    <a:bodyPr/>
                    <a:lstStyle/>
                    <a:p>
                      <a:r>
                        <a:t>6</a:t>
                      </a:r>
                    </a:p>
                  </a:txBody>
                  <a:tcPr/>
                </a:tc>
                <a:tc>
                  <a:txBody>
                    <a:bodyPr/>
                    <a:lstStyle/>
                    <a:p>
                      <a:r>
                        <a:t>Alpine</a:t>
                      </a:r>
                    </a:p>
                  </a:txBody>
                  <a:tcPr/>
                </a:tc>
                <a:tc>
                  <a:txBody>
                    <a:bodyPr/>
                    <a:lstStyle/>
                    <a:p>
                      <a:r>
                        <a:t>Aston Martin</a:t>
                      </a:r>
                    </a:p>
                  </a:txBody>
                  <a:tcPr/>
                </a:tc>
                <a:tc>
                  <a:txBody>
                    <a:bodyPr/>
                    <a:lstStyle/>
                    <a:p>
                      <a:r>
                        <a:t>4</a:t>
                      </a:r>
                    </a:p>
                  </a:txBody>
                  <a:tcPr/>
                </a:tc>
                <a:extLst>
                  <a:ext uri="{0D108BD9-81ED-4DB2-BD59-A6C34878D82A}">
                    <a16:rowId xmlns:a16="http://schemas.microsoft.com/office/drawing/2014/main" val="10006"/>
                  </a:ext>
                </a:extLst>
              </a:tr>
              <a:tr h="0">
                <a:tc>
                  <a:txBody>
                    <a:bodyPr/>
                    <a:lstStyle/>
                    <a:p>
                      <a:r>
                        <a:t>7</a:t>
                      </a:r>
                    </a:p>
                  </a:txBody>
                  <a:tcPr/>
                </a:tc>
                <a:tc>
                  <a:txBody>
                    <a:bodyPr/>
                    <a:lstStyle/>
                    <a:p>
                      <a:r>
                        <a:t>Haas</a:t>
                      </a:r>
                    </a:p>
                  </a:txBody>
                  <a:tcPr/>
                </a:tc>
                <a:tc>
                  <a:txBody>
                    <a:bodyPr/>
                    <a:lstStyle/>
                    <a:p>
                      <a:r>
                        <a:t>Williams</a:t>
                      </a:r>
                    </a:p>
                  </a:txBody>
                  <a:tcPr/>
                </a:tc>
                <a:tc>
                  <a:txBody>
                    <a:bodyPr/>
                    <a:lstStyle/>
                    <a:p>
                      <a:r>
                        <a:t>4</a:t>
                      </a:r>
                    </a:p>
                  </a:txBody>
                  <a:tcPr/>
                </a:tc>
                <a:extLst>
                  <a:ext uri="{0D108BD9-81ED-4DB2-BD59-A6C34878D82A}">
                    <a16:rowId xmlns:a16="http://schemas.microsoft.com/office/drawing/2014/main" val="10007"/>
                  </a:ext>
                </a:extLst>
              </a:tr>
              <a:tr h="0">
                <a:tc>
                  <a:txBody>
                    <a:bodyPr/>
                    <a:lstStyle/>
                    <a:p>
                      <a:r>
                        <a:t>8</a:t>
                      </a:r>
                    </a:p>
                  </a:txBody>
                  <a:tcPr/>
                </a:tc>
                <a:tc>
                  <a:txBody>
                    <a:bodyPr/>
                    <a:lstStyle/>
                    <a:p>
                      <a:r>
                        <a:t>Visa RB</a:t>
                      </a:r>
                    </a:p>
                  </a:txBody>
                  <a:tcPr/>
                </a:tc>
                <a:tc>
                  <a:txBody>
                    <a:bodyPr/>
                    <a:lstStyle/>
                    <a:p>
                      <a:r>
                        <a:t>Alpine</a:t>
                      </a:r>
                    </a:p>
                  </a:txBody>
                  <a:tcPr/>
                </a:tc>
                <a:tc>
                  <a:txBody>
                    <a:bodyPr/>
                    <a:lstStyle/>
                    <a:p>
                      <a:r>
                        <a:t>9</a:t>
                      </a:r>
                    </a:p>
                  </a:txBody>
                  <a:tcPr/>
                </a:tc>
                <a:extLst>
                  <a:ext uri="{0D108BD9-81ED-4DB2-BD59-A6C34878D82A}">
                    <a16:rowId xmlns:a16="http://schemas.microsoft.com/office/drawing/2014/main" val="10008"/>
                  </a:ext>
                </a:extLst>
              </a:tr>
              <a:tr h="0">
                <a:tc>
                  <a:txBody>
                    <a:bodyPr/>
                    <a:lstStyle/>
                    <a:p>
                      <a:r>
                        <a:t>9</a:t>
                      </a:r>
                    </a:p>
                  </a:txBody>
                  <a:tcPr/>
                </a:tc>
                <a:tc>
                  <a:txBody>
                    <a:bodyPr/>
                    <a:lstStyle/>
                    <a:p>
                      <a:r>
                        <a:t>Williams</a:t>
                      </a:r>
                    </a:p>
                  </a:txBody>
                  <a:tcPr/>
                </a:tc>
                <a:tc>
                  <a:txBody>
                    <a:bodyPr/>
                    <a:lstStyle/>
                    <a:p>
                      <a:r>
                        <a:t>Haas</a:t>
                      </a:r>
                    </a:p>
                  </a:txBody>
                  <a:tcPr/>
                </a:tc>
                <a:tc>
                  <a:txBody>
                    <a:bodyPr/>
                    <a:lstStyle/>
                    <a:p>
                      <a:r>
                        <a:t>0</a:t>
                      </a:r>
                    </a:p>
                  </a:txBody>
                  <a:tcPr/>
                </a:tc>
                <a:extLst>
                  <a:ext uri="{0D108BD9-81ED-4DB2-BD59-A6C34878D82A}">
                    <a16:rowId xmlns:a16="http://schemas.microsoft.com/office/drawing/2014/main" val="10009"/>
                  </a:ext>
                </a:extLst>
              </a:tr>
              <a:tr h="0">
                <a:tc>
                  <a:txBody>
                    <a:bodyPr/>
                    <a:lstStyle/>
                    <a:p>
                      <a:r>
                        <a:t>10</a:t>
                      </a:r>
                    </a:p>
                  </a:txBody>
                  <a:tcPr/>
                </a:tc>
                <a:tc>
                  <a:txBody>
                    <a:bodyPr/>
                    <a:lstStyle/>
                    <a:p>
                      <a:r>
                        <a:t>Stake</a:t>
                      </a:r>
                    </a:p>
                  </a:txBody>
                  <a:tcPr/>
                </a:tc>
                <a:tc>
                  <a:txBody>
                    <a:bodyPr/>
                    <a:lstStyle/>
                    <a:p>
                      <a:r>
                        <a:t>Stake</a:t>
                      </a:r>
                    </a:p>
                  </a:txBody>
                  <a:tcPr/>
                </a:tc>
                <a:tc>
                  <a:txBody>
                    <a:bodyPr/>
                    <a:lstStyle/>
                    <a:p>
                      <a:r>
                        <a:t>4</a:t>
                      </a:r>
                    </a:p>
                  </a:txBody>
                  <a:tcPr/>
                </a:tc>
                <a:extLst>
                  <a:ext uri="{0D108BD9-81ED-4DB2-BD59-A6C34878D82A}">
                    <a16:rowId xmlns:a16="http://schemas.microsoft.com/office/drawing/2014/main" val="10010"/>
                  </a:ext>
                </a:extLst>
              </a:tr>
            </a:tbl>
          </a:graphicData>
        </a:graphic>
      </p:graphicFrame>
      <p:sp>
        <p:nvSpPr>
          <p:cNvPr id="3" name="Rounded Rectangle 2"/>
          <p:cNvSpPr/>
          <p:nvPr/>
        </p:nvSpPr>
        <p:spPr>
          <a:xfrm>
            <a:off x="9265920" y="2880360"/>
            <a:ext cx="1463040" cy="10972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Diffs = 36
Score:
113</a:t>
            </a:r>
          </a:p>
        </p:txBody>
      </p:sp>
      <p:sp>
        <p:nvSpPr>
          <p:cNvPr id="4" name="Rectangle 3"/>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Constructor's - Damian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14400" y="1371600"/>
          <a:ext cx="6339840" cy="4297680"/>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tblGrid>
              <a:tr h="0">
                <a:tc>
                  <a:txBody>
                    <a:bodyPr/>
                    <a:lstStyle/>
                    <a:p>
                      <a:r>
                        <a:t>Position</a:t>
                      </a:r>
                    </a:p>
                  </a:txBody>
                  <a:tcPr/>
                </a:tc>
                <a:tc>
                  <a:txBody>
                    <a:bodyPr/>
                    <a:lstStyle/>
                    <a:p>
                      <a:r>
                        <a:t>Team</a:t>
                      </a:r>
                    </a:p>
                  </a:txBody>
                  <a:tcPr/>
                </a:tc>
                <a:tc>
                  <a:txBody>
                    <a:bodyPr/>
                    <a:lstStyle/>
                    <a:p>
                      <a:r>
                        <a:t>Predicted Team</a:t>
                      </a:r>
                    </a:p>
                  </a:txBody>
                  <a:tcPr/>
                </a:tc>
                <a:tc>
                  <a:txBody>
                    <a:bodyPr/>
                    <a:lstStyle/>
                    <a:p>
                      <a:r>
                        <a:t>Diff Squared</a:t>
                      </a:r>
                    </a:p>
                  </a:txBody>
                  <a:tcPr/>
                </a:tc>
                <a:extLst>
                  <a:ext uri="{0D108BD9-81ED-4DB2-BD59-A6C34878D82A}">
                    <a16:rowId xmlns:a16="http://schemas.microsoft.com/office/drawing/2014/main" val="10000"/>
                  </a:ext>
                </a:extLst>
              </a:tr>
              <a:tr h="0">
                <a:tc>
                  <a:txBody>
                    <a:bodyPr/>
                    <a:lstStyle/>
                    <a:p>
                      <a:r>
                        <a:t>1</a:t>
                      </a:r>
                    </a:p>
                  </a:txBody>
                  <a:tcPr/>
                </a:tc>
                <a:tc>
                  <a:txBody>
                    <a:bodyPr/>
                    <a:lstStyle/>
                    <a:p>
                      <a:r>
                        <a:t>McLaren</a:t>
                      </a:r>
                    </a:p>
                  </a:txBody>
                  <a:tcPr/>
                </a:tc>
                <a:tc>
                  <a:txBody>
                    <a:bodyPr/>
                    <a:lstStyle/>
                    <a:p>
                      <a:r>
                        <a:t>Red Bull</a:t>
                      </a:r>
                    </a:p>
                  </a:txBody>
                  <a:tcPr/>
                </a:tc>
                <a:tc>
                  <a:txBody>
                    <a:bodyPr/>
                    <a:lstStyle/>
                    <a:p>
                      <a:r>
                        <a:t>4</a:t>
                      </a:r>
                    </a:p>
                  </a:txBody>
                  <a:tcPr/>
                </a:tc>
                <a:extLst>
                  <a:ext uri="{0D108BD9-81ED-4DB2-BD59-A6C34878D82A}">
                    <a16:rowId xmlns:a16="http://schemas.microsoft.com/office/drawing/2014/main" val="10001"/>
                  </a:ext>
                </a:extLst>
              </a:tr>
              <a:tr h="0">
                <a:tc>
                  <a:txBody>
                    <a:bodyPr/>
                    <a:lstStyle/>
                    <a:p>
                      <a:r>
                        <a:t>2</a:t>
                      </a:r>
                    </a:p>
                  </a:txBody>
                  <a:tcPr/>
                </a:tc>
                <a:tc>
                  <a:txBody>
                    <a:bodyPr/>
                    <a:lstStyle/>
                    <a:p>
                      <a:r>
                        <a:t>Ferrari</a:t>
                      </a:r>
                    </a:p>
                  </a:txBody>
                  <a:tcPr/>
                </a:tc>
                <a:tc>
                  <a:txBody>
                    <a:bodyPr/>
                    <a:lstStyle/>
                    <a:p>
                      <a:r>
                        <a:t>McLaren</a:t>
                      </a:r>
                    </a:p>
                  </a:txBody>
                  <a:tcPr/>
                </a:tc>
                <a:tc>
                  <a:txBody>
                    <a:bodyPr/>
                    <a:lstStyle/>
                    <a:p>
                      <a:r>
                        <a:t>0</a:t>
                      </a:r>
                    </a:p>
                  </a:txBody>
                  <a:tcPr/>
                </a:tc>
                <a:extLst>
                  <a:ext uri="{0D108BD9-81ED-4DB2-BD59-A6C34878D82A}">
                    <a16:rowId xmlns:a16="http://schemas.microsoft.com/office/drawing/2014/main" val="10002"/>
                  </a:ext>
                </a:extLst>
              </a:tr>
              <a:tr h="0">
                <a:tc>
                  <a:txBody>
                    <a:bodyPr/>
                    <a:lstStyle/>
                    <a:p>
                      <a:r>
                        <a:t>3</a:t>
                      </a:r>
                    </a:p>
                  </a:txBody>
                  <a:tcPr/>
                </a:tc>
                <a:tc>
                  <a:txBody>
                    <a:bodyPr/>
                    <a:lstStyle/>
                    <a:p>
                      <a:r>
                        <a:t>Red Bull</a:t>
                      </a:r>
                    </a:p>
                  </a:txBody>
                  <a:tcPr/>
                </a:tc>
                <a:tc>
                  <a:txBody>
                    <a:bodyPr/>
                    <a:lstStyle/>
                    <a:p>
                      <a:r>
                        <a:t>Ferrari</a:t>
                      </a:r>
                    </a:p>
                  </a:txBody>
                  <a:tcPr/>
                </a:tc>
                <a:tc>
                  <a:txBody>
                    <a:bodyPr/>
                    <a:lstStyle/>
                    <a:p>
                      <a:r>
                        <a:t>1</a:t>
                      </a:r>
                    </a:p>
                  </a:txBody>
                  <a:tcPr/>
                </a:tc>
                <a:extLst>
                  <a:ext uri="{0D108BD9-81ED-4DB2-BD59-A6C34878D82A}">
                    <a16:rowId xmlns:a16="http://schemas.microsoft.com/office/drawing/2014/main" val="10003"/>
                  </a:ext>
                </a:extLst>
              </a:tr>
              <a:tr h="0">
                <a:tc>
                  <a:txBody>
                    <a:bodyPr/>
                    <a:lstStyle/>
                    <a:p>
                      <a:r>
                        <a:t>4</a:t>
                      </a:r>
                    </a:p>
                  </a:txBody>
                  <a:tcPr/>
                </a:tc>
                <a:tc>
                  <a:txBody>
                    <a:bodyPr/>
                    <a:lstStyle/>
                    <a:p>
                      <a:r>
                        <a:t>Mercedes</a:t>
                      </a:r>
                    </a:p>
                  </a:txBody>
                  <a:tcPr/>
                </a:tc>
                <a:tc>
                  <a:txBody>
                    <a:bodyPr/>
                    <a:lstStyle/>
                    <a:p>
                      <a:r>
                        <a:t>Mercedes</a:t>
                      </a:r>
                    </a:p>
                  </a:txBody>
                  <a:tcPr/>
                </a:tc>
                <a:tc>
                  <a:txBody>
                    <a:bodyPr/>
                    <a:lstStyle/>
                    <a:p>
                      <a:r>
                        <a:t>1</a:t>
                      </a:r>
                    </a:p>
                  </a:txBody>
                  <a:tcPr/>
                </a:tc>
                <a:extLst>
                  <a:ext uri="{0D108BD9-81ED-4DB2-BD59-A6C34878D82A}">
                    <a16:rowId xmlns:a16="http://schemas.microsoft.com/office/drawing/2014/main" val="10004"/>
                  </a:ext>
                </a:extLst>
              </a:tr>
              <a:tr h="0">
                <a:tc>
                  <a:txBody>
                    <a:bodyPr/>
                    <a:lstStyle/>
                    <a:p>
                      <a:r>
                        <a:t>5</a:t>
                      </a:r>
                    </a:p>
                  </a:txBody>
                  <a:tcPr/>
                </a:tc>
                <a:tc>
                  <a:txBody>
                    <a:bodyPr/>
                    <a:lstStyle/>
                    <a:p>
                      <a:r>
                        <a:t>Aston Martin</a:t>
                      </a:r>
                    </a:p>
                  </a:txBody>
                  <a:tcPr/>
                </a:tc>
                <a:tc>
                  <a:txBody>
                    <a:bodyPr/>
                    <a:lstStyle/>
                    <a:p>
                      <a:r>
                        <a:t>Aston Martin</a:t>
                      </a:r>
                    </a:p>
                  </a:txBody>
                  <a:tcPr/>
                </a:tc>
                <a:tc>
                  <a:txBody>
                    <a:bodyPr/>
                    <a:lstStyle/>
                    <a:p>
                      <a:r>
                        <a:t>0</a:t>
                      </a:r>
                    </a:p>
                  </a:txBody>
                  <a:tcPr/>
                </a:tc>
                <a:extLst>
                  <a:ext uri="{0D108BD9-81ED-4DB2-BD59-A6C34878D82A}">
                    <a16:rowId xmlns:a16="http://schemas.microsoft.com/office/drawing/2014/main" val="10005"/>
                  </a:ext>
                </a:extLst>
              </a:tr>
              <a:tr h="0">
                <a:tc>
                  <a:txBody>
                    <a:bodyPr/>
                    <a:lstStyle/>
                    <a:p>
                      <a:r>
                        <a:t>6</a:t>
                      </a:r>
                    </a:p>
                  </a:txBody>
                  <a:tcPr/>
                </a:tc>
                <a:tc>
                  <a:txBody>
                    <a:bodyPr/>
                    <a:lstStyle/>
                    <a:p>
                      <a:r>
                        <a:t>Alpine</a:t>
                      </a:r>
                    </a:p>
                  </a:txBody>
                  <a:tcPr/>
                </a:tc>
                <a:tc>
                  <a:txBody>
                    <a:bodyPr/>
                    <a:lstStyle/>
                    <a:p>
                      <a:r>
                        <a:t>Alpine</a:t>
                      </a:r>
                    </a:p>
                  </a:txBody>
                  <a:tcPr/>
                </a:tc>
                <a:tc>
                  <a:txBody>
                    <a:bodyPr/>
                    <a:lstStyle/>
                    <a:p>
                      <a:r>
                        <a:t>0</a:t>
                      </a:r>
                    </a:p>
                  </a:txBody>
                  <a:tcPr/>
                </a:tc>
                <a:extLst>
                  <a:ext uri="{0D108BD9-81ED-4DB2-BD59-A6C34878D82A}">
                    <a16:rowId xmlns:a16="http://schemas.microsoft.com/office/drawing/2014/main" val="10006"/>
                  </a:ext>
                </a:extLst>
              </a:tr>
              <a:tr h="0">
                <a:tc>
                  <a:txBody>
                    <a:bodyPr/>
                    <a:lstStyle/>
                    <a:p>
                      <a:r>
                        <a:t>7</a:t>
                      </a:r>
                    </a:p>
                  </a:txBody>
                  <a:tcPr/>
                </a:tc>
                <a:tc>
                  <a:txBody>
                    <a:bodyPr/>
                    <a:lstStyle/>
                    <a:p>
                      <a:r>
                        <a:t>Haas</a:t>
                      </a:r>
                    </a:p>
                  </a:txBody>
                  <a:tcPr/>
                </a:tc>
                <a:tc>
                  <a:txBody>
                    <a:bodyPr/>
                    <a:lstStyle/>
                    <a:p>
                      <a:r>
                        <a:t>Visa RB</a:t>
                      </a:r>
                    </a:p>
                  </a:txBody>
                  <a:tcPr/>
                </a:tc>
                <a:tc>
                  <a:txBody>
                    <a:bodyPr/>
                    <a:lstStyle/>
                    <a:p>
                      <a:r>
                        <a:t>1</a:t>
                      </a:r>
                    </a:p>
                  </a:txBody>
                  <a:tcPr/>
                </a:tc>
                <a:extLst>
                  <a:ext uri="{0D108BD9-81ED-4DB2-BD59-A6C34878D82A}">
                    <a16:rowId xmlns:a16="http://schemas.microsoft.com/office/drawing/2014/main" val="10007"/>
                  </a:ext>
                </a:extLst>
              </a:tr>
              <a:tr h="0">
                <a:tc>
                  <a:txBody>
                    <a:bodyPr/>
                    <a:lstStyle/>
                    <a:p>
                      <a:r>
                        <a:t>8</a:t>
                      </a:r>
                    </a:p>
                  </a:txBody>
                  <a:tcPr/>
                </a:tc>
                <a:tc>
                  <a:txBody>
                    <a:bodyPr/>
                    <a:lstStyle/>
                    <a:p>
                      <a:r>
                        <a:t>Visa RB</a:t>
                      </a:r>
                    </a:p>
                  </a:txBody>
                  <a:tcPr/>
                </a:tc>
                <a:tc>
                  <a:txBody>
                    <a:bodyPr/>
                    <a:lstStyle/>
                    <a:p>
                      <a:r>
                        <a:t>Williams</a:t>
                      </a:r>
                    </a:p>
                  </a:txBody>
                  <a:tcPr/>
                </a:tc>
                <a:tc>
                  <a:txBody>
                    <a:bodyPr/>
                    <a:lstStyle/>
                    <a:p>
                      <a:r>
                        <a:t>1</a:t>
                      </a:r>
                    </a:p>
                  </a:txBody>
                  <a:tcPr/>
                </a:tc>
                <a:extLst>
                  <a:ext uri="{0D108BD9-81ED-4DB2-BD59-A6C34878D82A}">
                    <a16:rowId xmlns:a16="http://schemas.microsoft.com/office/drawing/2014/main" val="10008"/>
                  </a:ext>
                </a:extLst>
              </a:tr>
              <a:tr h="0">
                <a:tc>
                  <a:txBody>
                    <a:bodyPr/>
                    <a:lstStyle/>
                    <a:p>
                      <a:r>
                        <a:t>9</a:t>
                      </a:r>
                    </a:p>
                  </a:txBody>
                  <a:tcPr/>
                </a:tc>
                <a:tc>
                  <a:txBody>
                    <a:bodyPr/>
                    <a:lstStyle/>
                    <a:p>
                      <a:r>
                        <a:t>Williams</a:t>
                      </a:r>
                    </a:p>
                  </a:txBody>
                  <a:tcPr/>
                </a:tc>
                <a:tc>
                  <a:txBody>
                    <a:bodyPr/>
                    <a:lstStyle/>
                    <a:p>
                      <a:r>
                        <a:t>Stake</a:t>
                      </a:r>
                    </a:p>
                  </a:txBody>
                  <a:tcPr/>
                </a:tc>
                <a:tc>
                  <a:txBody>
                    <a:bodyPr/>
                    <a:lstStyle/>
                    <a:p>
                      <a:r>
                        <a:t>1</a:t>
                      </a:r>
                    </a:p>
                  </a:txBody>
                  <a:tcPr/>
                </a:tc>
                <a:extLst>
                  <a:ext uri="{0D108BD9-81ED-4DB2-BD59-A6C34878D82A}">
                    <a16:rowId xmlns:a16="http://schemas.microsoft.com/office/drawing/2014/main" val="10009"/>
                  </a:ext>
                </a:extLst>
              </a:tr>
              <a:tr h="0">
                <a:tc>
                  <a:txBody>
                    <a:bodyPr/>
                    <a:lstStyle/>
                    <a:p>
                      <a:r>
                        <a:t>10</a:t>
                      </a:r>
                    </a:p>
                  </a:txBody>
                  <a:tcPr/>
                </a:tc>
                <a:tc>
                  <a:txBody>
                    <a:bodyPr/>
                    <a:lstStyle/>
                    <a:p>
                      <a:r>
                        <a:t>Stake</a:t>
                      </a:r>
                    </a:p>
                  </a:txBody>
                  <a:tcPr/>
                </a:tc>
                <a:tc>
                  <a:txBody>
                    <a:bodyPr/>
                    <a:lstStyle/>
                    <a:p>
                      <a:r>
                        <a:t>Haas</a:t>
                      </a:r>
                    </a:p>
                  </a:txBody>
                  <a:tcPr/>
                </a:tc>
                <a:tc>
                  <a:txBody>
                    <a:bodyPr/>
                    <a:lstStyle/>
                    <a:p>
                      <a:r>
                        <a:t>9</a:t>
                      </a:r>
                    </a:p>
                  </a:txBody>
                  <a:tcPr/>
                </a:tc>
                <a:extLst>
                  <a:ext uri="{0D108BD9-81ED-4DB2-BD59-A6C34878D82A}">
                    <a16:rowId xmlns:a16="http://schemas.microsoft.com/office/drawing/2014/main" val="10010"/>
                  </a:ext>
                </a:extLst>
              </a:tr>
            </a:tbl>
          </a:graphicData>
        </a:graphic>
      </p:graphicFrame>
      <p:sp>
        <p:nvSpPr>
          <p:cNvPr id="3" name="Rounded Rectangle 2"/>
          <p:cNvSpPr/>
          <p:nvPr/>
        </p:nvSpPr>
        <p:spPr>
          <a:xfrm>
            <a:off x="9265920" y="2880360"/>
            <a:ext cx="1463040" cy="10972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Diffs = 18
Score:
156</a:t>
            </a:r>
          </a:p>
        </p:txBody>
      </p:sp>
      <p:sp>
        <p:nvSpPr>
          <p:cNvPr id="4" name="Rectangle 3"/>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Constructor's - Jarek</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14400" y="1371600"/>
          <a:ext cx="6339840" cy="4297680"/>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tblGrid>
              <a:tr h="0">
                <a:tc>
                  <a:txBody>
                    <a:bodyPr/>
                    <a:lstStyle/>
                    <a:p>
                      <a:r>
                        <a:t>Position</a:t>
                      </a:r>
                    </a:p>
                  </a:txBody>
                  <a:tcPr/>
                </a:tc>
                <a:tc>
                  <a:txBody>
                    <a:bodyPr/>
                    <a:lstStyle/>
                    <a:p>
                      <a:r>
                        <a:t>Team</a:t>
                      </a:r>
                    </a:p>
                  </a:txBody>
                  <a:tcPr/>
                </a:tc>
                <a:tc>
                  <a:txBody>
                    <a:bodyPr/>
                    <a:lstStyle/>
                    <a:p>
                      <a:r>
                        <a:t>Predicted Team</a:t>
                      </a:r>
                    </a:p>
                  </a:txBody>
                  <a:tcPr/>
                </a:tc>
                <a:tc>
                  <a:txBody>
                    <a:bodyPr/>
                    <a:lstStyle/>
                    <a:p>
                      <a:r>
                        <a:t>Diff Squared</a:t>
                      </a:r>
                    </a:p>
                  </a:txBody>
                  <a:tcPr/>
                </a:tc>
                <a:extLst>
                  <a:ext uri="{0D108BD9-81ED-4DB2-BD59-A6C34878D82A}">
                    <a16:rowId xmlns:a16="http://schemas.microsoft.com/office/drawing/2014/main" val="10000"/>
                  </a:ext>
                </a:extLst>
              </a:tr>
              <a:tr h="0">
                <a:tc>
                  <a:txBody>
                    <a:bodyPr/>
                    <a:lstStyle/>
                    <a:p>
                      <a:r>
                        <a:t>1</a:t>
                      </a:r>
                    </a:p>
                  </a:txBody>
                  <a:tcPr/>
                </a:tc>
                <a:tc>
                  <a:txBody>
                    <a:bodyPr/>
                    <a:lstStyle/>
                    <a:p>
                      <a:r>
                        <a:t>McLaren</a:t>
                      </a:r>
                    </a:p>
                  </a:txBody>
                  <a:tcPr/>
                </a:tc>
                <a:tc>
                  <a:txBody>
                    <a:bodyPr/>
                    <a:lstStyle/>
                    <a:p>
                      <a:r>
                        <a:t>Red Bull</a:t>
                      </a:r>
                    </a:p>
                  </a:txBody>
                  <a:tcPr/>
                </a:tc>
                <a:tc>
                  <a:txBody>
                    <a:bodyPr/>
                    <a:lstStyle/>
                    <a:p>
                      <a:r>
                        <a:t>4</a:t>
                      </a:r>
                    </a:p>
                  </a:txBody>
                  <a:tcPr/>
                </a:tc>
                <a:extLst>
                  <a:ext uri="{0D108BD9-81ED-4DB2-BD59-A6C34878D82A}">
                    <a16:rowId xmlns:a16="http://schemas.microsoft.com/office/drawing/2014/main" val="10001"/>
                  </a:ext>
                </a:extLst>
              </a:tr>
              <a:tr h="0">
                <a:tc>
                  <a:txBody>
                    <a:bodyPr/>
                    <a:lstStyle/>
                    <a:p>
                      <a:r>
                        <a:t>2</a:t>
                      </a:r>
                    </a:p>
                  </a:txBody>
                  <a:tcPr/>
                </a:tc>
                <a:tc>
                  <a:txBody>
                    <a:bodyPr/>
                    <a:lstStyle/>
                    <a:p>
                      <a:r>
                        <a:t>Ferrari</a:t>
                      </a:r>
                    </a:p>
                  </a:txBody>
                  <a:tcPr/>
                </a:tc>
                <a:tc>
                  <a:txBody>
                    <a:bodyPr/>
                    <a:lstStyle/>
                    <a:p>
                      <a:r>
                        <a:t>Mercedes</a:t>
                      </a:r>
                    </a:p>
                  </a:txBody>
                  <a:tcPr/>
                </a:tc>
                <a:tc>
                  <a:txBody>
                    <a:bodyPr/>
                    <a:lstStyle/>
                    <a:p>
                      <a:r>
                        <a:t>4</a:t>
                      </a:r>
                    </a:p>
                  </a:txBody>
                  <a:tcPr/>
                </a:tc>
                <a:extLst>
                  <a:ext uri="{0D108BD9-81ED-4DB2-BD59-A6C34878D82A}">
                    <a16:rowId xmlns:a16="http://schemas.microsoft.com/office/drawing/2014/main" val="10002"/>
                  </a:ext>
                </a:extLst>
              </a:tr>
              <a:tr h="0">
                <a:tc>
                  <a:txBody>
                    <a:bodyPr/>
                    <a:lstStyle/>
                    <a:p>
                      <a:r>
                        <a:t>3</a:t>
                      </a:r>
                    </a:p>
                  </a:txBody>
                  <a:tcPr/>
                </a:tc>
                <a:tc>
                  <a:txBody>
                    <a:bodyPr/>
                    <a:lstStyle/>
                    <a:p>
                      <a:r>
                        <a:t>Red Bull</a:t>
                      </a:r>
                    </a:p>
                  </a:txBody>
                  <a:tcPr/>
                </a:tc>
                <a:tc>
                  <a:txBody>
                    <a:bodyPr/>
                    <a:lstStyle/>
                    <a:p>
                      <a:r>
                        <a:t>Ferrari</a:t>
                      </a:r>
                    </a:p>
                  </a:txBody>
                  <a:tcPr/>
                </a:tc>
                <a:tc>
                  <a:txBody>
                    <a:bodyPr/>
                    <a:lstStyle/>
                    <a:p>
                      <a:r>
                        <a:t>1</a:t>
                      </a:r>
                    </a:p>
                  </a:txBody>
                  <a:tcPr/>
                </a:tc>
                <a:extLst>
                  <a:ext uri="{0D108BD9-81ED-4DB2-BD59-A6C34878D82A}">
                    <a16:rowId xmlns:a16="http://schemas.microsoft.com/office/drawing/2014/main" val="10003"/>
                  </a:ext>
                </a:extLst>
              </a:tr>
              <a:tr h="0">
                <a:tc>
                  <a:txBody>
                    <a:bodyPr/>
                    <a:lstStyle/>
                    <a:p>
                      <a:r>
                        <a:t>4</a:t>
                      </a:r>
                    </a:p>
                  </a:txBody>
                  <a:tcPr/>
                </a:tc>
                <a:tc>
                  <a:txBody>
                    <a:bodyPr/>
                    <a:lstStyle/>
                    <a:p>
                      <a:r>
                        <a:t>Mercedes</a:t>
                      </a:r>
                    </a:p>
                  </a:txBody>
                  <a:tcPr/>
                </a:tc>
                <a:tc>
                  <a:txBody>
                    <a:bodyPr/>
                    <a:lstStyle/>
                    <a:p>
                      <a:r>
                        <a:t>Aston Martin</a:t>
                      </a:r>
                    </a:p>
                  </a:txBody>
                  <a:tcPr/>
                </a:tc>
                <a:tc>
                  <a:txBody>
                    <a:bodyPr/>
                    <a:lstStyle/>
                    <a:p>
                      <a:r>
                        <a:t>16</a:t>
                      </a:r>
                    </a:p>
                  </a:txBody>
                  <a:tcPr/>
                </a:tc>
                <a:extLst>
                  <a:ext uri="{0D108BD9-81ED-4DB2-BD59-A6C34878D82A}">
                    <a16:rowId xmlns:a16="http://schemas.microsoft.com/office/drawing/2014/main" val="10004"/>
                  </a:ext>
                </a:extLst>
              </a:tr>
              <a:tr h="0">
                <a:tc>
                  <a:txBody>
                    <a:bodyPr/>
                    <a:lstStyle/>
                    <a:p>
                      <a:r>
                        <a:t>5</a:t>
                      </a:r>
                    </a:p>
                  </a:txBody>
                  <a:tcPr/>
                </a:tc>
                <a:tc>
                  <a:txBody>
                    <a:bodyPr/>
                    <a:lstStyle/>
                    <a:p>
                      <a:r>
                        <a:t>Aston Martin</a:t>
                      </a:r>
                    </a:p>
                  </a:txBody>
                  <a:tcPr/>
                </a:tc>
                <a:tc>
                  <a:txBody>
                    <a:bodyPr/>
                    <a:lstStyle/>
                    <a:p>
                      <a:r>
                        <a:t>McLaren</a:t>
                      </a:r>
                    </a:p>
                  </a:txBody>
                  <a:tcPr/>
                </a:tc>
                <a:tc>
                  <a:txBody>
                    <a:bodyPr/>
                    <a:lstStyle/>
                    <a:p>
                      <a:r>
                        <a:t>1</a:t>
                      </a:r>
                    </a:p>
                  </a:txBody>
                  <a:tcPr/>
                </a:tc>
                <a:extLst>
                  <a:ext uri="{0D108BD9-81ED-4DB2-BD59-A6C34878D82A}">
                    <a16:rowId xmlns:a16="http://schemas.microsoft.com/office/drawing/2014/main" val="10005"/>
                  </a:ext>
                </a:extLst>
              </a:tr>
              <a:tr h="0">
                <a:tc>
                  <a:txBody>
                    <a:bodyPr/>
                    <a:lstStyle/>
                    <a:p>
                      <a:r>
                        <a:t>6</a:t>
                      </a:r>
                    </a:p>
                  </a:txBody>
                  <a:tcPr/>
                </a:tc>
                <a:tc>
                  <a:txBody>
                    <a:bodyPr/>
                    <a:lstStyle/>
                    <a:p>
                      <a:r>
                        <a:t>Alpine</a:t>
                      </a:r>
                    </a:p>
                  </a:txBody>
                  <a:tcPr/>
                </a:tc>
                <a:tc>
                  <a:txBody>
                    <a:bodyPr/>
                    <a:lstStyle/>
                    <a:p>
                      <a:r>
                        <a:t>Alpine</a:t>
                      </a:r>
                    </a:p>
                  </a:txBody>
                  <a:tcPr/>
                </a:tc>
                <a:tc>
                  <a:txBody>
                    <a:bodyPr/>
                    <a:lstStyle/>
                    <a:p>
                      <a:r>
                        <a:t>0</a:t>
                      </a:r>
                    </a:p>
                  </a:txBody>
                  <a:tcPr/>
                </a:tc>
                <a:extLst>
                  <a:ext uri="{0D108BD9-81ED-4DB2-BD59-A6C34878D82A}">
                    <a16:rowId xmlns:a16="http://schemas.microsoft.com/office/drawing/2014/main" val="10006"/>
                  </a:ext>
                </a:extLst>
              </a:tr>
              <a:tr h="0">
                <a:tc>
                  <a:txBody>
                    <a:bodyPr/>
                    <a:lstStyle/>
                    <a:p>
                      <a:r>
                        <a:t>7</a:t>
                      </a:r>
                    </a:p>
                  </a:txBody>
                  <a:tcPr/>
                </a:tc>
                <a:tc>
                  <a:txBody>
                    <a:bodyPr/>
                    <a:lstStyle/>
                    <a:p>
                      <a:r>
                        <a:t>Haas</a:t>
                      </a:r>
                    </a:p>
                  </a:txBody>
                  <a:tcPr/>
                </a:tc>
                <a:tc>
                  <a:txBody>
                    <a:bodyPr/>
                    <a:lstStyle/>
                    <a:p>
                      <a:r>
                        <a:t>Visa RB</a:t>
                      </a:r>
                    </a:p>
                  </a:txBody>
                  <a:tcPr/>
                </a:tc>
                <a:tc>
                  <a:txBody>
                    <a:bodyPr/>
                    <a:lstStyle/>
                    <a:p>
                      <a:r>
                        <a:t>1</a:t>
                      </a:r>
                    </a:p>
                  </a:txBody>
                  <a:tcPr/>
                </a:tc>
                <a:extLst>
                  <a:ext uri="{0D108BD9-81ED-4DB2-BD59-A6C34878D82A}">
                    <a16:rowId xmlns:a16="http://schemas.microsoft.com/office/drawing/2014/main" val="10007"/>
                  </a:ext>
                </a:extLst>
              </a:tr>
              <a:tr h="0">
                <a:tc>
                  <a:txBody>
                    <a:bodyPr/>
                    <a:lstStyle/>
                    <a:p>
                      <a:r>
                        <a:t>8</a:t>
                      </a:r>
                    </a:p>
                  </a:txBody>
                  <a:tcPr/>
                </a:tc>
                <a:tc>
                  <a:txBody>
                    <a:bodyPr/>
                    <a:lstStyle/>
                    <a:p>
                      <a:r>
                        <a:t>Visa RB</a:t>
                      </a:r>
                    </a:p>
                  </a:txBody>
                  <a:tcPr/>
                </a:tc>
                <a:tc>
                  <a:txBody>
                    <a:bodyPr/>
                    <a:lstStyle/>
                    <a:p>
                      <a:r>
                        <a:t>Williams</a:t>
                      </a:r>
                    </a:p>
                  </a:txBody>
                  <a:tcPr/>
                </a:tc>
                <a:tc>
                  <a:txBody>
                    <a:bodyPr/>
                    <a:lstStyle/>
                    <a:p>
                      <a:r>
                        <a:t>1</a:t>
                      </a:r>
                    </a:p>
                  </a:txBody>
                  <a:tcPr/>
                </a:tc>
                <a:extLst>
                  <a:ext uri="{0D108BD9-81ED-4DB2-BD59-A6C34878D82A}">
                    <a16:rowId xmlns:a16="http://schemas.microsoft.com/office/drawing/2014/main" val="10008"/>
                  </a:ext>
                </a:extLst>
              </a:tr>
              <a:tr h="0">
                <a:tc>
                  <a:txBody>
                    <a:bodyPr/>
                    <a:lstStyle/>
                    <a:p>
                      <a:r>
                        <a:t>9</a:t>
                      </a:r>
                    </a:p>
                  </a:txBody>
                  <a:tcPr/>
                </a:tc>
                <a:tc>
                  <a:txBody>
                    <a:bodyPr/>
                    <a:lstStyle/>
                    <a:p>
                      <a:r>
                        <a:t>Williams</a:t>
                      </a:r>
                    </a:p>
                  </a:txBody>
                  <a:tcPr/>
                </a:tc>
                <a:tc>
                  <a:txBody>
                    <a:bodyPr/>
                    <a:lstStyle/>
                    <a:p>
                      <a:r>
                        <a:t>Stake</a:t>
                      </a:r>
                    </a:p>
                  </a:txBody>
                  <a:tcPr/>
                </a:tc>
                <a:tc>
                  <a:txBody>
                    <a:bodyPr/>
                    <a:lstStyle/>
                    <a:p>
                      <a:r>
                        <a:t>1</a:t>
                      </a:r>
                    </a:p>
                  </a:txBody>
                  <a:tcPr/>
                </a:tc>
                <a:extLst>
                  <a:ext uri="{0D108BD9-81ED-4DB2-BD59-A6C34878D82A}">
                    <a16:rowId xmlns:a16="http://schemas.microsoft.com/office/drawing/2014/main" val="10009"/>
                  </a:ext>
                </a:extLst>
              </a:tr>
              <a:tr h="0">
                <a:tc>
                  <a:txBody>
                    <a:bodyPr/>
                    <a:lstStyle/>
                    <a:p>
                      <a:r>
                        <a:t>10</a:t>
                      </a:r>
                    </a:p>
                  </a:txBody>
                  <a:tcPr/>
                </a:tc>
                <a:tc>
                  <a:txBody>
                    <a:bodyPr/>
                    <a:lstStyle/>
                    <a:p>
                      <a:r>
                        <a:t>Stake</a:t>
                      </a:r>
                    </a:p>
                  </a:txBody>
                  <a:tcPr/>
                </a:tc>
                <a:tc>
                  <a:txBody>
                    <a:bodyPr/>
                    <a:lstStyle/>
                    <a:p>
                      <a:r>
                        <a:t>Haas</a:t>
                      </a:r>
                    </a:p>
                  </a:txBody>
                  <a:tcPr/>
                </a:tc>
                <a:tc>
                  <a:txBody>
                    <a:bodyPr/>
                    <a:lstStyle/>
                    <a:p>
                      <a:r>
                        <a:t>9</a:t>
                      </a:r>
                    </a:p>
                  </a:txBody>
                  <a:tcPr/>
                </a:tc>
                <a:extLst>
                  <a:ext uri="{0D108BD9-81ED-4DB2-BD59-A6C34878D82A}">
                    <a16:rowId xmlns:a16="http://schemas.microsoft.com/office/drawing/2014/main" val="10010"/>
                  </a:ext>
                </a:extLst>
              </a:tr>
            </a:tbl>
          </a:graphicData>
        </a:graphic>
      </p:graphicFrame>
      <p:sp>
        <p:nvSpPr>
          <p:cNvPr id="3" name="Rounded Rectangle 2"/>
          <p:cNvSpPr/>
          <p:nvPr/>
        </p:nvSpPr>
        <p:spPr>
          <a:xfrm>
            <a:off x="9265920" y="2880360"/>
            <a:ext cx="1463040" cy="10972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Diffs = 38
Score:
108</a:t>
            </a:r>
          </a:p>
        </p:txBody>
      </p:sp>
      <p:sp>
        <p:nvSpPr>
          <p:cNvPr id="4" name="Rectangle 3"/>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Constructor's - Josh</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14400" y="1371600"/>
          <a:ext cx="6339840" cy="4297680"/>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tblGrid>
              <a:tr h="0">
                <a:tc>
                  <a:txBody>
                    <a:bodyPr/>
                    <a:lstStyle/>
                    <a:p>
                      <a:r>
                        <a:t>Position</a:t>
                      </a:r>
                    </a:p>
                  </a:txBody>
                  <a:tcPr/>
                </a:tc>
                <a:tc>
                  <a:txBody>
                    <a:bodyPr/>
                    <a:lstStyle/>
                    <a:p>
                      <a:r>
                        <a:t>Team</a:t>
                      </a:r>
                    </a:p>
                  </a:txBody>
                  <a:tcPr/>
                </a:tc>
                <a:tc>
                  <a:txBody>
                    <a:bodyPr/>
                    <a:lstStyle/>
                    <a:p>
                      <a:r>
                        <a:t>Predicted Team</a:t>
                      </a:r>
                    </a:p>
                  </a:txBody>
                  <a:tcPr/>
                </a:tc>
                <a:tc>
                  <a:txBody>
                    <a:bodyPr/>
                    <a:lstStyle/>
                    <a:p>
                      <a:r>
                        <a:t>Diff Squared</a:t>
                      </a:r>
                    </a:p>
                  </a:txBody>
                  <a:tcPr/>
                </a:tc>
                <a:extLst>
                  <a:ext uri="{0D108BD9-81ED-4DB2-BD59-A6C34878D82A}">
                    <a16:rowId xmlns:a16="http://schemas.microsoft.com/office/drawing/2014/main" val="10000"/>
                  </a:ext>
                </a:extLst>
              </a:tr>
              <a:tr h="0">
                <a:tc>
                  <a:txBody>
                    <a:bodyPr/>
                    <a:lstStyle/>
                    <a:p>
                      <a:r>
                        <a:t>1</a:t>
                      </a:r>
                    </a:p>
                  </a:txBody>
                  <a:tcPr/>
                </a:tc>
                <a:tc>
                  <a:txBody>
                    <a:bodyPr/>
                    <a:lstStyle/>
                    <a:p>
                      <a:r>
                        <a:t>McLaren</a:t>
                      </a:r>
                    </a:p>
                  </a:txBody>
                  <a:tcPr/>
                </a:tc>
                <a:tc>
                  <a:txBody>
                    <a:bodyPr/>
                    <a:lstStyle/>
                    <a:p>
                      <a:r>
                        <a:t>Red Bull</a:t>
                      </a:r>
                    </a:p>
                  </a:txBody>
                  <a:tcPr/>
                </a:tc>
                <a:tc>
                  <a:txBody>
                    <a:bodyPr/>
                    <a:lstStyle/>
                    <a:p>
                      <a:r>
                        <a:t>4</a:t>
                      </a:r>
                    </a:p>
                  </a:txBody>
                  <a:tcPr/>
                </a:tc>
                <a:extLst>
                  <a:ext uri="{0D108BD9-81ED-4DB2-BD59-A6C34878D82A}">
                    <a16:rowId xmlns:a16="http://schemas.microsoft.com/office/drawing/2014/main" val="10001"/>
                  </a:ext>
                </a:extLst>
              </a:tr>
              <a:tr h="0">
                <a:tc>
                  <a:txBody>
                    <a:bodyPr/>
                    <a:lstStyle/>
                    <a:p>
                      <a:r>
                        <a:t>2</a:t>
                      </a:r>
                    </a:p>
                  </a:txBody>
                  <a:tcPr/>
                </a:tc>
                <a:tc>
                  <a:txBody>
                    <a:bodyPr/>
                    <a:lstStyle/>
                    <a:p>
                      <a:r>
                        <a:t>Ferrari</a:t>
                      </a:r>
                    </a:p>
                  </a:txBody>
                  <a:tcPr/>
                </a:tc>
                <a:tc>
                  <a:txBody>
                    <a:bodyPr/>
                    <a:lstStyle/>
                    <a:p>
                      <a:r>
                        <a:t>Ferrari</a:t>
                      </a:r>
                    </a:p>
                  </a:txBody>
                  <a:tcPr/>
                </a:tc>
                <a:tc>
                  <a:txBody>
                    <a:bodyPr/>
                    <a:lstStyle/>
                    <a:p>
                      <a:r>
                        <a:t>1</a:t>
                      </a:r>
                    </a:p>
                  </a:txBody>
                  <a:tcPr/>
                </a:tc>
                <a:extLst>
                  <a:ext uri="{0D108BD9-81ED-4DB2-BD59-A6C34878D82A}">
                    <a16:rowId xmlns:a16="http://schemas.microsoft.com/office/drawing/2014/main" val="10002"/>
                  </a:ext>
                </a:extLst>
              </a:tr>
              <a:tr h="0">
                <a:tc>
                  <a:txBody>
                    <a:bodyPr/>
                    <a:lstStyle/>
                    <a:p>
                      <a:r>
                        <a:t>3</a:t>
                      </a:r>
                    </a:p>
                  </a:txBody>
                  <a:tcPr/>
                </a:tc>
                <a:tc>
                  <a:txBody>
                    <a:bodyPr/>
                    <a:lstStyle/>
                    <a:p>
                      <a:r>
                        <a:t>Red Bull</a:t>
                      </a:r>
                    </a:p>
                  </a:txBody>
                  <a:tcPr/>
                </a:tc>
                <a:tc>
                  <a:txBody>
                    <a:bodyPr/>
                    <a:lstStyle/>
                    <a:p>
                      <a:r>
                        <a:t>Mercedes</a:t>
                      </a:r>
                    </a:p>
                  </a:txBody>
                  <a:tcPr/>
                </a:tc>
                <a:tc>
                  <a:txBody>
                    <a:bodyPr/>
                    <a:lstStyle/>
                    <a:p>
                      <a:r>
                        <a:t>0</a:t>
                      </a:r>
                    </a:p>
                  </a:txBody>
                  <a:tcPr/>
                </a:tc>
                <a:extLst>
                  <a:ext uri="{0D108BD9-81ED-4DB2-BD59-A6C34878D82A}">
                    <a16:rowId xmlns:a16="http://schemas.microsoft.com/office/drawing/2014/main" val="10003"/>
                  </a:ext>
                </a:extLst>
              </a:tr>
              <a:tr h="0">
                <a:tc>
                  <a:txBody>
                    <a:bodyPr/>
                    <a:lstStyle/>
                    <a:p>
                      <a:r>
                        <a:t>4</a:t>
                      </a:r>
                    </a:p>
                  </a:txBody>
                  <a:tcPr/>
                </a:tc>
                <a:tc>
                  <a:txBody>
                    <a:bodyPr/>
                    <a:lstStyle/>
                    <a:p>
                      <a:r>
                        <a:t>Mercedes</a:t>
                      </a:r>
                    </a:p>
                  </a:txBody>
                  <a:tcPr/>
                </a:tc>
                <a:tc>
                  <a:txBody>
                    <a:bodyPr/>
                    <a:lstStyle/>
                    <a:p>
                      <a:r>
                        <a:t>McLaren</a:t>
                      </a:r>
                    </a:p>
                  </a:txBody>
                  <a:tcPr/>
                </a:tc>
                <a:tc>
                  <a:txBody>
                    <a:bodyPr/>
                    <a:lstStyle/>
                    <a:p>
                      <a:r>
                        <a:t>9</a:t>
                      </a:r>
                    </a:p>
                  </a:txBody>
                  <a:tcPr/>
                </a:tc>
                <a:extLst>
                  <a:ext uri="{0D108BD9-81ED-4DB2-BD59-A6C34878D82A}">
                    <a16:rowId xmlns:a16="http://schemas.microsoft.com/office/drawing/2014/main" val="10004"/>
                  </a:ext>
                </a:extLst>
              </a:tr>
              <a:tr h="0">
                <a:tc>
                  <a:txBody>
                    <a:bodyPr/>
                    <a:lstStyle/>
                    <a:p>
                      <a:r>
                        <a:t>5</a:t>
                      </a:r>
                    </a:p>
                  </a:txBody>
                  <a:tcPr/>
                </a:tc>
                <a:tc>
                  <a:txBody>
                    <a:bodyPr/>
                    <a:lstStyle/>
                    <a:p>
                      <a:r>
                        <a:t>Aston Martin</a:t>
                      </a:r>
                    </a:p>
                  </a:txBody>
                  <a:tcPr/>
                </a:tc>
                <a:tc>
                  <a:txBody>
                    <a:bodyPr/>
                    <a:lstStyle/>
                    <a:p>
                      <a:r>
                        <a:t>Alpine</a:t>
                      </a:r>
                    </a:p>
                  </a:txBody>
                  <a:tcPr/>
                </a:tc>
                <a:tc>
                  <a:txBody>
                    <a:bodyPr/>
                    <a:lstStyle/>
                    <a:p>
                      <a:r>
                        <a:t>1</a:t>
                      </a:r>
                    </a:p>
                  </a:txBody>
                  <a:tcPr/>
                </a:tc>
                <a:extLst>
                  <a:ext uri="{0D108BD9-81ED-4DB2-BD59-A6C34878D82A}">
                    <a16:rowId xmlns:a16="http://schemas.microsoft.com/office/drawing/2014/main" val="10005"/>
                  </a:ext>
                </a:extLst>
              </a:tr>
              <a:tr h="0">
                <a:tc>
                  <a:txBody>
                    <a:bodyPr/>
                    <a:lstStyle/>
                    <a:p>
                      <a:r>
                        <a:t>6</a:t>
                      </a:r>
                    </a:p>
                  </a:txBody>
                  <a:tcPr/>
                </a:tc>
                <a:tc>
                  <a:txBody>
                    <a:bodyPr/>
                    <a:lstStyle/>
                    <a:p>
                      <a:r>
                        <a:t>Alpine</a:t>
                      </a:r>
                    </a:p>
                  </a:txBody>
                  <a:tcPr/>
                </a:tc>
                <a:tc>
                  <a:txBody>
                    <a:bodyPr/>
                    <a:lstStyle/>
                    <a:p>
                      <a:r>
                        <a:t>Aston Martin</a:t>
                      </a:r>
                    </a:p>
                  </a:txBody>
                  <a:tcPr/>
                </a:tc>
                <a:tc>
                  <a:txBody>
                    <a:bodyPr/>
                    <a:lstStyle/>
                    <a:p>
                      <a:r>
                        <a:t>1</a:t>
                      </a:r>
                    </a:p>
                  </a:txBody>
                  <a:tcPr/>
                </a:tc>
                <a:extLst>
                  <a:ext uri="{0D108BD9-81ED-4DB2-BD59-A6C34878D82A}">
                    <a16:rowId xmlns:a16="http://schemas.microsoft.com/office/drawing/2014/main" val="10006"/>
                  </a:ext>
                </a:extLst>
              </a:tr>
              <a:tr h="0">
                <a:tc>
                  <a:txBody>
                    <a:bodyPr/>
                    <a:lstStyle/>
                    <a:p>
                      <a:r>
                        <a:t>7</a:t>
                      </a:r>
                    </a:p>
                  </a:txBody>
                  <a:tcPr/>
                </a:tc>
                <a:tc>
                  <a:txBody>
                    <a:bodyPr/>
                    <a:lstStyle/>
                    <a:p>
                      <a:r>
                        <a:t>Haas</a:t>
                      </a:r>
                    </a:p>
                  </a:txBody>
                  <a:tcPr/>
                </a:tc>
                <a:tc>
                  <a:txBody>
                    <a:bodyPr/>
                    <a:lstStyle/>
                    <a:p>
                      <a:r>
                        <a:t>Williams</a:t>
                      </a:r>
                    </a:p>
                  </a:txBody>
                  <a:tcPr/>
                </a:tc>
                <a:tc>
                  <a:txBody>
                    <a:bodyPr/>
                    <a:lstStyle/>
                    <a:p>
                      <a:r>
                        <a:t>4</a:t>
                      </a:r>
                    </a:p>
                  </a:txBody>
                  <a:tcPr/>
                </a:tc>
                <a:extLst>
                  <a:ext uri="{0D108BD9-81ED-4DB2-BD59-A6C34878D82A}">
                    <a16:rowId xmlns:a16="http://schemas.microsoft.com/office/drawing/2014/main" val="10007"/>
                  </a:ext>
                </a:extLst>
              </a:tr>
              <a:tr h="0">
                <a:tc>
                  <a:txBody>
                    <a:bodyPr/>
                    <a:lstStyle/>
                    <a:p>
                      <a:r>
                        <a:t>8</a:t>
                      </a:r>
                    </a:p>
                  </a:txBody>
                  <a:tcPr/>
                </a:tc>
                <a:tc>
                  <a:txBody>
                    <a:bodyPr/>
                    <a:lstStyle/>
                    <a:p>
                      <a:r>
                        <a:t>Visa RB</a:t>
                      </a:r>
                    </a:p>
                  </a:txBody>
                  <a:tcPr/>
                </a:tc>
                <a:tc>
                  <a:txBody>
                    <a:bodyPr/>
                    <a:lstStyle/>
                    <a:p>
                      <a:r>
                        <a:t>Stake</a:t>
                      </a:r>
                    </a:p>
                  </a:txBody>
                  <a:tcPr/>
                </a:tc>
                <a:tc>
                  <a:txBody>
                    <a:bodyPr/>
                    <a:lstStyle/>
                    <a:p>
                      <a:r>
                        <a:t>1</a:t>
                      </a:r>
                    </a:p>
                  </a:txBody>
                  <a:tcPr/>
                </a:tc>
                <a:extLst>
                  <a:ext uri="{0D108BD9-81ED-4DB2-BD59-A6C34878D82A}">
                    <a16:rowId xmlns:a16="http://schemas.microsoft.com/office/drawing/2014/main" val="10008"/>
                  </a:ext>
                </a:extLst>
              </a:tr>
              <a:tr h="0">
                <a:tc>
                  <a:txBody>
                    <a:bodyPr/>
                    <a:lstStyle/>
                    <a:p>
                      <a:r>
                        <a:t>9</a:t>
                      </a:r>
                    </a:p>
                  </a:txBody>
                  <a:tcPr/>
                </a:tc>
                <a:tc>
                  <a:txBody>
                    <a:bodyPr/>
                    <a:lstStyle/>
                    <a:p>
                      <a:r>
                        <a:t>Williams</a:t>
                      </a:r>
                    </a:p>
                  </a:txBody>
                  <a:tcPr/>
                </a:tc>
                <a:tc>
                  <a:txBody>
                    <a:bodyPr/>
                    <a:lstStyle/>
                    <a:p>
                      <a:r>
                        <a:t>Visa RB</a:t>
                      </a:r>
                    </a:p>
                  </a:txBody>
                  <a:tcPr/>
                </a:tc>
                <a:tc>
                  <a:txBody>
                    <a:bodyPr/>
                    <a:lstStyle/>
                    <a:p>
                      <a:r>
                        <a:t>4</a:t>
                      </a:r>
                    </a:p>
                  </a:txBody>
                  <a:tcPr/>
                </a:tc>
                <a:extLst>
                  <a:ext uri="{0D108BD9-81ED-4DB2-BD59-A6C34878D82A}">
                    <a16:rowId xmlns:a16="http://schemas.microsoft.com/office/drawing/2014/main" val="10009"/>
                  </a:ext>
                </a:extLst>
              </a:tr>
              <a:tr h="0">
                <a:tc>
                  <a:txBody>
                    <a:bodyPr/>
                    <a:lstStyle/>
                    <a:p>
                      <a:r>
                        <a:t>10</a:t>
                      </a:r>
                    </a:p>
                  </a:txBody>
                  <a:tcPr/>
                </a:tc>
                <a:tc>
                  <a:txBody>
                    <a:bodyPr/>
                    <a:lstStyle/>
                    <a:p>
                      <a:r>
                        <a:t>Stake</a:t>
                      </a:r>
                    </a:p>
                  </a:txBody>
                  <a:tcPr/>
                </a:tc>
                <a:tc>
                  <a:txBody>
                    <a:bodyPr/>
                    <a:lstStyle/>
                    <a:p>
                      <a:r>
                        <a:t>Haas</a:t>
                      </a:r>
                    </a:p>
                  </a:txBody>
                  <a:tcPr/>
                </a:tc>
                <a:tc>
                  <a:txBody>
                    <a:bodyPr/>
                    <a:lstStyle/>
                    <a:p>
                      <a:r>
                        <a:t>9</a:t>
                      </a:r>
                    </a:p>
                  </a:txBody>
                  <a:tcPr/>
                </a:tc>
                <a:extLst>
                  <a:ext uri="{0D108BD9-81ED-4DB2-BD59-A6C34878D82A}">
                    <a16:rowId xmlns:a16="http://schemas.microsoft.com/office/drawing/2014/main" val="10010"/>
                  </a:ext>
                </a:extLst>
              </a:tr>
            </a:tbl>
          </a:graphicData>
        </a:graphic>
      </p:graphicFrame>
      <p:sp>
        <p:nvSpPr>
          <p:cNvPr id="3" name="Rounded Rectangle 2"/>
          <p:cNvSpPr/>
          <p:nvPr/>
        </p:nvSpPr>
        <p:spPr>
          <a:xfrm>
            <a:off x="9265920" y="2880360"/>
            <a:ext cx="1463040" cy="10972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Diffs = 34
Score:
118</a:t>
            </a:r>
          </a:p>
        </p:txBody>
      </p:sp>
      <p:sp>
        <p:nvSpPr>
          <p:cNvPr id="4" name="Rectangle 3"/>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Constructor's - Kacper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14400" y="1371600"/>
          <a:ext cx="6339840" cy="4297680"/>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tblGrid>
              <a:tr h="0">
                <a:tc>
                  <a:txBody>
                    <a:bodyPr/>
                    <a:lstStyle/>
                    <a:p>
                      <a:r>
                        <a:t>Position</a:t>
                      </a:r>
                    </a:p>
                  </a:txBody>
                  <a:tcPr/>
                </a:tc>
                <a:tc>
                  <a:txBody>
                    <a:bodyPr/>
                    <a:lstStyle/>
                    <a:p>
                      <a:r>
                        <a:t>Team</a:t>
                      </a:r>
                    </a:p>
                  </a:txBody>
                  <a:tcPr/>
                </a:tc>
                <a:tc>
                  <a:txBody>
                    <a:bodyPr/>
                    <a:lstStyle/>
                    <a:p>
                      <a:r>
                        <a:t>Predicted Team</a:t>
                      </a:r>
                    </a:p>
                  </a:txBody>
                  <a:tcPr/>
                </a:tc>
                <a:tc>
                  <a:txBody>
                    <a:bodyPr/>
                    <a:lstStyle/>
                    <a:p>
                      <a:r>
                        <a:t>Diff Squared</a:t>
                      </a:r>
                    </a:p>
                  </a:txBody>
                  <a:tcPr/>
                </a:tc>
                <a:extLst>
                  <a:ext uri="{0D108BD9-81ED-4DB2-BD59-A6C34878D82A}">
                    <a16:rowId xmlns:a16="http://schemas.microsoft.com/office/drawing/2014/main" val="10000"/>
                  </a:ext>
                </a:extLst>
              </a:tr>
              <a:tr h="0">
                <a:tc>
                  <a:txBody>
                    <a:bodyPr/>
                    <a:lstStyle/>
                    <a:p>
                      <a:r>
                        <a:t>1</a:t>
                      </a:r>
                    </a:p>
                  </a:txBody>
                  <a:tcPr/>
                </a:tc>
                <a:tc>
                  <a:txBody>
                    <a:bodyPr/>
                    <a:lstStyle/>
                    <a:p>
                      <a:r>
                        <a:t>McLaren</a:t>
                      </a:r>
                    </a:p>
                  </a:txBody>
                  <a:tcPr/>
                </a:tc>
                <a:tc>
                  <a:txBody>
                    <a:bodyPr/>
                    <a:lstStyle/>
                    <a:p>
                      <a:r>
                        <a:t>Red Bull</a:t>
                      </a:r>
                    </a:p>
                  </a:txBody>
                  <a:tcPr/>
                </a:tc>
                <a:tc>
                  <a:txBody>
                    <a:bodyPr/>
                    <a:lstStyle/>
                    <a:p>
                      <a:r>
                        <a:t>4</a:t>
                      </a:r>
                    </a:p>
                  </a:txBody>
                  <a:tcPr/>
                </a:tc>
                <a:extLst>
                  <a:ext uri="{0D108BD9-81ED-4DB2-BD59-A6C34878D82A}">
                    <a16:rowId xmlns:a16="http://schemas.microsoft.com/office/drawing/2014/main" val="10001"/>
                  </a:ext>
                </a:extLst>
              </a:tr>
              <a:tr h="0">
                <a:tc>
                  <a:txBody>
                    <a:bodyPr/>
                    <a:lstStyle/>
                    <a:p>
                      <a:r>
                        <a:t>2</a:t>
                      </a:r>
                    </a:p>
                  </a:txBody>
                  <a:tcPr/>
                </a:tc>
                <a:tc>
                  <a:txBody>
                    <a:bodyPr/>
                    <a:lstStyle/>
                    <a:p>
                      <a:r>
                        <a:t>Ferrari</a:t>
                      </a:r>
                    </a:p>
                  </a:txBody>
                  <a:tcPr/>
                </a:tc>
                <a:tc>
                  <a:txBody>
                    <a:bodyPr/>
                    <a:lstStyle/>
                    <a:p>
                      <a:r>
                        <a:t>Mercedes</a:t>
                      </a:r>
                    </a:p>
                  </a:txBody>
                  <a:tcPr/>
                </a:tc>
                <a:tc>
                  <a:txBody>
                    <a:bodyPr/>
                    <a:lstStyle/>
                    <a:p>
                      <a:r>
                        <a:t>4</a:t>
                      </a:r>
                    </a:p>
                  </a:txBody>
                  <a:tcPr/>
                </a:tc>
                <a:extLst>
                  <a:ext uri="{0D108BD9-81ED-4DB2-BD59-A6C34878D82A}">
                    <a16:rowId xmlns:a16="http://schemas.microsoft.com/office/drawing/2014/main" val="10002"/>
                  </a:ext>
                </a:extLst>
              </a:tr>
              <a:tr h="0">
                <a:tc>
                  <a:txBody>
                    <a:bodyPr/>
                    <a:lstStyle/>
                    <a:p>
                      <a:r>
                        <a:t>3</a:t>
                      </a:r>
                    </a:p>
                  </a:txBody>
                  <a:tcPr/>
                </a:tc>
                <a:tc>
                  <a:txBody>
                    <a:bodyPr/>
                    <a:lstStyle/>
                    <a:p>
                      <a:r>
                        <a:t>Red Bull</a:t>
                      </a:r>
                    </a:p>
                  </a:txBody>
                  <a:tcPr/>
                </a:tc>
                <a:tc>
                  <a:txBody>
                    <a:bodyPr/>
                    <a:lstStyle/>
                    <a:p>
                      <a:r>
                        <a:t>Ferrari</a:t>
                      </a:r>
                    </a:p>
                  </a:txBody>
                  <a:tcPr/>
                </a:tc>
                <a:tc>
                  <a:txBody>
                    <a:bodyPr/>
                    <a:lstStyle/>
                    <a:p>
                      <a:r>
                        <a:t>1</a:t>
                      </a:r>
                    </a:p>
                  </a:txBody>
                  <a:tcPr/>
                </a:tc>
                <a:extLst>
                  <a:ext uri="{0D108BD9-81ED-4DB2-BD59-A6C34878D82A}">
                    <a16:rowId xmlns:a16="http://schemas.microsoft.com/office/drawing/2014/main" val="10003"/>
                  </a:ext>
                </a:extLst>
              </a:tr>
              <a:tr h="0">
                <a:tc>
                  <a:txBody>
                    <a:bodyPr/>
                    <a:lstStyle/>
                    <a:p>
                      <a:r>
                        <a:t>4</a:t>
                      </a:r>
                    </a:p>
                  </a:txBody>
                  <a:tcPr/>
                </a:tc>
                <a:tc>
                  <a:txBody>
                    <a:bodyPr/>
                    <a:lstStyle/>
                    <a:p>
                      <a:r>
                        <a:t>Mercedes</a:t>
                      </a:r>
                    </a:p>
                  </a:txBody>
                  <a:tcPr/>
                </a:tc>
                <a:tc>
                  <a:txBody>
                    <a:bodyPr/>
                    <a:lstStyle/>
                    <a:p>
                      <a:r>
                        <a:t>Aston Martin</a:t>
                      </a:r>
                    </a:p>
                  </a:txBody>
                  <a:tcPr/>
                </a:tc>
                <a:tc>
                  <a:txBody>
                    <a:bodyPr/>
                    <a:lstStyle/>
                    <a:p>
                      <a:r>
                        <a:t>16</a:t>
                      </a:r>
                    </a:p>
                  </a:txBody>
                  <a:tcPr/>
                </a:tc>
                <a:extLst>
                  <a:ext uri="{0D108BD9-81ED-4DB2-BD59-A6C34878D82A}">
                    <a16:rowId xmlns:a16="http://schemas.microsoft.com/office/drawing/2014/main" val="10004"/>
                  </a:ext>
                </a:extLst>
              </a:tr>
              <a:tr h="0">
                <a:tc>
                  <a:txBody>
                    <a:bodyPr/>
                    <a:lstStyle/>
                    <a:p>
                      <a:r>
                        <a:t>5</a:t>
                      </a:r>
                    </a:p>
                  </a:txBody>
                  <a:tcPr/>
                </a:tc>
                <a:tc>
                  <a:txBody>
                    <a:bodyPr/>
                    <a:lstStyle/>
                    <a:p>
                      <a:r>
                        <a:t>Aston Martin</a:t>
                      </a:r>
                    </a:p>
                  </a:txBody>
                  <a:tcPr/>
                </a:tc>
                <a:tc>
                  <a:txBody>
                    <a:bodyPr/>
                    <a:lstStyle/>
                    <a:p>
                      <a:r>
                        <a:t>McLaren</a:t>
                      </a:r>
                    </a:p>
                  </a:txBody>
                  <a:tcPr/>
                </a:tc>
                <a:tc>
                  <a:txBody>
                    <a:bodyPr/>
                    <a:lstStyle/>
                    <a:p>
                      <a:r>
                        <a:t>1</a:t>
                      </a:r>
                    </a:p>
                  </a:txBody>
                  <a:tcPr/>
                </a:tc>
                <a:extLst>
                  <a:ext uri="{0D108BD9-81ED-4DB2-BD59-A6C34878D82A}">
                    <a16:rowId xmlns:a16="http://schemas.microsoft.com/office/drawing/2014/main" val="10005"/>
                  </a:ext>
                </a:extLst>
              </a:tr>
              <a:tr h="0">
                <a:tc>
                  <a:txBody>
                    <a:bodyPr/>
                    <a:lstStyle/>
                    <a:p>
                      <a:r>
                        <a:t>6</a:t>
                      </a:r>
                    </a:p>
                  </a:txBody>
                  <a:tcPr/>
                </a:tc>
                <a:tc>
                  <a:txBody>
                    <a:bodyPr/>
                    <a:lstStyle/>
                    <a:p>
                      <a:r>
                        <a:t>Alpine</a:t>
                      </a:r>
                    </a:p>
                  </a:txBody>
                  <a:tcPr/>
                </a:tc>
                <a:tc>
                  <a:txBody>
                    <a:bodyPr/>
                    <a:lstStyle/>
                    <a:p>
                      <a:r>
                        <a:t>Williams</a:t>
                      </a:r>
                    </a:p>
                  </a:txBody>
                  <a:tcPr/>
                </a:tc>
                <a:tc>
                  <a:txBody>
                    <a:bodyPr/>
                    <a:lstStyle/>
                    <a:p>
                      <a:r>
                        <a:t>1</a:t>
                      </a:r>
                    </a:p>
                  </a:txBody>
                  <a:tcPr/>
                </a:tc>
                <a:extLst>
                  <a:ext uri="{0D108BD9-81ED-4DB2-BD59-A6C34878D82A}">
                    <a16:rowId xmlns:a16="http://schemas.microsoft.com/office/drawing/2014/main" val="10006"/>
                  </a:ext>
                </a:extLst>
              </a:tr>
              <a:tr h="0">
                <a:tc>
                  <a:txBody>
                    <a:bodyPr/>
                    <a:lstStyle/>
                    <a:p>
                      <a:r>
                        <a:t>7</a:t>
                      </a:r>
                    </a:p>
                  </a:txBody>
                  <a:tcPr/>
                </a:tc>
                <a:tc>
                  <a:txBody>
                    <a:bodyPr/>
                    <a:lstStyle/>
                    <a:p>
                      <a:r>
                        <a:t>Haas</a:t>
                      </a:r>
                    </a:p>
                  </a:txBody>
                  <a:tcPr/>
                </a:tc>
                <a:tc>
                  <a:txBody>
                    <a:bodyPr/>
                    <a:lstStyle/>
                    <a:p>
                      <a:r>
                        <a:t>Alpine</a:t>
                      </a:r>
                    </a:p>
                  </a:txBody>
                  <a:tcPr/>
                </a:tc>
                <a:tc>
                  <a:txBody>
                    <a:bodyPr/>
                    <a:lstStyle/>
                    <a:p>
                      <a:r>
                        <a:t>9</a:t>
                      </a:r>
                    </a:p>
                  </a:txBody>
                  <a:tcPr/>
                </a:tc>
                <a:extLst>
                  <a:ext uri="{0D108BD9-81ED-4DB2-BD59-A6C34878D82A}">
                    <a16:rowId xmlns:a16="http://schemas.microsoft.com/office/drawing/2014/main" val="10007"/>
                  </a:ext>
                </a:extLst>
              </a:tr>
              <a:tr h="0">
                <a:tc>
                  <a:txBody>
                    <a:bodyPr/>
                    <a:lstStyle/>
                    <a:p>
                      <a:r>
                        <a:t>8</a:t>
                      </a:r>
                    </a:p>
                  </a:txBody>
                  <a:tcPr/>
                </a:tc>
                <a:tc>
                  <a:txBody>
                    <a:bodyPr/>
                    <a:lstStyle/>
                    <a:p>
                      <a:r>
                        <a:t>Visa RB</a:t>
                      </a:r>
                    </a:p>
                  </a:txBody>
                  <a:tcPr/>
                </a:tc>
                <a:tc>
                  <a:txBody>
                    <a:bodyPr/>
                    <a:lstStyle/>
                    <a:p>
                      <a:r>
                        <a:t>Visa RB</a:t>
                      </a:r>
                    </a:p>
                  </a:txBody>
                  <a:tcPr/>
                </a:tc>
                <a:tc>
                  <a:txBody>
                    <a:bodyPr/>
                    <a:lstStyle/>
                    <a:p>
                      <a:r>
                        <a:t>0</a:t>
                      </a:r>
                    </a:p>
                  </a:txBody>
                  <a:tcPr/>
                </a:tc>
                <a:extLst>
                  <a:ext uri="{0D108BD9-81ED-4DB2-BD59-A6C34878D82A}">
                    <a16:rowId xmlns:a16="http://schemas.microsoft.com/office/drawing/2014/main" val="10008"/>
                  </a:ext>
                </a:extLst>
              </a:tr>
              <a:tr h="0">
                <a:tc>
                  <a:txBody>
                    <a:bodyPr/>
                    <a:lstStyle/>
                    <a:p>
                      <a:r>
                        <a:t>9</a:t>
                      </a:r>
                    </a:p>
                  </a:txBody>
                  <a:tcPr/>
                </a:tc>
                <a:tc>
                  <a:txBody>
                    <a:bodyPr/>
                    <a:lstStyle/>
                    <a:p>
                      <a:r>
                        <a:t>Williams</a:t>
                      </a:r>
                    </a:p>
                  </a:txBody>
                  <a:tcPr/>
                </a:tc>
                <a:tc>
                  <a:txBody>
                    <a:bodyPr/>
                    <a:lstStyle/>
                    <a:p>
                      <a:r>
                        <a:t>Stake</a:t>
                      </a:r>
                    </a:p>
                  </a:txBody>
                  <a:tcPr/>
                </a:tc>
                <a:tc>
                  <a:txBody>
                    <a:bodyPr/>
                    <a:lstStyle/>
                    <a:p>
                      <a:r>
                        <a:t>1</a:t>
                      </a:r>
                    </a:p>
                  </a:txBody>
                  <a:tcPr/>
                </a:tc>
                <a:extLst>
                  <a:ext uri="{0D108BD9-81ED-4DB2-BD59-A6C34878D82A}">
                    <a16:rowId xmlns:a16="http://schemas.microsoft.com/office/drawing/2014/main" val="10009"/>
                  </a:ext>
                </a:extLst>
              </a:tr>
              <a:tr h="0">
                <a:tc>
                  <a:txBody>
                    <a:bodyPr/>
                    <a:lstStyle/>
                    <a:p>
                      <a:r>
                        <a:t>10</a:t>
                      </a:r>
                    </a:p>
                  </a:txBody>
                  <a:tcPr/>
                </a:tc>
                <a:tc>
                  <a:txBody>
                    <a:bodyPr/>
                    <a:lstStyle/>
                    <a:p>
                      <a:r>
                        <a:t>Stake</a:t>
                      </a:r>
                    </a:p>
                  </a:txBody>
                  <a:tcPr/>
                </a:tc>
                <a:tc>
                  <a:txBody>
                    <a:bodyPr/>
                    <a:lstStyle/>
                    <a:p>
                      <a:r>
                        <a:t>Haas</a:t>
                      </a:r>
                    </a:p>
                  </a:txBody>
                  <a:tcPr/>
                </a:tc>
                <a:tc>
                  <a:txBody>
                    <a:bodyPr/>
                    <a:lstStyle/>
                    <a:p>
                      <a:r>
                        <a:t>9</a:t>
                      </a:r>
                    </a:p>
                  </a:txBody>
                  <a:tcPr/>
                </a:tc>
                <a:extLst>
                  <a:ext uri="{0D108BD9-81ED-4DB2-BD59-A6C34878D82A}">
                    <a16:rowId xmlns:a16="http://schemas.microsoft.com/office/drawing/2014/main" val="10010"/>
                  </a:ext>
                </a:extLst>
              </a:tr>
            </a:tbl>
          </a:graphicData>
        </a:graphic>
      </p:graphicFrame>
      <p:sp>
        <p:nvSpPr>
          <p:cNvPr id="3" name="Rounded Rectangle 2"/>
          <p:cNvSpPr/>
          <p:nvPr/>
        </p:nvSpPr>
        <p:spPr>
          <a:xfrm>
            <a:off x="9265920" y="2880360"/>
            <a:ext cx="1463040" cy="10972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Diffs = 46
Score:
88</a:t>
            </a:r>
          </a:p>
        </p:txBody>
      </p:sp>
      <p:sp>
        <p:nvSpPr>
          <p:cNvPr id="4" name="Rectangle 3"/>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Constructor's - Suley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437376" y="233172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188</a:t>
            </a:r>
          </a:p>
        </p:txBody>
      </p:sp>
      <p:sp>
        <p:nvSpPr>
          <p:cNvPr id="3" name="Rounded Rectangle 2"/>
          <p:cNvSpPr/>
          <p:nvPr/>
        </p:nvSpPr>
        <p:spPr>
          <a:xfrm>
            <a:off x="4291584" y="233172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212</a:t>
            </a:r>
          </a:p>
        </p:txBody>
      </p:sp>
      <p:sp>
        <p:nvSpPr>
          <p:cNvPr id="4" name="Rounded Rectangle 3"/>
          <p:cNvSpPr/>
          <p:nvPr/>
        </p:nvSpPr>
        <p:spPr>
          <a:xfrm>
            <a:off x="8583168" y="233172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188</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241</a:t>
            </a:r>
          </a:p>
        </p:txBody>
      </p:sp>
      <p:sp>
        <p:nvSpPr>
          <p:cNvPr id="6" name="Rounded Rectangle 5"/>
          <p:cNvSpPr/>
          <p:nvPr/>
        </p:nvSpPr>
        <p:spPr>
          <a:xfrm>
            <a:off x="5364480" y="379476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173</a:t>
            </a:r>
          </a:p>
        </p:txBody>
      </p:sp>
      <p:sp>
        <p:nvSpPr>
          <p:cNvPr id="7" name="Rounded Rectangle 6"/>
          <p:cNvSpPr/>
          <p:nvPr/>
        </p:nvSpPr>
        <p:spPr>
          <a:xfrm>
            <a:off x="2682240" y="379476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188</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148</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Constructor's Championship</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Driver's Championship</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
Predict the Driver's Championship order. This question is punishing to having drivers very far away from their actual positions, but if you're close (1-4 positions) you'll score well still.
How it's scored - the lie:
For each driver, we find the difference between their actual position and your prediction. We square it, times by 0.3. Add up all of these, take them away from 200, round down - that's your score.
How it's scored - the truth:
The Spearman's rank coefficient between your order and the actual order is found.
This is mapped such that a score of 1 gets 200 points and 0.5 gets 0. The rest are negative (this has not happened yet).
</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- 188</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- 212</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- 188</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- 241</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- 173</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- 188</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- 148</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14400" y="914400"/>
          <a:ext cx="5852160" cy="544068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195942">
                <a:tc>
                  <a:txBody>
                    <a:bodyPr/>
                    <a:lstStyle/>
                    <a:p>
                      <a:r>
                        <a:rPr sz="1200"/>
                        <a:t>Position</a:t>
                      </a:r>
                    </a:p>
                  </a:txBody>
                  <a:tcPr marT="38100" marB="38100"/>
                </a:tc>
                <a:tc>
                  <a:txBody>
                    <a:bodyPr/>
                    <a:lstStyle/>
                    <a:p>
                      <a:r>
                        <a:rPr sz="1200"/>
                        <a:t>Actual Driver</a:t>
                      </a:r>
                    </a:p>
                  </a:txBody>
                  <a:tcPr marT="38100" marB="38100"/>
                </a:tc>
                <a:tc>
                  <a:txBody>
                    <a:bodyPr/>
                    <a:lstStyle/>
                    <a:p>
                      <a:r>
                        <a:rPr sz="1200"/>
                        <a:t>Predicted Driver</a:t>
                      </a:r>
                    </a:p>
                  </a:txBody>
                  <a:tcPr marT="38100" marB="38100"/>
                </a:tc>
                <a:tc>
                  <a:txBody>
                    <a:bodyPr/>
                    <a:lstStyle/>
                    <a:p>
                      <a:r>
                        <a:rPr sz="1200"/>
                        <a:t>Diff Squared</a:t>
                      </a:r>
                    </a:p>
                  </a:txBody>
                  <a:tcPr marT="38100" marB="38100"/>
                </a:tc>
                <a:extLst>
                  <a:ext uri="{0D108BD9-81ED-4DB2-BD59-A6C34878D82A}">
                    <a16:rowId xmlns:a16="http://schemas.microsoft.com/office/drawing/2014/main" val="10000"/>
                  </a:ext>
                </a:extLst>
              </a:tr>
              <a:tr h="195942">
                <a:tc>
                  <a:txBody>
                    <a:bodyPr/>
                    <a:lstStyle/>
                    <a:p>
                      <a:r>
                        <a:rPr sz="1200"/>
                        <a:t>1</a:t>
                      </a:r>
                    </a:p>
                  </a:txBody>
                  <a:tcPr marT="38100" marB="38100"/>
                </a:tc>
                <a:tc>
                  <a:txBody>
                    <a:bodyPr/>
                    <a:lstStyle/>
                    <a:p>
                      <a:r>
                        <a:rPr sz="1200"/>
                        <a:t>Max Verstappen</a:t>
                      </a:r>
                    </a:p>
                  </a:txBody>
                  <a:tcPr marT="38100" marB="38100"/>
                </a:tc>
                <a:tc>
                  <a:txBody>
                    <a:bodyPr/>
                    <a:lstStyle/>
                    <a:p>
                      <a:r>
                        <a:rPr sz="1200"/>
                        <a:t>Max Verstappen</a:t>
                      </a:r>
                    </a:p>
                  </a:txBody>
                  <a:tcPr marT="38100" marB="38100"/>
                </a:tc>
                <a:tc>
                  <a:txBody>
                    <a:bodyPr/>
                    <a:lstStyle/>
                    <a:p>
                      <a:r>
                        <a:rPr sz="1200"/>
                        <a:t>0</a:t>
                      </a:r>
                    </a:p>
                  </a:txBody>
                  <a:tcPr marT="38100" marB="38100"/>
                </a:tc>
                <a:extLst>
                  <a:ext uri="{0D108BD9-81ED-4DB2-BD59-A6C34878D82A}">
                    <a16:rowId xmlns:a16="http://schemas.microsoft.com/office/drawing/2014/main" val="10001"/>
                  </a:ext>
                </a:extLst>
              </a:tr>
              <a:tr h="195942">
                <a:tc>
                  <a:txBody>
                    <a:bodyPr/>
                    <a:lstStyle/>
                    <a:p>
                      <a:r>
                        <a:rPr sz="1200"/>
                        <a:t>2</a:t>
                      </a:r>
                    </a:p>
                  </a:txBody>
                  <a:tcPr marT="38100" marB="38100"/>
                </a:tc>
                <a:tc>
                  <a:txBody>
                    <a:bodyPr/>
                    <a:lstStyle/>
                    <a:p>
                      <a:r>
                        <a:rPr sz="1200"/>
                        <a:t>Lando Norris</a:t>
                      </a:r>
                    </a:p>
                  </a:txBody>
                  <a:tcPr marT="38100" marB="38100"/>
                </a:tc>
                <a:tc>
                  <a:txBody>
                    <a:bodyPr/>
                    <a:lstStyle/>
                    <a:p>
                      <a:r>
                        <a:rPr sz="1200"/>
                        <a:t>Sergio Perez</a:t>
                      </a:r>
                    </a:p>
                  </a:txBody>
                  <a:tcPr marT="38100" marB="38100"/>
                </a:tc>
                <a:tc>
                  <a:txBody>
                    <a:bodyPr/>
                    <a:lstStyle/>
                    <a:p>
                      <a:r>
                        <a:rPr sz="1200"/>
                        <a:t>36</a:t>
                      </a:r>
                    </a:p>
                  </a:txBody>
                  <a:tcPr marT="38100" marB="38100"/>
                </a:tc>
                <a:extLst>
                  <a:ext uri="{0D108BD9-81ED-4DB2-BD59-A6C34878D82A}">
                    <a16:rowId xmlns:a16="http://schemas.microsoft.com/office/drawing/2014/main" val="10002"/>
                  </a:ext>
                </a:extLst>
              </a:tr>
              <a:tr h="195942">
                <a:tc>
                  <a:txBody>
                    <a:bodyPr/>
                    <a:lstStyle/>
                    <a:p>
                      <a:r>
                        <a:rPr sz="1200"/>
                        <a:t>3</a:t>
                      </a:r>
                    </a:p>
                  </a:txBody>
                  <a:tcPr marT="38100" marB="38100"/>
                </a:tc>
                <a:tc>
                  <a:txBody>
                    <a:bodyPr/>
                    <a:lstStyle/>
                    <a:p>
                      <a:r>
                        <a:rPr sz="1200"/>
                        <a:t>Charles Leclerc</a:t>
                      </a:r>
                    </a:p>
                  </a:txBody>
                  <a:tcPr marT="38100" marB="38100"/>
                </a:tc>
                <a:tc>
                  <a:txBody>
                    <a:bodyPr/>
                    <a:lstStyle/>
                    <a:p>
                      <a:r>
                        <a:rPr sz="1200"/>
                        <a:t>Lewis Hamilton</a:t>
                      </a:r>
                    </a:p>
                  </a:txBody>
                  <a:tcPr marT="38100" marB="38100"/>
                </a:tc>
                <a:tc>
                  <a:txBody>
                    <a:bodyPr/>
                    <a:lstStyle/>
                    <a:p>
                      <a:r>
                        <a:rPr sz="1200"/>
                        <a:t>16</a:t>
                      </a:r>
                    </a:p>
                  </a:txBody>
                  <a:tcPr marT="38100" marB="38100"/>
                </a:tc>
                <a:extLst>
                  <a:ext uri="{0D108BD9-81ED-4DB2-BD59-A6C34878D82A}">
                    <a16:rowId xmlns:a16="http://schemas.microsoft.com/office/drawing/2014/main" val="10003"/>
                  </a:ext>
                </a:extLst>
              </a:tr>
              <a:tr h="195942">
                <a:tc>
                  <a:txBody>
                    <a:bodyPr/>
                    <a:lstStyle/>
                    <a:p>
                      <a:r>
                        <a:rPr sz="1200"/>
                        <a:t>4</a:t>
                      </a:r>
                    </a:p>
                  </a:txBody>
                  <a:tcPr marT="38100" marB="38100"/>
                </a:tc>
                <a:tc>
                  <a:txBody>
                    <a:bodyPr/>
                    <a:lstStyle/>
                    <a:p>
                      <a:r>
                        <a:rPr sz="1200"/>
                        <a:t>Oscar Piastri</a:t>
                      </a:r>
                    </a:p>
                  </a:txBody>
                  <a:tcPr marT="38100" marB="38100"/>
                </a:tc>
                <a:tc>
                  <a:txBody>
                    <a:bodyPr/>
                    <a:lstStyle/>
                    <a:p>
                      <a:r>
                        <a:rPr sz="1200"/>
                        <a:t>Charles Leclerc</a:t>
                      </a:r>
                    </a:p>
                  </a:txBody>
                  <a:tcPr marT="38100" marB="38100"/>
                </a:tc>
                <a:tc>
                  <a:txBody>
                    <a:bodyPr/>
                    <a:lstStyle/>
                    <a:p>
                      <a:r>
                        <a:rPr sz="1200"/>
                        <a:t>0</a:t>
                      </a:r>
                    </a:p>
                  </a:txBody>
                  <a:tcPr marT="38100" marB="38100"/>
                </a:tc>
                <a:extLst>
                  <a:ext uri="{0D108BD9-81ED-4DB2-BD59-A6C34878D82A}">
                    <a16:rowId xmlns:a16="http://schemas.microsoft.com/office/drawing/2014/main" val="10004"/>
                  </a:ext>
                </a:extLst>
              </a:tr>
              <a:tr h="195942">
                <a:tc>
                  <a:txBody>
                    <a:bodyPr/>
                    <a:lstStyle/>
                    <a:p>
                      <a:r>
                        <a:rPr sz="1200"/>
                        <a:t>5</a:t>
                      </a:r>
                    </a:p>
                  </a:txBody>
                  <a:tcPr marT="38100" marB="38100"/>
                </a:tc>
                <a:tc>
                  <a:txBody>
                    <a:bodyPr/>
                    <a:lstStyle/>
                    <a:p>
                      <a:r>
                        <a:rPr sz="1200"/>
                        <a:t>Carlos Sainz</a:t>
                      </a:r>
                    </a:p>
                  </a:txBody>
                  <a:tcPr marT="38100" marB="38100"/>
                </a:tc>
                <a:tc>
                  <a:txBody>
                    <a:bodyPr/>
                    <a:lstStyle/>
                    <a:p>
                      <a:r>
                        <a:rPr sz="1200"/>
                        <a:t>Lando Norris</a:t>
                      </a:r>
                    </a:p>
                  </a:txBody>
                  <a:tcPr marT="38100" marB="38100"/>
                </a:tc>
                <a:tc>
                  <a:txBody>
                    <a:bodyPr/>
                    <a:lstStyle/>
                    <a:p>
                      <a:r>
                        <a:rPr sz="1200"/>
                        <a:t>1</a:t>
                      </a:r>
                    </a:p>
                  </a:txBody>
                  <a:tcPr marT="38100" marB="38100"/>
                </a:tc>
                <a:extLst>
                  <a:ext uri="{0D108BD9-81ED-4DB2-BD59-A6C34878D82A}">
                    <a16:rowId xmlns:a16="http://schemas.microsoft.com/office/drawing/2014/main" val="10005"/>
                  </a:ext>
                </a:extLst>
              </a:tr>
              <a:tr h="195942">
                <a:tc>
                  <a:txBody>
                    <a:bodyPr/>
                    <a:lstStyle/>
                    <a:p>
                      <a:r>
                        <a:rPr sz="1200"/>
                        <a:t>6</a:t>
                      </a:r>
                    </a:p>
                  </a:txBody>
                  <a:tcPr marT="38100" marB="38100"/>
                </a:tc>
                <a:tc>
                  <a:txBody>
                    <a:bodyPr/>
                    <a:lstStyle/>
                    <a:p>
                      <a:r>
                        <a:rPr sz="1200"/>
                        <a:t>George Russell</a:t>
                      </a:r>
                    </a:p>
                  </a:txBody>
                  <a:tcPr marT="38100" marB="38100"/>
                </a:tc>
                <a:tc>
                  <a:txBody>
                    <a:bodyPr/>
                    <a:lstStyle/>
                    <a:p>
                      <a:r>
                        <a:rPr sz="1200"/>
                        <a:t>George Russell</a:t>
                      </a:r>
                    </a:p>
                  </a:txBody>
                  <a:tcPr marT="38100" marB="38100"/>
                </a:tc>
                <a:tc>
                  <a:txBody>
                    <a:bodyPr/>
                    <a:lstStyle/>
                    <a:p>
                      <a:r>
                        <a:rPr sz="1200"/>
                        <a:t>9</a:t>
                      </a:r>
                    </a:p>
                  </a:txBody>
                  <a:tcPr marT="38100" marB="38100"/>
                </a:tc>
                <a:extLst>
                  <a:ext uri="{0D108BD9-81ED-4DB2-BD59-A6C34878D82A}">
                    <a16:rowId xmlns:a16="http://schemas.microsoft.com/office/drawing/2014/main" val="10006"/>
                  </a:ext>
                </a:extLst>
              </a:tr>
              <a:tr h="195942">
                <a:tc>
                  <a:txBody>
                    <a:bodyPr/>
                    <a:lstStyle/>
                    <a:p>
                      <a:r>
                        <a:rPr sz="1200"/>
                        <a:t>7</a:t>
                      </a:r>
                    </a:p>
                  </a:txBody>
                  <a:tcPr marT="38100" marB="38100"/>
                </a:tc>
                <a:tc>
                  <a:txBody>
                    <a:bodyPr/>
                    <a:lstStyle/>
                    <a:p>
                      <a:r>
                        <a:rPr sz="1200"/>
                        <a:t>Lewis Hamilton</a:t>
                      </a:r>
                    </a:p>
                  </a:txBody>
                  <a:tcPr marT="38100" marB="38100"/>
                </a:tc>
                <a:tc>
                  <a:txBody>
                    <a:bodyPr/>
                    <a:lstStyle/>
                    <a:p>
                      <a:r>
                        <a:rPr sz="1200"/>
                        <a:t>Carlos Sainz</a:t>
                      </a:r>
                    </a:p>
                  </a:txBody>
                  <a:tcPr marT="38100" marB="38100"/>
                </a:tc>
                <a:tc>
                  <a:txBody>
                    <a:bodyPr/>
                    <a:lstStyle/>
                    <a:p>
                      <a:r>
                        <a:rPr sz="1200"/>
                        <a:t>4</a:t>
                      </a:r>
                    </a:p>
                  </a:txBody>
                  <a:tcPr marT="38100" marB="38100"/>
                </a:tc>
                <a:extLst>
                  <a:ext uri="{0D108BD9-81ED-4DB2-BD59-A6C34878D82A}">
                    <a16:rowId xmlns:a16="http://schemas.microsoft.com/office/drawing/2014/main" val="10007"/>
                  </a:ext>
                </a:extLst>
              </a:tr>
              <a:tr h="195942">
                <a:tc>
                  <a:txBody>
                    <a:bodyPr/>
                    <a:lstStyle/>
                    <a:p>
                      <a:r>
                        <a:rPr sz="1200"/>
                        <a:t>8</a:t>
                      </a:r>
                    </a:p>
                  </a:txBody>
                  <a:tcPr marT="38100" marB="38100"/>
                </a:tc>
                <a:tc>
                  <a:txBody>
                    <a:bodyPr/>
                    <a:lstStyle/>
                    <a:p>
                      <a:r>
                        <a:rPr sz="1200"/>
                        <a:t>Sergio Perez</a:t>
                      </a:r>
                    </a:p>
                  </a:txBody>
                  <a:tcPr marT="38100" marB="38100"/>
                </a:tc>
                <a:tc>
                  <a:txBody>
                    <a:bodyPr/>
                    <a:lstStyle/>
                    <a:p>
                      <a:r>
                        <a:rPr sz="1200"/>
                        <a:t>Oscar Piastri</a:t>
                      </a:r>
                    </a:p>
                  </a:txBody>
                  <a:tcPr marT="38100" marB="38100"/>
                </a:tc>
                <a:tc>
                  <a:txBody>
                    <a:bodyPr/>
                    <a:lstStyle/>
                    <a:p>
                      <a:r>
                        <a:rPr sz="1200"/>
                        <a:t>0</a:t>
                      </a:r>
                    </a:p>
                  </a:txBody>
                  <a:tcPr marT="38100" marB="38100"/>
                </a:tc>
                <a:extLst>
                  <a:ext uri="{0D108BD9-81ED-4DB2-BD59-A6C34878D82A}">
                    <a16:rowId xmlns:a16="http://schemas.microsoft.com/office/drawing/2014/main" val="10008"/>
                  </a:ext>
                </a:extLst>
              </a:tr>
              <a:tr h="195942">
                <a:tc>
                  <a:txBody>
                    <a:bodyPr/>
                    <a:lstStyle/>
                    <a:p>
                      <a:r>
                        <a:rPr sz="1200"/>
                        <a:t>9</a:t>
                      </a:r>
                    </a:p>
                  </a:txBody>
                  <a:tcPr marT="38100" marB="38100"/>
                </a:tc>
                <a:tc>
                  <a:txBody>
                    <a:bodyPr/>
                    <a:lstStyle/>
                    <a:p>
                      <a:r>
                        <a:rPr sz="1200"/>
                        <a:t>Fernando Alonso</a:t>
                      </a:r>
                    </a:p>
                  </a:txBody>
                  <a:tcPr marT="38100" marB="38100"/>
                </a:tc>
                <a:tc>
                  <a:txBody>
                    <a:bodyPr/>
                    <a:lstStyle/>
                    <a:p>
                      <a:r>
                        <a:rPr sz="1200"/>
                        <a:t>Fernando Alonso</a:t>
                      </a:r>
                    </a:p>
                  </a:txBody>
                  <a:tcPr marT="38100" marB="38100"/>
                </a:tc>
                <a:tc>
                  <a:txBody>
                    <a:bodyPr/>
                    <a:lstStyle/>
                    <a:p>
                      <a:r>
                        <a:rPr sz="1200"/>
                        <a:t>16</a:t>
                      </a:r>
                    </a:p>
                  </a:txBody>
                  <a:tcPr marT="38100" marB="38100"/>
                </a:tc>
                <a:extLst>
                  <a:ext uri="{0D108BD9-81ED-4DB2-BD59-A6C34878D82A}">
                    <a16:rowId xmlns:a16="http://schemas.microsoft.com/office/drawing/2014/main" val="10009"/>
                  </a:ext>
                </a:extLst>
              </a:tr>
              <a:tr h="195942">
                <a:tc>
                  <a:txBody>
                    <a:bodyPr/>
                    <a:lstStyle/>
                    <a:p>
                      <a:r>
                        <a:rPr sz="1200"/>
                        <a:t>10</a:t>
                      </a:r>
                    </a:p>
                  </a:txBody>
                  <a:tcPr marT="38100" marB="38100"/>
                </a:tc>
                <a:tc>
                  <a:txBody>
                    <a:bodyPr/>
                    <a:lstStyle/>
                    <a:p>
                      <a:r>
                        <a:rPr sz="1200"/>
                        <a:t>Pierre Gasly</a:t>
                      </a:r>
                    </a:p>
                  </a:txBody>
                  <a:tcPr marT="38100" marB="38100"/>
                </a:tc>
                <a:tc>
                  <a:txBody>
                    <a:bodyPr/>
                    <a:lstStyle/>
                    <a:p>
                      <a:r>
                        <a:rPr sz="1200"/>
                        <a:t>Yuki Tsunoda</a:t>
                      </a:r>
                    </a:p>
                  </a:txBody>
                  <a:tcPr marT="38100" marB="38100"/>
                </a:tc>
                <a:tc>
                  <a:txBody>
                    <a:bodyPr/>
                    <a:lstStyle/>
                    <a:p>
                      <a:r>
                        <a:rPr sz="1200"/>
                        <a:t>1</a:t>
                      </a:r>
                    </a:p>
                  </a:txBody>
                  <a:tcPr marT="38100" marB="38100"/>
                </a:tc>
                <a:extLst>
                  <a:ext uri="{0D108BD9-81ED-4DB2-BD59-A6C34878D82A}">
                    <a16:rowId xmlns:a16="http://schemas.microsoft.com/office/drawing/2014/main" val="10010"/>
                  </a:ext>
                </a:extLst>
              </a:tr>
              <a:tr h="195942">
                <a:tc>
                  <a:txBody>
                    <a:bodyPr/>
                    <a:lstStyle/>
                    <a:p>
                      <a:r>
                        <a:rPr sz="1200"/>
                        <a:t>11</a:t>
                      </a:r>
                    </a:p>
                  </a:txBody>
                  <a:tcPr marT="38100" marB="38100"/>
                </a:tc>
                <a:tc>
                  <a:txBody>
                    <a:bodyPr/>
                    <a:lstStyle/>
                    <a:p>
                      <a:r>
                        <a:rPr sz="1200"/>
                        <a:t>Nico Hulkenberg</a:t>
                      </a:r>
                    </a:p>
                  </a:txBody>
                  <a:tcPr marT="38100" marB="38100"/>
                </a:tc>
                <a:tc>
                  <a:txBody>
                    <a:bodyPr/>
                    <a:lstStyle/>
                    <a:p>
                      <a:r>
                        <a:rPr sz="1200"/>
                        <a:t>Daniel Ricciardo</a:t>
                      </a:r>
                    </a:p>
                  </a:txBody>
                  <a:tcPr marT="38100" marB="38100"/>
                </a:tc>
                <a:tc>
                  <a:txBody>
                    <a:bodyPr/>
                    <a:lstStyle/>
                    <a:p>
                      <a:r>
                        <a:rPr sz="1200"/>
                        <a:t>9</a:t>
                      </a:r>
                    </a:p>
                  </a:txBody>
                  <a:tcPr marT="38100" marB="38100"/>
                </a:tc>
                <a:extLst>
                  <a:ext uri="{0D108BD9-81ED-4DB2-BD59-A6C34878D82A}">
                    <a16:rowId xmlns:a16="http://schemas.microsoft.com/office/drawing/2014/main" val="10011"/>
                  </a:ext>
                </a:extLst>
              </a:tr>
              <a:tr h="195942">
                <a:tc>
                  <a:txBody>
                    <a:bodyPr/>
                    <a:lstStyle/>
                    <a:p>
                      <a:r>
                        <a:rPr sz="1200"/>
                        <a:t>12</a:t>
                      </a:r>
                    </a:p>
                  </a:txBody>
                  <a:tcPr marT="38100" marB="38100"/>
                </a:tc>
                <a:tc>
                  <a:txBody>
                    <a:bodyPr/>
                    <a:lstStyle/>
                    <a:p>
                      <a:r>
                        <a:rPr sz="1200"/>
                        <a:t>Yuki Tsunoda</a:t>
                      </a:r>
                    </a:p>
                  </a:txBody>
                  <a:tcPr marT="38100" marB="38100"/>
                </a:tc>
                <a:tc>
                  <a:txBody>
                    <a:bodyPr/>
                    <a:lstStyle/>
                    <a:p>
                      <a:r>
                        <a:rPr sz="1200"/>
                        <a:t>Lance Stroll</a:t>
                      </a:r>
                    </a:p>
                  </a:txBody>
                  <a:tcPr marT="38100" marB="38100"/>
                </a:tc>
                <a:tc>
                  <a:txBody>
                    <a:bodyPr/>
                    <a:lstStyle/>
                    <a:p>
                      <a:r>
                        <a:rPr sz="1200"/>
                        <a:t>0</a:t>
                      </a:r>
                    </a:p>
                  </a:txBody>
                  <a:tcPr marT="38100" marB="38100"/>
                </a:tc>
                <a:extLst>
                  <a:ext uri="{0D108BD9-81ED-4DB2-BD59-A6C34878D82A}">
                    <a16:rowId xmlns:a16="http://schemas.microsoft.com/office/drawing/2014/main" val="10012"/>
                  </a:ext>
                </a:extLst>
              </a:tr>
              <a:tr h="195942">
                <a:tc>
                  <a:txBody>
                    <a:bodyPr/>
                    <a:lstStyle/>
                    <a:p>
                      <a:r>
                        <a:rPr sz="1200"/>
                        <a:t>13</a:t>
                      </a:r>
                    </a:p>
                  </a:txBody>
                  <a:tcPr marT="38100" marB="38100"/>
                </a:tc>
                <a:tc>
                  <a:txBody>
                    <a:bodyPr/>
                    <a:lstStyle/>
                    <a:p>
                      <a:r>
                        <a:rPr sz="1200"/>
                        <a:t>Lance Stroll</a:t>
                      </a:r>
                    </a:p>
                  </a:txBody>
                  <a:tcPr marT="38100" marB="38100"/>
                </a:tc>
                <a:tc>
                  <a:txBody>
                    <a:bodyPr/>
                    <a:lstStyle/>
                    <a:p>
                      <a:r>
                        <a:rPr sz="1200"/>
                        <a:t>Pierre Gasly</a:t>
                      </a:r>
                    </a:p>
                  </a:txBody>
                  <a:tcPr marT="38100" marB="38100"/>
                </a:tc>
                <a:tc>
                  <a:txBody>
                    <a:bodyPr/>
                    <a:lstStyle/>
                    <a:p>
                      <a:r>
                        <a:rPr sz="1200"/>
                        <a:t>1</a:t>
                      </a:r>
                    </a:p>
                  </a:txBody>
                  <a:tcPr marT="38100" marB="38100"/>
                </a:tc>
                <a:extLst>
                  <a:ext uri="{0D108BD9-81ED-4DB2-BD59-A6C34878D82A}">
                    <a16:rowId xmlns:a16="http://schemas.microsoft.com/office/drawing/2014/main" val="10013"/>
                  </a:ext>
                </a:extLst>
              </a:tr>
              <a:tr h="195942">
                <a:tc>
                  <a:txBody>
                    <a:bodyPr/>
                    <a:lstStyle/>
                    <a:p>
                      <a:r>
                        <a:rPr sz="1200"/>
                        <a:t>14</a:t>
                      </a:r>
                    </a:p>
                  </a:txBody>
                  <a:tcPr marT="38100" marB="38100"/>
                </a:tc>
                <a:tc>
                  <a:txBody>
                    <a:bodyPr/>
                    <a:lstStyle/>
                    <a:p>
                      <a:r>
                        <a:rPr sz="1200"/>
                        <a:t>Esteban Ocon</a:t>
                      </a:r>
                    </a:p>
                  </a:txBody>
                  <a:tcPr marT="38100" marB="38100"/>
                </a:tc>
                <a:tc>
                  <a:txBody>
                    <a:bodyPr/>
                    <a:lstStyle/>
                    <a:p>
                      <a:r>
                        <a:rPr sz="1200"/>
                        <a:t>Esteban Ocon</a:t>
                      </a:r>
                    </a:p>
                  </a:txBody>
                  <a:tcPr marT="38100" marB="38100"/>
                </a:tc>
                <a:tc>
                  <a:txBody>
                    <a:bodyPr/>
                    <a:lstStyle/>
                    <a:p>
                      <a:r>
                        <a:rPr sz="1200"/>
                        <a:t>4</a:t>
                      </a:r>
                    </a:p>
                  </a:txBody>
                  <a:tcPr marT="38100" marB="38100"/>
                </a:tc>
                <a:extLst>
                  <a:ext uri="{0D108BD9-81ED-4DB2-BD59-A6C34878D82A}">
                    <a16:rowId xmlns:a16="http://schemas.microsoft.com/office/drawing/2014/main" val="10014"/>
                  </a:ext>
                </a:extLst>
              </a:tr>
              <a:tr h="195942">
                <a:tc>
                  <a:txBody>
                    <a:bodyPr/>
                    <a:lstStyle/>
                    <a:p>
                      <a:r>
                        <a:rPr sz="1200"/>
                        <a:t>15</a:t>
                      </a:r>
                    </a:p>
                  </a:txBody>
                  <a:tcPr marT="38100" marB="38100"/>
                </a:tc>
                <a:tc>
                  <a:txBody>
                    <a:bodyPr/>
                    <a:lstStyle/>
                    <a:p>
                      <a:r>
                        <a:rPr sz="1200"/>
                        <a:t>Kevin Magnussen</a:t>
                      </a:r>
                    </a:p>
                  </a:txBody>
                  <a:tcPr marT="38100" marB="38100"/>
                </a:tc>
                <a:tc>
                  <a:txBody>
                    <a:bodyPr/>
                    <a:lstStyle/>
                    <a:p>
                      <a:r>
                        <a:rPr sz="1200"/>
                        <a:t>Alexander Albon</a:t>
                      </a:r>
                    </a:p>
                  </a:txBody>
                  <a:tcPr marT="38100" marB="38100"/>
                </a:tc>
                <a:tc>
                  <a:txBody>
                    <a:bodyPr/>
                    <a:lstStyle/>
                    <a:p>
                      <a:r>
                        <a:rPr sz="1200"/>
                        <a:t>16</a:t>
                      </a:r>
                    </a:p>
                  </a:txBody>
                  <a:tcPr marT="38100" marB="38100"/>
                </a:tc>
                <a:extLst>
                  <a:ext uri="{0D108BD9-81ED-4DB2-BD59-A6C34878D82A}">
                    <a16:rowId xmlns:a16="http://schemas.microsoft.com/office/drawing/2014/main" val="10015"/>
                  </a:ext>
                </a:extLst>
              </a:tr>
              <a:tr h="195942">
                <a:tc>
                  <a:txBody>
                    <a:bodyPr/>
                    <a:lstStyle/>
                    <a:p>
                      <a:r>
                        <a:rPr sz="1200"/>
                        <a:t>16</a:t>
                      </a:r>
                    </a:p>
                  </a:txBody>
                  <a:tcPr marT="38100" marB="38100"/>
                </a:tc>
                <a:tc>
                  <a:txBody>
                    <a:bodyPr/>
                    <a:lstStyle/>
                    <a:p>
                      <a:r>
                        <a:rPr sz="1200"/>
                        <a:t>Alexander Albon</a:t>
                      </a:r>
                    </a:p>
                  </a:txBody>
                  <a:tcPr marT="38100" marB="38100"/>
                </a:tc>
                <a:tc>
                  <a:txBody>
                    <a:bodyPr/>
                    <a:lstStyle/>
                    <a:p>
                      <a:r>
                        <a:rPr sz="1200"/>
                        <a:t>Valtteri Bottas</a:t>
                      </a:r>
                    </a:p>
                  </a:txBody>
                  <a:tcPr marT="38100" marB="38100"/>
                </a:tc>
                <a:tc>
                  <a:txBody>
                    <a:bodyPr/>
                    <a:lstStyle/>
                    <a:p>
                      <a:r>
                        <a:rPr sz="1200"/>
                        <a:t>49</a:t>
                      </a:r>
                    </a:p>
                  </a:txBody>
                  <a:tcPr marT="38100" marB="38100"/>
                </a:tc>
                <a:extLst>
                  <a:ext uri="{0D108BD9-81ED-4DB2-BD59-A6C34878D82A}">
                    <a16:rowId xmlns:a16="http://schemas.microsoft.com/office/drawing/2014/main" val="10016"/>
                  </a:ext>
                </a:extLst>
              </a:tr>
              <a:tr h="195942">
                <a:tc>
                  <a:txBody>
                    <a:bodyPr/>
                    <a:lstStyle/>
                    <a:p>
                      <a:r>
                        <a:rPr sz="1200"/>
                        <a:t>17</a:t>
                      </a:r>
                    </a:p>
                  </a:txBody>
                  <a:tcPr marT="38100" marB="38100"/>
                </a:tc>
                <a:tc>
                  <a:txBody>
                    <a:bodyPr/>
                    <a:lstStyle/>
                    <a:p>
                      <a:r>
                        <a:rPr sz="1200"/>
                        <a:t>Daniel Ricciardo</a:t>
                      </a:r>
                    </a:p>
                  </a:txBody>
                  <a:tcPr marT="38100" marB="38100"/>
                </a:tc>
                <a:tc>
                  <a:txBody>
                    <a:bodyPr/>
                    <a:lstStyle/>
                    <a:p>
                      <a:r>
                        <a:rPr sz="1200"/>
                        <a:t>Zhou Guanyu</a:t>
                      </a:r>
                    </a:p>
                  </a:txBody>
                  <a:tcPr marT="38100" marB="38100"/>
                </a:tc>
                <a:tc>
                  <a:txBody>
                    <a:bodyPr/>
                    <a:lstStyle/>
                    <a:p>
                      <a:r>
                        <a:rPr sz="1200"/>
                        <a:t>36</a:t>
                      </a:r>
                    </a:p>
                  </a:txBody>
                  <a:tcPr marT="38100" marB="38100"/>
                </a:tc>
                <a:extLst>
                  <a:ext uri="{0D108BD9-81ED-4DB2-BD59-A6C34878D82A}">
                    <a16:rowId xmlns:a16="http://schemas.microsoft.com/office/drawing/2014/main" val="10017"/>
                  </a:ext>
                </a:extLst>
              </a:tr>
              <a:tr h="195942">
                <a:tc>
                  <a:txBody>
                    <a:bodyPr/>
                    <a:lstStyle/>
                    <a:p>
                      <a:r>
                        <a:rPr sz="1200"/>
                        <a:t>18</a:t>
                      </a:r>
                    </a:p>
                  </a:txBody>
                  <a:tcPr marT="38100" marB="38100"/>
                </a:tc>
                <a:tc>
                  <a:txBody>
                    <a:bodyPr/>
                    <a:lstStyle/>
                    <a:p>
                      <a:r>
                        <a:rPr sz="1200"/>
                        <a:t>Zhou Guanyu</a:t>
                      </a:r>
                    </a:p>
                  </a:txBody>
                  <a:tcPr marT="38100" marB="38100"/>
                </a:tc>
                <a:tc>
                  <a:txBody>
                    <a:bodyPr/>
                    <a:lstStyle/>
                    <a:p>
                      <a:r>
                        <a:rPr sz="1200"/>
                        <a:t>Nico Hulkenberg</a:t>
                      </a:r>
                    </a:p>
                  </a:txBody>
                  <a:tcPr marT="38100" marB="38100"/>
                </a:tc>
                <a:tc>
                  <a:txBody>
                    <a:bodyPr/>
                    <a:lstStyle/>
                    <a:p>
                      <a:r>
                        <a:rPr sz="1200"/>
                        <a:t>1</a:t>
                      </a:r>
                    </a:p>
                  </a:txBody>
                  <a:tcPr marT="38100" marB="38100"/>
                </a:tc>
                <a:extLst>
                  <a:ext uri="{0D108BD9-81ED-4DB2-BD59-A6C34878D82A}">
                    <a16:rowId xmlns:a16="http://schemas.microsoft.com/office/drawing/2014/main" val="10018"/>
                  </a:ext>
                </a:extLst>
              </a:tr>
              <a:tr h="195942">
                <a:tc>
                  <a:txBody>
                    <a:bodyPr/>
                    <a:lstStyle/>
                    <a:p>
                      <a:r>
                        <a:rPr sz="1200"/>
                        <a:t>19</a:t>
                      </a:r>
                    </a:p>
                  </a:txBody>
                  <a:tcPr marT="38100" marB="38100"/>
                </a:tc>
                <a:tc>
                  <a:txBody>
                    <a:bodyPr/>
                    <a:lstStyle/>
                    <a:p>
                      <a:r>
                        <a:rPr sz="1200"/>
                        <a:t>Logan Sargeant</a:t>
                      </a:r>
                    </a:p>
                  </a:txBody>
                  <a:tcPr marT="38100" marB="38100"/>
                </a:tc>
                <a:tc>
                  <a:txBody>
                    <a:bodyPr/>
                    <a:lstStyle/>
                    <a:p>
                      <a:r>
                        <a:rPr sz="1200"/>
                        <a:t>Kevin Magnussen</a:t>
                      </a:r>
                    </a:p>
                  </a:txBody>
                  <a:tcPr marT="38100" marB="38100"/>
                </a:tc>
                <a:tc>
                  <a:txBody>
                    <a:bodyPr/>
                    <a:lstStyle/>
                    <a:p>
                      <a:r>
                        <a:rPr sz="1200"/>
                        <a:t>16</a:t>
                      </a:r>
                    </a:p>
                  </a:txBody>
                  <a:tcPr marT="38100" marB="38100"/>
                </a:tc>
                <a:extLst>
                  <a:ext uri="{0D108BD9-81ED-4DB2-BD59-A6C34878D82A}">
                    <a16:rowId xmlns:a16="http://schemas.microsoft.com/office/drawing/2014/main" val="10019"/>
                  </a:ext>
                </a:extLst>
              </a:tr>
              <a:tr h="195960">
                <a:tc>
                  <a:txBody>
                    <a:bodyPr/>
                    <a:lstStyle/>
                    <a:p>
                      <a:r>
                        <a:rPr sz="1200"/>
                        <a:t>20</a:t>
                      </a:r>
                    </a:p>
                  </a:txBody>
                  <a:tcPr marT="38100" marB="38100"/>
                </a:tc>
                <a:tc>
                  <a:txBody>
                    <a:bodyPr/>
                    <a:lstStyle/>
                    <a:p>
                      <a:r>
                        <a:rPr sz="1200"/>
                        <a:t>Valtteri Bottas</a:t>
                      </a:r>
                    </a:p>
                  </a:txBody>
                  <a:tcPr marT="38100" marB="38100"/>
                </a:tc>
                <a:tc>
                  <a:txBody>
                    <a:bodyPr/>
                    <a:lstStyle/>
                    <a:p>
                      <a:r>
                        <a:rPr sz="1200"/>
                        <a:t>Logan Sargeant</a:t>
                      </a:r>
                    </a:p>
                  </a:txBody>
                  <a:tcPr marT="38100" marB="38100"/>
                </a:tc>
                <a:tc>
                  <a:txBody>
                    <a:bodyPr/>
                    <a:lstStyle/>
                    <a:p>
                      <a:r>
                        <a:rPr sz="1200"/>
                        <a:t>1</a:t>
                      </a:r>
                    </a:p>
                  </a:txBody>
                  <a:tcPr marT="38100" marB="38100"/>
                </a:tc>
                <a:extLst>
                  <a:ext uri="{0D108BD9-81ED-4DB2-BD59-A6C34878D82A}">
                    <a16:rowId xmlns:a16="http://schemas.microsoft.com/office/drawing/2014/main" val="10020"/>
                  </a:ext>
                </a:extLst>
              </a:tr>
            </a:tbl>
          </a:graphicData>
        </a:graphic>
      </p:graphicFrame>
      <p:sp>
        <p:nvSpPr>
          <p:cNvPr id="3" name="Rounded Rectangle 2"/>
          <p:cNvSpPr/>
          <p:nvPr/>
        </p:nvSpPr>
        <p:spPr>
          <a:xfrm>
            <a:off x="8290560" y="3291840"/>
            <a:ext cx="1950720" cy="822960"/>
          </a:xfrm>
          <a:prstGeom prst="round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r>
              <a:t>Diffs = 216
Score:
135</a:t>
            </a:r>
          </a:p>
        </p:txBody>
      </p:sp>
      <p:sp>
        <p:nvSpPr>
          <p:cNvPr id="4" name="Rectangle 3"/>
          <p:cNvSpPr/>
          <p:nvPr/>
        </p:nvSpPr>
        <p:spPr>
          <a:xfrm>
            <a:off x="0" y="0"/>
            <a:ext cx="12192000" cy="82296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Driver's - Benedict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14400" y="914400"/>
          <a:ext cx="5852160" cy="544068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195942">
                <a:tc>
                  <a:txBody>
                    <a:bodyPr/>
                    <a:lstStyle/>
                    <a:p>
                      <a:r>
                        <a:rPr sz="1200"/>
                        <a:t>Position</a:t>
                      </a:r>
                    </a:p>
                  </a:txBody>
                  <a:tcPr marT="38100" marB="38100"/>
                </a:tc>
                <a:tc>
                  <a:txBody>
                    <a:bodyPr/>
                    <a:lstStyle/>
                    <a:p>
                      <a:r>
                        <a:rPr sz="1200"/>
                        <a:t>Actual Driver</a:t>
                      </a:r>
                    </a:p>
                  </a:txBody>
                  <a:tcPr marT="38100" marB="38100"/>
                </a:tc>
                <a:tc>
                  <a:txBody>
                    <a:bodyPr/>
                    <a:lstStyle/>
                    <a:p>
                      <a:r>
                        <a:rPr sz="1200"/>
                        <a:t>Predicted Driver</a:t>
                      </a:r>
                    </a:p>
                  </a:txBody>
                  <a:tcPr marT="38100" marB="38100"/>
                </a:tc>
                <a:tc>
                  <a:txBody>
                    <a:bodyPr/>
                    <a:lstStyle/>
                    <a:p>
                      <a:r>
                        <a:rPr sz="1200"/>
                        <a:t>Diff Squared</a:t>
                      </a:r>
                    </a:p>
                  </a:txBody>
                  <a:tcPr marT="38100" marB="38100"/>
                </a:tc>
                <a:extLst>
                  <a:ext uri="{0D108BD9-81ED-4DB2-BD59-A6C34878D82A}">
                    <a16:rowId xmlns:a16="http://schemas.microsoft.com/office/drawing/2014/main" val="10000"/>
                  </a:ext>
                </a:extLst>
              </a:tr>
              <a:tr h="195942">
                <a:tc>
                  <a:txBody>
                    <a:bodyPr/>
                    <a:lstStyle/>
                    <a:p>
                      <a:r>
                        <a:rPr sz="1200"/>
                        <a:t>1</a:t>
                      </a:r>
                    </a:p>
                  </a:txBody>
                  <a:tcPr marT="38100" marB="38100"/>
                </a:tc>
                <a:tc>
                  <a:txBody>
                    <a:bodyPr/>
                    <a:lstStyle/>
                    <a:p>
                      <a:r>
                        <a:rPr sz="1200"/>
                        <a:t>Max Verstappen</a:t>
                      </a:r>
                    </a:p>
                  </a:txBody>
                  <a:tcPr marT="38100" marB="38100"/>
                </a:tc>
                <a:tc>
                  <a:txBody>
                    <a:bodyPr/>
                    <a:lstStyle/>
                    <a:p>
                      <a:r>
                        <a:rPr sz="1200"/>
                        <a:t>Max Verstappen</a:t>
                      </a:r>
                    </a:p>
                  </a:txBody>
                  <a:tcPr marT="38100" marB="38100"/>
                </a:tc>
                <a:tc>
                  <a:txBody>
                    <a:bodyPr/>
                    <a:lstStyle/>
                    <a:p>
                      <a:r>
                        <a:rPr sz="1200"/>
                        <a:t>0</a:t>
                      </a:r>
                    </a:p>
                  </a:txBody>
                  <a:tcPr marT="38100" marB="38100"/>
                </a:tc>
                <a:extLst>
                  <a:ext uri="{0D108BD9-81ED-4DB2-BD59-A6C34878D82A}">
                    <a16:rowId xmlns:a16="http://schemas.microsoft.com/office/drawing/2014/main" val="10001"/>
                  </a:ext>
                </a:extLst>
              </a:tr>
              <a:tr h="195942">
                <a:tc>
                  <a:txBody>
                    <a:bodyPr/>
                    <a:lstStyle/>
                    <a:p>
                      <a:r>
                        <a:rPr sz="1200"/>
                        <a:t>2</a:t>
                      </a:r>
                    </a:p>
                  </a:txBody>
                  <a:tcPr marT="38100" marB="38100"/>
                </a:tc>
                <a:tc>
                  <a:txBody>
                    <a:bodyPr/>
                    <a:lstStyle/>
                    <a:p>
                      <a:r>
                        <a:rPr sz="1200"/>
                        <a:t>Lando Norris</a:t>
                      </a:r>
                    </a:p>
                  </a:txBody>
                  <a:tcPr marT="38100" marB="38100"/>
                </a:tc>
                <a:tc>
                  <a:txBody>
                    <a:bodyPr/>
                    <a:lstStyle/>
                    <a:p>
                      <a:r>
                        <a:rPr sz="1200"/>
                        <a:t>Charles Leclerc</a:t>
                      </a:r>
                    </a:p>
                  </a:txBody>
                  <a:tcPr marT="38100" marB="38100"/>
                </a:tc>
                <a:tc>
                  <a:txBody>
                    <a:bodyPr/>
                    <a:lstStyle/>
                    <a:p>
                      <a:r>
                        <a:rPr sz="1200"/>
                        <a:t>9</a:t>
                      </a:r>
                    </a:p>
                  </a:txBody>
                  <a:tcPr marT="38100" marB="38100"/>
                </a:tc>
                <a:extLst>
                  <a:ext uri="{0D108BD9-81ED-4DB2-BD59-A6C34878D82A}">
                    <a16:rowId xmlns:a16="http://schemas.microsoft.com/office/drawing/2014/main" val="10002"/>
                  </a:ext>
                </a:extLst>
              </a:tr>
              <a:tr h="195942">
                <a:tc>
                  <a:txBody>
                    <a:bodyPr/>
                    <a:lstStyle/>
                    <a:p>
                      <a:r>
                        <a:rPr sz="1200"/>
                        <a:t>3</a:t>
                      </a:r>
                    </a:p>
                  </a:txBody>
                  <a:tcPr marT="38100" marB="38100"/>
                </a:tc>
                <a:tc>
                  <a:txBody>
                    <a:bodyPr/>
                    <a:lstStyle/>
                    <a:p>
                      <a:r>
                        <a:rPr sz="1200"/>
                        <a:t>Charles Leclerc</a:t>
                      </a:r>
                    </a:p>
                  </a:txBody>
                  <a:tcPr marT="38100" marB="38100"/>
                </a:tc>
                <a:tc>
                  <a:txBody>
                    <a:bodyPr/>
                    <a:lstStyle/>
                    <a:p>
                      <a:r>
                        <a:rPr sz="1200"/>
                        <a:t>Lando Norris</a:t>
                      </a:r>
                    </a:p>
                  </a:txBody>
                  <a:tcPr marT="38100" marB="38100"/>
                </a:tc>
                <a:tc>
                  <a:txBody>
                    <a:bodyPr/>
                    <a:lstStyle/>
                    <a:p>
                      <a:r>
                        <a:rPr sz="1200"/>
                        <a:t>1</a:t>
                      </a:r>
                    </a:p>
                  </a:txBody>
                  <a:tcPr marT="38100" marB="38100"/>
                </a:tc>
                <a:extLst>
                  <a:ext uri="{0D108BD9-81ED-4DB2-BD59-A6C34878D82A}">
                    <a16:rowId xmlns:a16="http://schemas.microsoft.com/office/drawing/2014/main" val="10003"/>
                  </a:ext>
                </a:extLst>
              </a:tr>
              <a:tr h="195942">
                <a:tc>
                  <a:txBody>
                    <a:bodyPr/>
                    <a:lstStyle/>
                    <a:p>
                      <a:r>
                        <a:rPr sz="1200"/>
                        <a:t>4</a:t>
                      </a:r>
                    </a:p>
                  </a:txBody>
                  <a:tcPr marT="38100" marB="38100"/>
                </a:tc>
                <a:tc>
                  <a:txBody>
                    <a:bodyPr/>
                    <a:lstStyle/>
                    <a:p>
                      <a:r>
                        <a:rPr sz="1200"/>
                        <a:t>Oscar Piastri</a:t>
                      </a:r>
                    </a:p>
                  </a:txBody>
                  <a:tcPr marT="38100" marB="38100"/>
                </a:tc>
                <a:tc>
                  <a:txBody>
                    <a:bodyPr/>
                    <a:lstStyle/>
                    <a:p>
                      <a:r>
                        <a:rPr sz="1200"/>
                        <a:t>Carlos Sainz</a:t>
                      </a:r>
                    </a:p>
                  </a:txBody>
                  <a:tcPr marT="38100" marB="38100"/>
                </a:tc>
                <a:tc>
                  <a:txBody>
                    <a:bodyPr/>
                    <a:lstStyle/>
                    <a:p>
                      <a:r>
                        <a:rPr sz="1200"/>
                        <a:t>0</a:t>
                      </a:r>
                    </a:p>
                  </a:txBody>
                  <a:tcPr marT="38100" marB="38100"/>
                </a:tc>
                <a:extLst>
                  <a:ext uri="{0D108BD9-81ED-4DB2-BD59-A6C34878D82A}">
                    <a16:rowId xmlns:a16="http://schemas.microsoft.com/office/drawing/2014/main" val="10004"/>
                  </a:ext>
                </a:extLst>
              </a:tr>
              <a:tr h="195942">
                <a:tc>
                  <a:txBody>
                    <a:bodyPr/>
                    <a:lstStyle/>
                    <a:p>
                      <a:r>
                        <a:rPr sz="1200"/>
                        <a:t>5</a:t>
                      </a:r>
                    </a:p>
                  </a:txBody>
                  <a:tcPr marT="38100" marB="38100"/>
                </a:tc>
                <a:tc>
                  <a:txBody>
                    <a:bodyPr/>
                    <a:lstStyle/>
                    <a:p>
                      <a:r>
                        <a:rPr sz="1200"/>
                        <a:t>Carlos Sainz</a:t>
                      </a:r>
                    </a:p>
                  </a:txBody>
                  <a:tcPr marT="38100" marB="38100"/>
                </a:tc>
                <a:tc>
                  <a:txBody>
                    <a:bodyPr/>
                    <a:lstStyle/>
                    <a:p>
                      <a:r>
                        <a:rPr sz="1200"/>
                        <a:t>Sergio Perez</a:t>
                      </a:r>
                    </a:p>
                  </a:txBody>
                  <a:tcPr marT="38100" marB="38100"/>
                </a:tc>
                <a:tc>
                  <a:txBody>
                    <a:bodyPr/>
                    <a:lstStyle/>
                    <a:p>
                      <a:r>
                        <a:rPr sz="1200"/>
                        <a:t>1</a:t>
                      </a:r>
                    </a:p>
                  </a:txBody>
                  <a:tcPr marT="38100" marB="38100"/>
                </a:tc>
                <a:extLst>
                  <a:ext uri="{0D108BD9-81ED-4DB2-BD59-A6C34878D82A}">
                    <a16:rowId xmlns:a16="http://schemas.microsoft.com/office/drawing/2014/main" val="10005"/>
                  </a:ext>
                </a:extLst>
              </a:tr>
              <a:tr h="195942">
                <a:tc>
                  <a:txBody>
                    <a:bodyPr/>
                    <a:lstStyle/>
                    <a:p>
                      <a:r>
                        <a:rPr sz="1200"/>
                        <a:t>6</a:t>
                      </a:r>
                    </a:p>
                  </a:txBody>
                  <a:tcPr marT="38100" marB="38100"/>
                </a:tc>
                <a:tc>
                  <a:txBody>
                    <a:bodyPr/>
                    <a:lstStyle/>
                    <a:p>
                      <a:r>
                        <a:rPr sz="1200"/>
                        <a:t>George Russell</a:t>
                      </a:r>
                    </a:p>
                  </a:txBody>
                  <a:tcPr marT="38100" marB="38100"/>
                </a:tc>
                <a:tc>
                  <a:txBody>
                    <a:bodyPr/>
                    <a:lstStyle/>
                    <a:p>
                      <a:r>
                        <a:rPr sz="1200"/>
                        <a:t>Lewis Hamilton</a:t>
                      </a:r>
                    </a:p>
                  </a:txBody>
                  <a:tcPr marT="38100" marB="38100"/>
                </a:tc>
                <a:tc>
                  <a:txBody>
                    <a:bodyPr/>
                    <a:lstStyle/>
                    <a:p>
                      <a:r>
                        <a:rPr sz="1200"/>
                        <a:t>1</a:t>
                      </a:r>
                    </a:p>
                  </a:txBody>
                  <a:tcPr marT="38100" marB="38100"/>
                </a:tc>
                <a:extLst>
                  <a:ext uri="{0D108BD9-81ED-4DB2-BD59-A6C34878D82A}">
                    <a16:rowId xmlns:a16="http://schemas.microsoft.com/office/drawing/2014/main" val="10006"/>
                  </a:ext>
                </a:extLst>
              </a:tr>
              <a:tr h="195942">
                <a:tc>
                  <a:txBody>
                    <a:bodyPr/>
                    <a:lstStyle/>
                    <a:p>
                      <a:r>
                        <a:rPr sz="1200"/>
                        <a:t>7</a:t>
                      </a:r>
                    </a:p>
                  </a:txBody>
                  <a:tcPr marT="38100" marB="38100"/>
                </a:tc>
                <a:tc>
                  <a:txBody>
                    <a:bodyPr/>
                    <a:lstStyle/>
                    <a:p>
                      <a:r>
                        <a:rPr sz="1200"/>
                        <a:t>Lewis Hamilton</a:t>
                      </a:r>
                    </a:p>
                  </a:txBody>
                  <a:tcPr marT="38100" marB="38100"/>
                </a:tc>
                <a:tc>
                  <a:txBody>
                    <a:bodyPr/>
                    <a:lstStyle/>
                    <a:p>
                      <a:r>
                        <a:rPr sz="1200"/>
                        <a:t>Oscar Piastri</a:t>
                      </a:r>
                    </a:p>
                  </a:txBody>
                  <a:tcPr marT="38100" marB="38100"/>
                </a:tc>
                <a:tc>
                  <a:txBody>
                    <a:bodyPr/>
                    <a:lstStyle/>
                    <a:p>
                      <a:r>
                        <a:rPr sz="1200"/>
                        <a:t>1</a:t>
                      </a:r>
                    </a:p>
                  </a:txBody>
                  <a:tcPr marT="38100" marB="38100"/>
                </a:tc>
                <a:extLst>
                  <a:ext uri="{0D108BD9-81ED-4DB2-BD59-A6C34878D82A}">
                    <a16:rowId xmlns:a16="http://schemas.microsoft.com/office/drawing/2014/main" val="10007"/>
                  </a:ext>
                </a:extLst>
              </a:tr>
              <a:tr h="195942">
                <a:tc>
                  <a:txBody>
                    <a:bodyPr/>
                    <a:lstStyle/>
                    <a:p>
                      <a:r>
                        <a:rPr sz="1200"/>
                        <a:t>8</a:t>
                      </a:r>
                    </a:p>
                  </a:txBody>
                  <a:tcPr marT="38100" marB="38100"/>
                </a:tc>
                <a:tc>
                  <a:txBody>
                    <a:bodyPr/>
                    <a:lstStyle/>
                    <a:p>
                      <a:r>
                        <a:rPr sz="1200"/>
                        <a:t>Sergio Perez</a:t>
                      </a:r>
                    </a:p>
                  </a:txBody>
                  <a:tcPr marT="38100" marB="38100"/>
                </a:tc>
                <a:tc>
                  <a:txBody>
                    <a:bodyPr/>
                    <a:lstStyle/>
                    <a:p>
                      <a:r>
                        <a:rPr sz="1200"/>
                        <a:t>George Russell</a:t>
                      </a:r>
                    </a:p>
                  </a:txBody>
                  <a:tcPr marT="38100" marB="38100"/>
                </a:tc>
                <a:tc>
                  <a:txBody>
                    <a:bodyPr/>
                    <a:lstStyle/>
                    <a:p>
                      <a:r>
                        <a:rPr sz="1200"/>
                        <a:t>4</a:t>
                      </a:r>
                    </a:p>
                  </a:txBody>
                  <a:tcPr marT="38100" marB="38100"/>
                </a:tc>
                <a:extLst>
                  <a:ext uri="{0D108BD9-81ED-4DB2-BD59-A6C34878D82A}">
                    <a16:rowId xmlns:a16="http://schemas.microsoft.com/office/drawing/2014/main" val="10008"/>
                  </a:ext>
                </a:extLst>
              </a:tr>
              <a:tr h="195942">
                <a:tc>
                  <a:txBody>
                    <a:bodyPr/>
                    <a:lstStyle/>
                    <a:p>
                      <a:r>
                        <a:rPr sz="1200"/>
                        <a:t>9</a:t>
                      </a:r>
                    </a:p>
                  </a:txBody>
                  <a:tcPr marT="38100" marB="38100"/>
                </a:tc>
                <a:tc>
                  <a:txBody>
                    <a:bodyPr/>
                    <a:lstStyle/>
                    <a:p>
                      <a:r>
                        <a:rPr sz="1200"/>
                        <a:t>Fernando Alonso</a:t>
                      </a:r>
                    </a:p>
                  </a:txBody>
                  <a:tcPr marT="38100" marB="38100"/>
                </a:tc>
                <a:tc>
                  <a:txBody>
                    <a:bodyPr/>
                    <a:lstStyle/>
                    <a:p>
                      <a:r>
                        <a:rPr sz="1200"/>
                        <a:t>Fernando Alonso</a:t>
                      </a:r>
                    </a:p>
                  </a:txBody>
                  <a:tcPr marT="38100" marB="38100"/>
                </a:tc>
                <a:tc>
                  <a:txBody>
                    <a:bodyPr/>
                    <a:lstStyle/>
                    <a:p>
                      <a:r>
                        <a:rPr sz="1200"/>
                        <a:t>9</a:t>
                      </a:r>
                    </a:p>
                  </a:txBody>
                  <a:tcPr marT="38100" marB="38100"/>
                </a:tc>
                <a:extLst>
                  <a:ext uri="{0D108BD9-81ED-4DB2-BD59-A6C34878D82A}">
                    <a16:rowId xmlns:a16="http://schemas.microsoft.com/office/drawing/2014/main" val="10009"/>
                  </a:ext>
                </a:extLst>
              </a:tr>
              <a:tr h="195942">
                <a:tc>
                  <a:txBody>
                    <a:bodyPr/>
                    <a:lstStyle/>
                    <a:p>
                      <a:r>
                        <a:rPr sz="1200"/>
                        <a:t>10</a:t>
                      </a:r>
                    </a:p>
                  </a:txBody>
                  <a:tcPr marT="38100" marB="38100"/>
                </a:tc>
                <a:tc>
                  <a:txBody>
                    <a:bodyPr/>
                    <a:lstStyle/>
                    <a:p>
                      <a:r>
                        <a:rPr sz="1200"/>
                        <a:t>Pierre Gasly</a:t>
                      </a:r>
                    </a:p>
                  </a:txBody>
                  <a:tcPr marT="38100" marB="38100"/>
                </a:tc>
                <a:tc>
                  <a:txBody>
                    <a:bodyPr/>
                    <a:lstStyle/>
                    <a:p>
                      <a:r>
                        <a:rPr sz="1200"/>
                        <a:t>Daniel Ricciardo</a:t>
                      </a:r>
                    </a:p>
                  </a:txBody>
                  <a:tcPr marT="38100" marB="38100"/>
                </a:tc>
                <a:tc>
                  <a:txBody>
                    <a:bodyPr/>
                    <a:lstStyle/>
                    <a:p>
                      <a:r>
                        <a:rPr sz="1200"/>
                        <a:t>1</a:t>
                      </a:r>
                    </a:p>
                  </a:txBody>
                  <a:tcPr marT="38100" marB="38100"/>
                </a:tc>
                <a:extLst>
                  <a:ext uri="{0D108BD9-81ED-4DB2-BD59-A6C34878D82A}">
                    <a16:rowId xmlns:a16="http://schemas.microsoft.com/office/drawing/2014/main" val="10010"/>
                  </a:ext>
                </a:extLst>
              </a:tr>
              <a:tr h="195942">
                <a:tc>
                  <a:txBody>
                    <a:bodyPr/>
                    <a:lstStyle/>
                    <a:p>
                      <a:r>
                        <a:rPr sz="1200"/>
                        <a:t>11</a:t>
                      </a:r>
                    </a:p>
                  </a:txBody>
                  <a:tcPr marT="38100" marB="38100"/>
                </a:tc>
                <a:tc>
                  <a:txBody>
                    <a:bodyPr/>
                    <a:lstStyle/>
                    <a:p>
                      <a:r>
                        <a:rPr sz="1200"/>
                        <a:t>Nico Hulkenberg</a:t>
                      </a:r>
                    </a:p>
                  </a:txBody>
                  <a:tcPr marT="38100" marB="38100"/>
                </a:tc>
                <a:tc>
                  <a:txBody>
                    <a:bodyPr/>
                    <a:lstStyle/>
                    <a:p>
                      <a:r>
                        <a:rPr sz="1200"/>
                        <a:t>Yuki Tsunoda</a:t>
                      </a:r>
                    </a:p>
                  </a:txBody>
                  <a:tcPr marT="38100" marB="38100"/>
                </a:tc>
                <a:tc>
                  <a:txBody>
                    <a:bodyPr/>
                    <a:lstStyle/>
                    <a:p>
                      <a:r>
                        <a:rPr sz="1200"/>
                        <a:t>9</a:t>
                      </a:r>
                    </a:p>
                  </a:txBody>
                  <a:tcPr marT="38100" marB="38100"/>
                </a:tc>
                <a:extLst>
                  <a:ext uri="{0D108BD9-81ED-4DB2-BD59-A6C34878D82A}">
                    <a16:rowId xmlns:a16="http://schemas.microsoft.com/office/drawing/2014/main" val="10011"/>
                  </a:ext>
                </a:extLst>
              </a:tr>
              <a:tr h="195942">
                <a:tc>
                  <a:txBody>
                    <a:bodyPr/>
                    <a:lstStyle/>
                    <a:p>
                      <a:r>
                        <a:rPr sz="1200"/>
                        <a:t>12</a:t>
                      </a:r>
                    </a:p>
                  </a:txBody>
                  <a:tcPr marT="38100" marB="38100"/>
                </a:tc>
                <a:tc>
                  <a:txBody>
                    <a:bodyPr/>
                    <a:lstStyle/>
                    <a:p>
                      <a:r>
                        <a:rPr sz="1200"/>
                        <a:t>Yuki Tsunoda</a:t>
                      </a:r>
                    </a:p>
                  </a:txBody>
                  <a:tcPr marT="38100" marB="38100"/>
                </a:tc>
                <a:tc>
                  <a:txBody>
                    <a:bodyPr/>
                    <a:lstStyle/>
                    <a:p>
                      <a:r>
                        <a:rPr sz="1200"/>
                        <a:t>Lance Stroll</a:t>
                      </a:r>
                    </a:p>
                  </a:txBody>
                  <a:tcPr marT="38100" marB="38100"/>
                </a:tc>
                <a:tc>
                  <a:txBody>
                    <a:bodyPr/>
                    <a:lstStyle/>
                    <a:p>
                      <a:r>
                        <a:rPr sz="1200"/>
                        <a:t>1</a:t>
                      </a:r>
                    </a:p>
                  </a:txBody>
                  <a:tcPr marT="38100" marB="38100"/>
                </a:tc>
                <a:extLst>
                  <a:ext uri="{0D108BD9-81ED-4DB2-BD59-A6C34878D82A}">
                    <a16:rowId xmlns:a16="http://schemas.microsoft.com/office/drawing/2014/main" val="10012"/>
                  </a:ext>
                </a:extLst>
              </a:tr>
              <a:tr h="195942">
                <a:tc>
                  <a:txBody>
                    <a:bodyPr/>
                    <a:lstStyle/>
                    <a:p>
                      <a:r>
                        <a:rPr sz="1200"/>
                        <a:t>13</a:t>
                      </a:r>
                    </a:p>
                  </a:txBody>
                  <a:tcPr marT="38100" marB="38100"/>
                </a:tc>
                <a:tc>
                  <a:txBody>
                    <a:bodyPr/>
                    <a:lstStyle/>
                    <a:p>
                      <a:r>
                        <a:rPr sz="1200"/>
                        <a:t>Lance Stroll</a:t>
                      </a:r>
                    </a:p>
                  </a:txBody>
                  <a:tcPr marT="38100" marB="38100"/>
                </a:tc>
                <a:tc>
                  <a:txBody>
                    <a:bodyPr/>
                    <a:lstStyle/>
                    <a:p>
                      <a:r>
                        <a:rPr sz="1200"/>
                        <a:t>Pierre Gasly</a:t>
                      </a:r>
                    </a:p>
                  </a:txBody>
                  <a:tcPr marT="38100" marB="38100"/>
                </a:tc>
                <a:tc>
                  <a:txBody>
                    <a:bodyPr/>
                    <a:lstStyle/>
                    <a:p>
                      <a:r>
                        <a:rPr sz="1200"/>
                        <a:t>4</a:t>
                      </a:r>
                    </a:p>
                  </a:txBody>
                  <a:tcPr marT="38100" marB="38100"/>
                </a:tc>
                <a:extLst>
                  <a:ext uri="{0D108BD9-81ED-4DB2-BD59-A6C34878D82A}">
                    <a16:rowId xmlns:a16="http://schemas.microsoft.com/office/drawing/2014/main" val="10013"/>
                  </a:ext>
                </a:extLst>
              </a:tr>
              <a:tr h="195942">
                <a:tc>
                  <a:txBody>
                    <a:bodyPr/>
                    <a:lstStyle/>
                    <a:p>
                      <a:r>
                        <a:rPr sz="1200"/>
                        <a:t>14</a:t>
                      </a:r>
                    </a:p>
                  </a:txBody>
                  <a:tcPr marT="38100" marB="38100"/>
                </a:tc>
                <a:tc>
                  <a:txBody>
                    <a:bodyPr/>
                    <a:lstStyle/>
                    <a:p>
                      <a:r>
                        <a:rPr sz="1200"/>
                        <a:t>Esteban Ocon</a:t>
                      </a:r>
                    </a:p>
                  </a:txBody>
                  <a:tcPr marT="38100" marB="38100"/>
                </a:tc>
                <a:tc>
                  <a:txBody>
                    <a:bodyPr/>
                    <a:lstStyle/>
                    <a:p>
                      <a:r>
                        <a:rPr sz="1200"/>
                        <a:t>Alexander Albon</a:t>
                      </a:r>
                    </a:p>
                  </a:txBody>
                  <a:tcPr marT="38100" marB="38100"/>
                </a:tc>
                <a:tc>
                  <a:txBody>
                    <a:bodyPr/>
                    <a:lstStyle/>
                    <a:p>
                      <a:r>
                        <a:rPr sz="1200"/>
                        <a:t>1</a:t>
                      </a:r>
                    </a:p>
                  </a:txBody>
                  <a:tcPr marT="38100" marB="38100"/>
                </a:tc>
                <a:extLst>
                  <a:ext uri="{0D108BD9-81ED-4DB2-BD59-A6C34878D82A}">
                    <a16:rowId xmlns:a16="http://schemas.microsoft.com/office/drawing/2014/main" val="10014"/>
                  </a:ext>
                </a:extLst>
              </a:tr>
              <a:tr h="195942">
                <a:tc>
                  <a:txBody>
                    <a:bodyPr/>
                    <a:lstStyle/>
                    <a:p>
                      <a:r>
                        <a:rPr sz="1200"/>
                        <a:t>15</a:t>
                      </a:r>
                    </a:p>
                  </a:txBody>
                  <a:tcPr marT="38100" marB="38100"/>
                </a:tc>
                <a:tc>
                  <a:txBody>
                    <a:bodyPr/>
                    <a:lstStyle/>
                    <a:p>
                      <a:r>
                        <a:rPr sz="1200"/>
                        <a:t>Kevin Magnussen</a:t>
                      </a:r>
                    </a:p>
                  </a:txBody>
                  <a:tcPr marT="38100" marB="38100"/>
                </a:tc>
                <a:tc>
                  <a:txBody>
                    <a:bodyPr/>
                    <a:lstStyle/>
                    <a:p>
                      <a:r>
                        <a:rPr sz="1200"/>
                        <a:t>Esteban Ocon</a:t>
                      </a:r>
                    </a:p>
                  </a:txBody>
                  <a:tcPr marT="38100" marB="38100"/>
                </a:tc>
                <a:tc>
                  <a:txBody>
                    <a:bodyPr/>
                    <a:lstStyle/>
                    <a:p>
                      <a:r>
                        <a:rPr sz="1200"/>
                        <a:t>9</a:t>
                      </a:r>
                    </a:p>
                  </a:txBody>
                  <a:tcPr marT="38100" marB="38100"/>
                </a:tc>
                <a:extLst>
                  <a:ext uri="{0D108BD9-81ED-4DB2-BD59-A6C34878D82A}">
                    <a16:rowId xmlns:a16="http://schemas.microsoft.com/office/drawing/2014/main" val="10015"/>
                  </a:ext>
                </a:extLst>
              </a:tr>
              <a:tr h="195942">
                <a:tc>
                  <a:txBody>
                    <a:bodyPr/>
                    <a:lstStyle/>
                    <a:p>
                      <a:r>
                        <a:rPr sz="1200"/>
                        <a:t>16</a:t>
                      </a:r>
                    </a:p>
                  </a:txBody>
                  <a:tcPr marT="38100" marB="38100"/>
                </a:tc>
                <a:tc>
                  <a:txBody>
                    <a:bodyPr/>
                    <a:lstStyle/>
                    <a:p>
                      <a:r>
                        <a:rPr sz="1200"/>
                        <a:t>Alexander Albon</a:t>
                      </a:r>
                    </a:p>
                  </a:txBody>
                  <a:tcPr marT="38100" marB="38100"/>
                </a:tc>
                <a:tc>
                  <a:txBody>
                    <a:bodyPr/>
                    <a:lstStyle/>
                    <a:p>
                      <a:r>
                        <a:rPr sz="1200"/>
                        <a:t>Logan Sargeant</a:t>
                      </a:r>
                    </a:p>
                  </a:txBody>
                  <a:tcPr marT="38100" marB="38100"/>
                </a:tc>
                <a:tc>
                  <a:txBody>
                    <a:bodyPr/>
                    <a:lstStyle/>
                    <a:p>
                      <a:r>
                        <a:rPr sz="1200" dirty="0"/>
                        <a:t>64</a:t>
                      </a:r>
                    </a:p>
                  </a:txBody>
                  <a:tcPr marT="38100" marB="38100"/>
                </a:tc>
                <a:extLst>
                  <a:ext uri="{0D108BD9-81ED-4DB2-BD59-A6C34878D82A}">
                    <a16:rowId xmlns:a16="http://schemas.microsoft.com/office/drawing/2014/main" val="10016"/>
                  </a:ext>
                </a:extLst>
              </a:tr>
              <a:tr h="195942">
                <a:tc>
                  <a:txBody>
                    <a:bodyPr/>
                    <a:lstStyle/>
                    <a:p>
                      <a:r>
                        <a:rPr sz="1200"/>
                        <a:t>17</a:t>
                      </a:r>
                    </a:p>
                  </a:txBody>
                  <a:tcPr marT="38100" marB="38100"/>
                </a:tc>
                <a:tc>
                  <a:txBody>
                    <a:bodyPr/>
                    <a:lstStyle/>
                    <a:p>
                      <a:r>
                        <a:rPr sz="1200"/>
                        <a:t>Daniel Ricciardo</a:t>
                      </a:r>
                    </a:p>
                  </a:txBody>
                  <a:tcPr marT="38100" marB="38100"/>
                </a:tc>
                <a:tc>
                  <a:txBody>
                    <a:bodyPr/>
                    <a:lstStyle/>
                    <a:p>
                      <a:r>
                        <a:rPr sz="1200"/>
                        <a:t>Valtteri Bottas</a:t>
                      </a:r>
                    </a:p>
                  </a:txBody>
                  <a:tcPr marT="38100" marB="38100"/>
                </a:tc>
                <a:tc>
                  <a:txBody>
                    <a:bodyPr/>
                    <a:lstStyle/>
                    <a:p>
                      <a:r>
                        <a:rPr sz="1200"/>
                        <a:t>49</a:t>
                      </a:r>
                    </a:p>
                  </a:txBody>
                  <a:tcPr marT="38100" marB="38100"/>
                </a:tc>
                <a:extLst>
                  <a:ext uri="{0D108BD9-81ED-4DB2-BD59-A6C34878D82A}">
                    <a16:rowId xmlns:a16="http://schemas.microsoft.com/office/drawing/2014/main" val="10017"/>
                  </a:ext>
                </a:extLst>
              </a:tr>
              <a:tr h="195942">
                <a:tc>
                  <a:txBody>
                    <a:bodyPr/>
                    <a:lstStyle/>
                    <a:p>
                      <a:r>
                        <a:rPr sz="1200"/>
                        <a:t>18</a:t>
                      </a:r>
                    </a:p>
                  </a:txBody>
                  <a:tcPr marT="38100" marB="38100"/>
                </a:tc>
                <a:tc>
                  <a:txBody>
                    <a:bodyPr/>
                    <a:lstStyle/>
                    <a:p>
                      <a:r>
                        <a:rPr sz="1200"/>
                        <a:t>Zhou Guanyu</a:t>
                      </a:r>
                    </a:p>
                  </a:txBody>
                  <a:tcPr marT="38100" marB="38100"/>
                </a:tc>
                <a:tc>
                  <a:txBody>
                    <a:bodyPr/>
                    <a:lstStyle/>
                    <a:p>
                      <a:r>
                        <a:rPr sz="1200"/>
                        <a:t>Zhou Guanyu</a:t>
                      </a:r>
                    </a:p>
                  </a:txBody>
                  <a:tcPr marT="38100" marB="38100"/>
                </a:tc>
                <a:tc>
                  <a:txBody>
                    <a:bodyPr/>
                    <a:lstStyle/>
                    <a:p>
                      <a:r>
                        <a:rPr sz="1200"/>
                        <a:t>0</a:t>
                      </a:r>
                    </a:p>
                  </a:txBody>
                  <a:tcPr marT="38100" marB="38100"/>
                </a:tc>
                <a:extLst>
                  <a:ext uri="{0D108BD9-81ED-4DB2-BD59-A6C34878D82A}">
                    <a16:rowId xmlns:a16="http://schemas.microsoft.com/office/drawing/2014/main" val="10018"/>
                  </a:ext>
                </a:extLst>
              </a:tr>
              <a:tr h="195942">
                <a:tc>
                  <a:txBody>
                    <a:bodyPr/>
                    <a:lstStyle/>
                    <a:p>
                      <a:r>
                        <a:rPr sz="1200"/>
                        <a:t>19</a:t>
                      </a:r>
                    </a:p>
                  </a:txBody>
                  <a:tcPr marT="38100" marB="38100"/>
                </a:tc>
                <a:tc>
                  <a:txBody>
                    <a:bodyPr/>
                    <a:lstStyle/>
                    <a:p>
                      <a:r>
                        <a:rPr sz="1200"/>
                        <a:t>Logan Sargeant</a:t>
                      </a:r>
                    </a:p>
                  </a:txBody>
                  <a:tcPr marT="38100" marB="38100"/>
                </a:tc>
                <a:tc>
                  <a:txBody>
                    <a:bodyPr/>
                    <a:lstStyle/>
                    <a:p>
                      <a:r>
                        <a:rPr sz="1200"/>
                        <a:t>Nico Hulkenberg</a:t>
                      </a:r>
                    </a:p>
                  </a:txBody>
                  <a:tcPr marT="38100" marB="38100"/>
                </a:tc>
                <a:tc>
                  <a:txBody>
                    <a:bodyPr/>
                    <a:lstStyle/>
                    <a:p>
                      <a:r>
                        <a:rPr sz="1200"/>
                        <a:t>25</a:t>
                      </a:r>
                    </a:p>
                  </a:txBody>
                  <a:tcPr marT="38100" marB="38100"/>
                </a:tc>
                <a:extLst>
                  <a:ext uri="{0D108BD9-81ED-4DB2-BD59-A6C34878D82A}">
                    <a16:rowId xmlns:a16="http://schemas.microsoft.com/office/drawing/2014/main" val="10019"/>
                  </a:ext>
                </a:extLst>
              </a:tr>
              <a:tr h="195960">
                <a:tc>
                  <a:txBody>
                    <a:bodyPr/>
                    <a:lstStyle/>
                    <a:p>
                      <a:r>
                        <a:rPr sz="1200"/>
                        <a:t>20</a:t>
                      </a:r>
                    </a:p>
                  </a:txBody>
                  <a:tcPr marT="38100" marB="38100"/>
                </a:tc>
                <a:tc>
                  <a:txBody>
                    <a:bodyPr/>
                    <a:lstStyle/>
                    <a:p>
                      <a:r>
                        <a:rPr sz="1200"/>
                        <a:t>Valtteri Bottas</a:t>
                      </a:r>
                    </a:p>
                  </a:txBody>
                  <a:tcPr marT="38100" marB="38100"/>
                </a:tc>
                <a:tc>
                  <a:txBody>
                    <a:bodyPr/>
                    <a:lstStyle/>
                    <a:p>
                      <a:r>
                        <a:rPr sz="1200"/>
                        <a:t>Kevin Magnussen</a:t>
                      </a:r>
                    </a:p>
                  </a:txBody>
                  <a:tcPr marT="38100" marB="38100"/>
                </a:tc>
                <a:tc>
                  <a:txBody>
                    <a:bodyPr/>
                    <a:lstStyle/>
                    <a:p>
                      <a:r>
                        <a:rPr sz="1200" dirty="0"/>
                        <a:t>9</a:t>
                      </a:r>
                    </a:p>
                  </a:txBody>
                  <a:tcPr marT="38100" marB="38100"/>
                </a:tc>
                <a:extLst>
                  <a:ext uri="{0D108BD9-81ED-4DB2-BD59-A6C34878D82A}">
                    <a16:rowId xmlns:a16="http://schemas.microsoft.com/office/drawing/2014/main" val="10020"/>
                  </a:ext>
                </a:extLst>
              </a:tr>
            </a:tbl>
          </a:graphicData>
        </a:graphic>
      </p:graphicFrame>
      <p:sp>
        <p:nvSpPr>
          <p:cNvPr id="3" name="Rounded Rectangle 2"/>
          <p:cNvSpPr/>
          <p:nvPr/>
        </p:nvSpPr>
        <p:spPr>
          <a:xfrm>
            <a:off x="8290560" y="3291840"/>
            <a:ext cx="1950720" cy="822960"/>
          </a:xfrm>
          <a:prstGeom prst="round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r>
              <a:t>Diffs = 198
Score:
140</a:t>
            </a:r>
          </a:p>
        </p:txBody>
      </p:sp>
      <p:sp>
        <p:nvSpPr>
          <p:cNvPr id="4" name="Rectangle 3"/>
          <p:cNvSpPr/>
          <p:nvPr/>
        </p:nvSpPr>
        <p:spPr>
          <a:xfrm>
            <a:off x="0" y="0"/>
            <a:ext cx="12192000" cy="82296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Driver's - Carla</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14400" y="914400"/>
          <a:ext cx="5852160" cy="544068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195942">
                <a:tc>
                  <a:txBody>
                    <a:bodyPr/>
                    <a:lstStyle/>
                    <a:p>
                      <a:r>
                        <a:rPr sz="1200"/>
                        <a:t>Position</a:t>
                      </a:r>
                    </a:p>
                  </a:txBody>
                  <a:tcPr marT="38100" marB="38100"/>
                </a:tc>
                <a:tc>
                  <a:txBody>
                    <a:bodyPr/>
                    <a:lstStyle/>
                    <a:p>
                      <a:r>
                        <a:rPr sz="1200"/>
                        <a:t>Actual Driver</a:t>
                      </a:r>
                    </a:p>
                  </a:txBody>
                  <a:tcPr marT="38100" marB="38100"/>
                </a:tc>
                <a:tc>
                  <a:txBody>
                    <a:bodyPr/>
                    <a:lstStyle/>
                    <a:p>
                      <a:r>
                        <a:rPr sz="1200"/>
                        <a:t>Predicted Driver</a:t>
                      </a:r>
                    </a:p>
                  </a:txBody>
                  <a:tcPr marT="38100" marB="38100"/>
                </a:tc>
                <a:tc>
                  <a:txBody>
                    <a:bodyPr/>
                    <a:lstStyle/>
                    <a:p>
                      <a:r>
                        <a:rPr sz="1200"/>
                        <a:t>Diff Squared</a:t>
                      </a:r>
                    </a:p>
                  </a:txBody>
                  <a:tcPr marT="38100" marB="38100"/>
                </a:tc>
                <a:extLst>
                  <a:ext uri="{0D108BD9-81ED-4DB2-BD59-A6C34878D82A}">
                    <a16:rowId xmlns:a16="http://schemas.microsoft.com/office/drawing/2014/main" val="10000"/>
                  </a:ext>
                </a:extLst>
              </a:tr>
              <a:tr h="195942">
                <a:tc>
                  <a:txBody>
                    <a:bodyPr/>
                    <a:lstStyle/>
                    <a:p>
                      <a:r>
                        <a:rPr sz="1200"/>
                        <a:t>1</a:t>
                      </a:r>
                    </a:p>
                  </a:txBody>
                  <a:tcPr marT="38100" marB="38100"/>
                </a:tc>
                <a:tc>
                  <a:txBody>
                    <a:bodyPr/>
                    <a:lstStyle/>
                    <a:p>
                      <a:r>
                        <a:rPr sz="1200"/>
                        <a:t>Max Verstappen</a:t>
                      </a:r>
                    </a:p>
                  </a:txBody>
                  <a:tcPr marT="38100" marB="38100"/>
                </a:tc>
                <a:tc>
                  <a:txBody>
                    <a:bodyPr/>
                    <a:lstStyle/>
                    <a:p>
                      <a:r>
                        <a:rPr sz="1200"/>
                        <a:t>Max Verstappen</a:t>
                      </a:r>
                    </a:p>
                  </a:txBody>
                  <a:tcPr marT="38100" marB="38100"/>
                </a:tc>
                <a:tc>
                  <a:txBody>
                    <a:bodyPr/>
                    <a:lstStyle/>
                    <a:p>
                      <a:r>
                        <a:rPr sz="1200"/>
                        <a:t>0</a:t>
                      </a:r>
                    </a:p>
                  </a:txBody>
                  <a:tcPr marT="38100" marB="38100"/>
                </a:tc>
                <a:extLst>
                  <a:ext uri="{0D108BD9-81ED-4DB2-BD59-A6C34878D82A}">
                    <a16:rowId xmlns:a16="http://schemas.microsoft.com/office/drawing/2014/main" val="10001"/>
                  </a:ext>
                </a:extLst>
              </a:tr>
              <a:tr h="195942">
                <a:tc>
                  <a:txBody>
                    <a:bodyPr/>
                    <a:lstStyle/>
                    <a:p>
                      <a:r>
                        <a:rPr sz="1200"/>
                        <a:t>2</a:t>
                      </a:r>
                    </a:p>
                  </a:txBody>
                  <a:tcPr marT="38100" marB="38100"/>
                </a:tc>
                <a:tc>
                  <a:txBody>
                    <a:bodyPr/>
                    <a:lstStyle/>
                    <a:p>
                      <a:r>
                        <a:rPr sz="1200"/>
                        <a:t>Lando Norris</a:t>
                      </a:r>
                    </a:p>
                  </a:txBody>
                  <a:tcPr marT="38100" marB="38100"/>
                </a:tc>
                <a:tc>
                  <a:txBody>
                    <a:bodyPr/>
                    <a:lstStyle/>
                    <a:p>
                      <a:r>
                        <a:rPr sz="1200"/>
                        <a:t>Sergio Perez</a:t>
                      </a:r>
                    </a:p>
                  </a:txBody>
                  <a:tcPr marT="38100" marB="38100"/>
                </a:tc>
                <a:tc>
                  <a:txBody>
                    <a:bodyPr/>
                    <a:lstStyle/>
                    <a:p>
                      <a:r>
                        <a:rPr sz="1200"/>
                        <a:t>36</a:t>
                      </a:r>
                    </a:p>
                  </a:txBody>
                  <a:tcPr marT="38100" marB="38100"/>
                </a:tc>
                <a:extLst>
                  <a:ext uri="{0D108BD9-81ED-4DB2-BD59-A6C34878D82A}">
                    <a16:rowId xmlns:a16="http://schemas.microsoft.com/office/drawing/2014/main" val="10002"/>
                  </a:ext>
                </a:extLst>
              </a:tr>
              <a:tr h="195942">
                <a:tc>
                  <a:txBody>
                    <a:bodyPr/>
                    <a:lstStyle/>
                    <a:p>
                      <a:r>
                        <a:rPr sz="1200"/>
                        <a:t>3</a:t>
                      </a:r>
                    </a:p>
                  </a:txBody>
                  <a:tcPr marT="38100" marB="38100"/>
                </a:tc>
                <a:tc>
                  <a:txBody>
                    <a:bodyPr/>
                    <a:lstStyle/>
                    <a:p>
                      <a:r>
                        <a:rPr sz="1200"/>
                        <a:t>Charles Leclerc</a:t>
                      </a:r>
                    </a:p>
                  </a:txBody>
                  <a:tcPr marT="38100" marB="38100"/>
                </a:tc>
                <a:tc>
                  <a:txBody>
                    <a:bodyPr/>
                    <a:lstStyle/>
                    <a:p>
                      <a:r>
                        <a:rPr sz="1200"/>
                        <a:t>Lewis Hamilton</a:t>
                      </a:r>
                    </a:p>
                  </a:txBody>
                  <a:tcPr marT="38100" marB="38100"/>
                </a:tc>
                <a:tc>
                  <a:txBody>
                    <a:bodyPr/>
                    <a:lstStyle/>
                    <a:p>
                      <a:r>
                        <a:rPr sz="1200"/>
                        <a:t>16</a:t>
                      </a:r>
                    </a:p>
                  </a:txBody>
                  <a:tcPr marT="38100" marB="38100"/>
                </a:tc>
                <a:extLst>
                  <a:ext uri="{0D108BD9-81ED-4DB2-BD59-A6C34878D82A}">
                    <a16:rowId xmlns:a16="http://schemas.microsoft.com/office/drawing/2014/main" val="10003"/>
                  </a:ext>
                </a:extLst>
              </a:tr>
              <a:tr h="195942">
                <a:tc>
                  <a:txBody>
                    <a:bodyPr/>
                    <a:lstStyle/>
                    <a:p>
                      <a:r>
                        <a:rPr sz="1200"/>
                        <a:t>4</a:t>
                      </a:r>
                    </a:p>
                  </a:txBody>
                  <a:tcPr marT="38100" marB="38100"/>
                </a:tc>
                <a:tc>
                  <a:txBody>
                    <a:bodyPr/>
                    <a:lstStyle/>
                    <a:p>
                      <a:r>
                        <a:rPr sz="1200"/>
                        <a:t>Oscar Piastri</a:t>
                      </a:r>
                    </a:p>
                  </a:txBody>
                  <a:tcPr marT="38100" marB="38100"/>
                </a:tc>
                <a:tc>
                  <a:txBody>
                    <a:bodyPr/>
                    <a:lstStyle/>
                    <a:p>
                      <a:r>
                        <a:rPr sz="1200"/>
                        <a:t>George Russell</a:t>
                      </a:r>
                    </a:p>
                  </a:txBody>
                  <a:tcPr marT="38100" marB="38100"/>
                </a:tc>
                <a:tc>
                  <a:txBody>
                    <a:bodyPr/>
                    <a:lstStyle/>
                    <a:p>
                      <a:r>
                        <a:rPr sz="1200"/>
                        <a:t>4</a:t>
                      </a:r>
                    </a:p>
                  </a:txBody>
                  <a:tcPr marT="38100" marB="38100"/>
                </a:tc>
                <a:extLst>
                  <a:ext uri="{0D108BD9-81ED-4DB2-BD59-A6C34878D82A}">
                    <a16:rowId xmlns:a16="http://schemas.microsoft.com/office/drawing/2014/main" val="10004"/>
                  </a:ext>
                </a:extLst>
              </a:tr>
              <a:tr h="195942">
                <a:tc>
                  <a:txBody>
                    <a:bodyPr/>
                    <a:lstStyle/>
                    <a:p>
                      <a:r>
                        <a:rPr sz="1200"/>
                        <a:t>5</a:t>
                      </a:r>
                    </a:p>
                  </a:txBody>
                  <a:tcPr marT="38100" marB="38100"/>
                </a:tc>
                <a:tc>
                  <a:txBody>
                    <a:bodyPr/>
                    <a:lstStyle/>
                    <a:p>
                      <a:r>
                        <a:rPr sz="1200"/>
                        <a:t>Carlos Sainz</a:t>
                      </a:r>
                    </a:p>
                  </a:txBody>
                  <a:tcPr marT="38100" marB="38100"/>
                </a:tc>
                <a:tc>
                  <a:txBody>
                    <a:bodyPr/>
                    <a:lstStyle/>
                    <a:p>
                      <a:r>
                        <a:rPr sz="1200"/>
                        <a:t>Charles Leclerc</a:t>
                      </a:r>
                    </a:p>
                  </a:txBody>
                  <a:tcPr marT="38100" marB="38100"/>
                </a:tc>
                <a:tc>
                  <a:txBody>
                    <a:bodyPr/>
                    <a:lstStyle/>
                    <a:p>
                      <a:r>
                        <a:rPr sz="1200"/>
                        <a:t>4</a:t>
                      </a:r>
                    </a:p>
                  </a:txBody>
                  <a:tcPr marT="38100" marB="38100"/>
                </a:tc>
                <a:extLst>
                  <a:ext uri="{0D108BD9-81ED-4DB2-BD59-A6C34878D82A}">
                    <a16:rowId xmlns:a16="http://schemas.microsoft.com/office/drawing/2014/main" val="10005"/>
                  </a:ext>
                </a:extLst>
              </a:tr>
              <a:tr h="195942">
                <a:tc>
                  <a:txBody>
                    <a:bodyPr/>
                    <a:lstStyle/>
                    <a:p>
                      <a:r>
                        <a:rPr sz="1200"/>
                        <a:t>6</a:t>
                      </a:r>
                    </a:p>
                  </a:txBody>
                  <a:tcPr marT="38100" marB="38100"/>
                </a:tc>
                <a:tc>
                  <a:txBody>
                    <a:bodyPr/>
                    <a:lstStyle/>
                    <a:p>
                      <a:r>
                        <a:rPr sz="1200"/>
                        <a:t>George Russell</a:t>
                      </a:r>
                    </a:p>
                  </a:txBody>
                  <a:tcPr marT="38100" marB="38100"/>
                </a:tc>
                <a:tc>
                  <a:txBody>
                    <a:bodyPr/>
                    <a:lstStyle/>
                    <a:p>
                      <a:r>
                        <a:rPr sz="1200"/>
                        <a:t>Oscar Piastri</a:t>
                      </a:r>
                    </a:p>
                  </a:txBody>
                  <a:tcPr marT="38100" marB="38100"/>
                </a:tc>
                <a:tc>
                  <a:txBody>
                    <a:bodyPr/>
                    <a:lstStyle/>
                    <a:p>
                      <a:r>
                        <a:rPr sz="1200"/>
                        <a:t>49</a:t>
                      </a:r>
                    </a:p>
                  </a:txBody>
                  <a:tcPr marT="38100" marB="38100"/>
                </a:tc>
                <a:extLst>
                  <a:ext uri="{0D108BD9-81ED-4DB2-BD59-A6C34878D82A}">
                    <a16:rowId xmlns:a16="http://schemas.microsoft.com/office/drawing/2014/main" val="10006"/>
                  </a:ext>
                </a:extLst>
              </a:tr>
              <a:tr h="195942">
                <a:tc>
                  <a:txBody>
                    <a:bodyPr/>
                    <a:lstStyle/>
                    <a:p>
                      <a:r>
                        <a:rPr sz="1200"/>
                        <a:t>7</a:t>
                      </a:r>
                    </a:p>
                  </a:txBody>
                  <a:tcPr marT="38100" marB="38100"/>
                </a:tc>
                <a:tc>
                  <a:txBody>
                    <a:bodyPr/>
                    <a:lstStyle/>
                    <a:p>
                      <a:r>
                        <a:rPr sz="1200"/>
                        <a:t>Lewis Hamilton</a:t>
                      </a:r>
                    </a:p>
                  </a:txBody>
                  <a:tcPr marT="38100" marB="38100"/>
                </a:tc>
                <a:tc>
                  <a:txBody>
                    <a:bodyPr/>
                    <a:lstStyle/>
                    <a:p>
                      <a:r>
                        <a:rPr sz="1200"/>
                        <a:t>Fernando Alonso</a:t>
                      </a:r>
                    </a:p>
                  </a:txBody>
                  <a:tcPr marT="38100" marB="38100"/>
                </a:tc>
                <a:tc>
                  <a:txBody>
                    <a:bodyPr/>
                    <a:lstStyle/>
                    <a:p>
                      <a:r>
                        <a:rPr sz="1200"/>
                        <a:t>9</a:t>
                      </a:r>
                    </a:p>
                  </a:txBody>
                  <a:tcPr marT="38100" marB="38100"/>
                </a:tc>
                <a:extLst>
                  <a:ext uri="{0D108BD9-81ED-4DB2-BD59-A6C34878D82A}">
                    <a16:rowId xmlns:a16="http://schemas.microsoft.com/office/drawing/2014/main" val="10007"/>
                  </a:ext>
                </a:extLst>
              </a:tr>
              <a:tr h="195942">
                <a:tc>
                  <a:txBody>
                    <a:bodyPr/>
                    <a:lstStyle/>
                    <a:p>
                      <a:r>
                        <a:rPr sz="1200"/>
                        <a:t>8</a:t>
                      </a:r>
                    </a:p>
                  </a:txBody>
                  <a:tcPr marT="38100" marB="38100"/>
                </a:tc>
                <a:tc>
                  <a:txBody>
                    <a:bodyPr/>
                    <a:lstStyle/>
                    <a:p>
                      <a:r>
                        <a:rPr sz="1200"/>
                        <a:t>Sergio Perez</a:t>
                      </a:r>
                    </a:p>
                  </a:txBody>
                  <a:tcPr marT="38100" marB="38100"/>
                </a:tc>
                <a:tc>
                  <a:txBody>
                    <a:bodyPr/>
                    <a:lstStyle/>
                    <a:p>
                      <a:r>
                        <a:rPr sz="1200"/>
                        <a:t>Carlos Sainz</a:t>
                      </a:r>
                    </a:p>
                  </a:txBody>
                  <a:tcPr marT="38100" marB="38100"/>
                </a:tc>
                <a:tc>
                  <a:txBody>
                    <a:bodyPr/>
                    <a:lstStyle/>
                    <a:p>
                      <a:r>
                        <a:rPr sz="1200"/>
                        <a:t>4</a:t>
                      </a:r>
                    </a:p>
                  </a:txBody>
                  <a:tcPr marT="38100" marB="38100"/>
                </a:tc>
                <a:extLst>
                  <a:ext uri="{0D108BD9-81ED-4DB2-BD59-A6C34878D82A}">
                    <a16:rowId xmlns:a16="http://schemas.microsoft.com/office/drawing/2014/main" val="10008"/>
                  </a:ext>
                </a:extLst>
              </a:tr>
              <a:tr h="195942">
                <a:tc>
                  <a:txBody>
                    <a:bodyPr/>
                    <a:lstStyle/>
                    <a:p>
                      <a:r>
                        <a:rPr sz="1200"/>
                        <a:t>9</a:t>
                      </a:r>
                    </a:p>
                  </a:txBody>
                  <a:tcPr marT="38100" marB="38100"/>
                </a:tc>
                <a:tc>
                  <a:txBody>
                    <a:bodyPr/>
                    <a:lstStyle/>
                    <a:p>
                      <a:r>
                        <a:rPr sz="1200"/>
                        <a:t>Fernando Alonso</a:t>
                      </a:r>
                    </a:p>
                  </a:txBody>
                  <a:tcPr marT="38100" marB="38100"/>
                </a:tc>
                <a:tc>
                  <a:txBody>
                    <a:bodyPr/>
                    <a:lstStyle/>
                    <a:p>
                      <a:r>
                        <a:rPr sz="1200"/>
                        <a:t>Lando Norris</a:t>
                      </a:r>
                    </a:p>
                  </a:txBody>
                  <a:tcPr marT="38100" marB="38100"/>
                </a:tc>
                <a:tc>
                  <a:txBody>
                    <a:bodyPr/>
                    <a:lstStyle/>
                    <a:p>
                      <a:r>
                        <a:rPr sz="1200"/>
                        <a:t>4</a:t>
                      </a:r>
                    </a:p>
                  </a:txBody>
                  <a:tcPr marT="38100" marB="38100"/>
                </a:tc>
                <a:extLst>
                  <a:ext uri="{0D108BD9-81ED-4DB2-BD59-A6C34878D82A}">
                    <a16:rowId xmlns:a16="http://schemas.microsoft.com/office/drawing/2014/main" val="10009"/>
                  </a:ext>
                </a:extLst>
              </a:tr>
              <a:tr h="195942">
                <a:tc>
                  <a:txBody>
                    <a:bodyPr/>
                    <a:lstStyle/>
                    <a:p>
                      <a:r>
                        <a:rPr sz="1200"/>
                        <a:t>10</a:t>
                      </a:r>
                    </a:p>
                  </a:txBody>
                  <a:tcPr marT="38100" marB="38100"/>
                </a:tc>
                <a:tc>
                  <a:txBody>
                    <a:bodyPr/>
                    <a:lstStyle/>
                    <a:p>
                      <a:r>
                        <a:rPr sz="1200"/>
                        <a:t>Pierre Gasly</a:t>
                      </a:r>
                    </a:p>
                  </a:txBody>
                  <a:tcPr marT="38100" marB="38100"/>
                </a:tc>
                <a:tc>
                  <a:txBody>
                    <a:bodyPr/>
                    <a:lstStyle/>
                    <a:p>
                      <a:r>
                        <a:rPr sz="1200"/>
                        <a:t>Lance Stroll</a:t>
                      </a:r>
                    </a:p>
                  </a:txBody>
                  <a:tcPr marT="38100" marB="38100"/>
                </a:tc>
                <a:tc>
                  <a:txBody>
                    <a:bodyPr/>
                    <a:lstStyle/>
                    <a:p>
                      <a:r>
                        <a:rPr sz="1200"/>
                        <a:t>9</a:t>
                      </a:r>
                    </a:p>
                  </a:txBody>
                  <a:tcPr marT="38100" marB="38100"/>
                </a:tc>
                <a:extLst>
                  <a:ext uri="{0D108BD9-81ED-4DB2-BD59-A6C34878D82A}">
                    <a16:rowId xmlns:a16="http://schemas.microsoft.com/office/drawing/2014/main" val="10010"/>
                  </a:ext>
                </a:extLst>
              </a:tr>
              <a:tr h="195942">
                <a:tc>
                  <a:txBody>
                    <a:bodyPr/>
                    <a:lstStyle/>
                    <a:p>
                      <a:r>
                        <a:rPr sz="1200"/>
                        <a:t>11</a:t>
                      </a:r>
                    </a:p>
                  </a:txBody>
                  <a:tcPr marT="38100" marB="38100"/>
                </a:tc>
                <a:tc>
                  <a:txBody>
                    <a:bodyPr/>
                    <a:lstStyle/>
                    <a:p>
                      <a:r>
                        <a:rPr sz="1200"/>
                        <a:t>Nico Hulkenberg</a:t>
                      </a:r>
                    </a:p>
                  </a:txBody>
                  <a:tcPr marT="38100" marB="38100"/>
                </a:tc>
                <a:tc>
                  <a:txBody>
                    <a:bodyPr/>
                    <a:lstStyle/>
                    <a:p>
                      <a:r>
                        <a:rPr sz="1200"/>
                        <a:t>Pierre Gasly</a:t>
                      </a:r>
                    </a:p>
                  </a:txBody>
                  <a:tcPr marT="38100" marB="38100"/>
                </a:tc>
                <a:tc>
                  <a:txBody>
                    <a:bodyPr/>
                    <a:lstStyle/>
                    <a:p>
                      <a:r>
                        <a:rPr sz="1200"/>
                        <a:t>1</a:t>
                      </a:r>
                    </a:p>
                  </a:txBody>
                  <a:tcPr marT="38100" marB="38100"/>
                </a:tc>
                <a:extLst>
                  <a:ext uri="{0D108BD9-81ED-4DB2-BD59-A6C34878D82A}">
                    <a16:rowId xmlns:a16="http://schemas.microsoft.com/office/drawing/2014/main" val="10011"/>
                  </a:ext>
                </a:extLst>
              </a:tr>
              <a:tr h="195942">
                <a:tc>
                  <a:txBody>
                    <a:bodyPr/>
                    <a:lstStyle/>
                    <a:p>
                      <a:r>
                        <a:rPr sz="1200"/>
                        <a:t>12</a:t>
                      </a:r>
                    </a:p>
                  </a:txBody>
                  <a:tcPr marT="38100" marB="38100"/>
                </a:tc>
                <a:tc>
                  <a:txBody>
                    <a:bodyPr/>
                    <a:lstStyle/>
                    <a:p>
                      <a:r>
                        <a:rPr sz="1200"/>
                        <a:t>Yuki Tsunoda</a:t>
                      </a:r>
                    </a:p>
                  </a:txBody>
                  <a:tcPr marT="38100" marB="38100"/>
                </a:tc>
                <a:tc>
                  <a:txBody>
                    <a:bodyPr/>
                    <a:lstStyle/>
                    <a:p>
                      <a:r>
                        <a:rPr sz="1200"/>
                        <a:t>Esteban Ocon</a:t>
                      </a:r>
                    </a:p>
                  </a:txBody>
                  <a:tcPr marT="38100" marB="38100"/>
                </a:tc>
                <a:tc>
                  <a:txBody>
                    <a:bodyPr/>
                    <a:lstStyle/>
                    <a:p>
                      <a:r>
                        <a:rPr sz="1200"/>
                        <a:t>4</a:t>
                      </a:r>
                    </a:p>
                  </a:txBody>
                  <a:tcPr marT="38100" marB="38100"/>
                </a:tc>
                <a:extLst>
                  <a:ext uri="{0D108BD9-81ED-4DB2-BD59-A6C34878D82A}">
                    <a16:rowId xmlns:a16="http://schemas.microsoft.com/office/drawing/2014/main" val="10012"/>
                  </a:ext>
                </a:extLst>
              </a:tr>
              <a:tr h="195942">
                <a:tc>
                  <a:txBody>
                    <a:bodyPr/>
                    <a:lstStyle/>
                    <a:p>
                      <a:r>
                        <a:rPr sz="1200"/>
                        <a:t>13</a:t>
                      </a:r>
                    </a:p>
                  </a:txBody>
                  <a:tcPr marT="38100" marB="38100"/>
                </a:tc>
                <a:tc>
                  <a:txBody>
                    <a:bodyPr/>
                    <a:lstStyle/>
                    <a:p>
                      <a:r>
                        <a:rPr sz="1200"/>
                        <a:t>Lance Stroll</a:t>
                      </a:r>
                    </a:p>
                  </a:txBody>
                  <a:tcPr marT="38100" marB="38100"/>
                </a:tc>
                <a:tc>
                  <a:txBody>
                    <a:bodyPr/>
                    <a:lstStyle/>
                    <a:p>
                      <a:r>
                        <a:rPr sz="1200"/>
                        <a:t>Yuki Tsunoda</a:t>
                      </a:r>
                    </a:p>
                  </a:txBody>
                  <a:tcPr marT="38100" marB="38100"/>
                </a:tc>
                <a:tc>
                  <a:txBody>
                    <a:bodyPr/>
                    <a:lstStyle/>
                    <a:p>
                      <a:r>
                        <a:rPr sz="1200"/>
                        <a:t>4</a:t>
                      </a:r>
                    </a:p>
                  </a:txBody>
                  <a:tcPr marT="38100" marB="38100"/>
                </a:tc>
                <a:extLst>
                  <a:ext uri="{0D108BD9-81ED-4DB2-BD59-A6C34878D82A}">
                    <a16:rowId xmlns:a16="http://schemas.microsoft.com/office/drawing/2014/main" val="10013"/>
                  </a:ext>
                </a:extLst>
              </a:tr>
              <a:tr h="195942">
                <a:tc>
                  <a:txBody>
                    <a:bodyPr/>
                    <a:lstStyle/>
                    <a:p>
                      <a:r>
                        <a:rPr sz="1200"/>
                        <a:t>14</a:t>
                      </a:r>
                    </a:p>
                  </a:txBody>
                  <a:tcPr marT="38100" marB="38100"/>
                </a:tc>
                <a:tc>
                  <a:txBody>
                    <a:bodyPr/>
                    <a:lstStyle/>
                    <a:p>
                      <a:r>
                        <a:rPr sz="1200"/>
                        <a:t>Esteban Ocon</a:t>
                      </a:r>
                    </a:p>
                  </a:txBody>
                  <a:tcPr marT="38100" marB="38100"/>
                </a:tc>
                <a:tc>
                  <a:txBody>
                    <a:bodyPr/>
                    <a:lstStyle/>
                    <a:p>
                      <a:r>
                        <a:rPr sz="1200"/>
                        <a:t>Alexander Albon</a:t>
                      </a:r>
                    </a:p>
                  </a:txBody>
                  <a:tcPr marT="38100" marB="38100"/>
                </a:tc>
                <a:tc>
                  <a:txBody>
                    <a:bodyPr/>
                    <a:lstStyle/>
                    <a:p>
                      <a:r>
                        <a:rPr sz="1200"/>
                        <a:t>1</a:t>
                      </a:r>
                    </a:p>
                  </a:txBody>
                  <a:tcPr marT="38100" marB="38100"/>
                </a:tc>
                <a:extLst>
                  <a:ext uri="{0D108BD9-81ED-4DB2-BD59-A6C34878D82A}">
                    <a16:rowId xmlns:a16="http://schemas.microsoft.com/office/drawing/2014/main" val="10014"/>
                  </a:ext>
                </a:extLst>
              </a:tr>
              <a:tr h="195942">
                <a:tc>
                  <a:txBody>
                    <a:bodyPr/>
                    <a:lstStyle/>
                    <a:p>
                      <a:r>
                        <a:rPr sz="1200"/>
                        <a:t>15</a:t>
                      </a:r>
                    </a:p>
                  </a:txBody>
                  <a:tcPr marT="38100" marB="38100"/>
                </a:tc>
                <a:tc>
                  <a:txBody>
                    <a:bodyPr/>
                    <a:lstStyle/>
                    <a:p>
                      <a:r>
                        <a:rPr sz="1200"/>
                        <a:t>Kevin Magnussen</a:t>
                      </a:r>
                    </a:p>
                  </a:txBody>
                  <a:tcPr marT="38100" marB="38100"/>
                </a:tc>
                <a:tc>
                  <a:txBody>
                    <a:bodyPr/>
                    <a:lstStyle/>
                    <a:p>
                      <a:r>
                        <a:rPr sz="1200"/>
                        <a:t>Valtteri Bottas</a:t>
                      </a:r>
                    </a:p>
                  </a:txBody>
                  <a:tcPr marT="38100" marB="38100"/>
                </a:tc>
                <a:tc>
                  <a:txBody>
                    <a:bodyPr/>
                    <a:lstStyle/>
                    <a:p>
                      <a:r>
                        <a:rPr sz="1200"/>
                        <a:t>25</a:t>
                      </a:r>
                    </a:p>
                  </a:txBody>
                  <a:tcPr marT="38100" marB="38100"/>
                </a:tc>
                <a:extLst>
                  <a:ext uri="{0D108BD9-81ED-4DB2-BD59-A6C34878D82A}">
                    <a16:rowId xmlns:a16="http://schemas.microsoft.com/office/drawing/2014/main" val="10015"/>
                  </a:ext>
                </a:extLst>
              </a:tr>
              <a:tr h="195942">
                <a:tc>
                  <a:txBody>
                    <a:bodyPr/>
                    <a:lstStyle/>
                    <a:p>
                      <a:r>
                        <a:rPr sz="1200"/>
                        <a:t>16</a:t>
                      </a:r>
                    </a:p>
                  </a:txBody>
                  <a:tcPr marT="38100" marB="38100"/>
                </a:tc>
                <a:tc>
                  <a:txBody>
                    <a:bodyPr/>
                    <a:lstStyle/>
                    <a:p>
                      <a:r>
                        <a:rPr sz="1200"/>
                        <a:t>Alexander Albon</a:t>
                      </a:r>
                    </a:p>
                  </a:txBody>
                  <a:tcPr marT="38100" marB="38100"/>
                </a:tc>
                <a:tc>
                  <a:txBody>
                    <a:bodyPr/>
                    <a:lstStyle/>
                    <a:p>
                      <a:r>
                        <a:rPr sz="1200"/>
                        <a:t>Daniel Ricciardo</a:t>
                      </a:r>
                    </a:p>
                  </a:txBody>
                  <a:tcPr marT="38100" marB="38100"/>
                </a:tc>
                <a:tc>
                  <a:txBody>
                    <a:bodyPr/>
                    <a:lstStyle/>
                    <a:p>
                      <a:r>
                        <a:rPr sz="1200"/>
                        <a:t>49</a:t>
                      </a:r>
                    </a:p>
                  </a:txBody>
                  <a:tcPr marT="38100" marB="38100"/>
                </a:tc>
                <a:extLst>
                  <a:ext uri="{0D108BD9-81ED-4DB2-BD59-A6C34878D82A}">
                    <a16:rowId xmlns:a16="http://schemas.microsoft.com/office/drawing/2014/main" val="10016"/>
                  </a:ext>
                </a:extLst>
              </a:tr>
              <a:tr h="195942">
                <a:tc>
                  <a:txBody>
                    <a:bodyPr/>
                    <a:lstStyle/>
                    <a:p>
                      <a:r>
                        <a:rPr sz="1200"/>
                        <a:t>17</a:t>
                      </a:r>
                    </a:p>
                  </a:txBody>
                  <a:tcPr marT="38100" marB="38100"/>
                </a:tc>
                <a:tc>
                  <a:txBody>
                    <a:bodyPr/>
                    <a:lstStyle/>
                    <a:p>
                      <a:r>
                        <a:rPr sz="1200"/>
                        <a:t>Daniel Ricciardo</a:t>
                      </a:r>
                    </a:p>
                  </a:txBody>
                  <a:tcPr marT="38100" marB="38100"/>
                </a:tc>
                <a:tc>
                  <a:txBody>
                    <a:bodyPr/>
                    <a:lstStyle/>
                    <a:p>
                      <a:r>
                        <a:rPr sz="1200"/>
                        <a:t>Zhou Guanyu</a:t>
                      </a:r>
                    </a:p>
                  </a:txBody>
                  <a:tcPr marT="38100" marB="38100"/>
                </a:tc>
                <a:tc>
                  <a:txBody>
                    <a:bodyPr/>
                    <a:lstStyle/>
                    <a:p>
                      <a:r>
                        <a:rPr sz="1200"/>
                        <a:t>1</a:t>
                      </a:r>
                    </a:p>
                  </a:txBody>
                  <a:tcPr marT="38100" marB="38100"/>
                </a:tc>
                <a:extLst>
                  <a:ext uri="{0D108BD9-81ED-4DB2-BD59-A6C34878D82A}">
                    <a16:rowId xmlns:a16="http://schemas.microsoft.com/office/drawing/2014/main" val="10017"/>
                  </a:ext>
                </a:extLst>
              </a:tr>
              <a:tr h="195942">
                <a:tc>
                  <a:txBody>
                    <a:bodyPr/>
                    <a:lstStyle/>
                    <a:p>
                      <a:r>
                        <a:rPr sz="1200"/>
                        <a:t>18</a:t>
                      </a:r>
                    </a:p>
                  </a:txBody>
                  <a:tcPr marT="38100" marB="38100"/>
                </a:tc>
                <a:tc>
                  <a:txBody>
                    <a:bodyPr/>
                    <a:lstStyle/>
                    <a:p>
                      <a:r>
                        <a:rPr sz="1200"/>
                        <a:t>Zhou Guanyu</a:t>
                      </a:r>
                    </a:p>
                  </a:txBody>
                  <a:tcPr marT="38100" marB="38100"/>
                </a:tc>
                <a:tc>
                  <a:txBody>
                    <a:bodyPr/>
                    <a:lstStyle/>
                    <a:p>
                      <a:r>
                        <a:rPr sz="1200"/>
                        <a:t>Nico Hulkenberg</a:t>
                      </a:r>
                    </a:p>
                  </a:txBody>
                  <a:tcPr marT="38100" marB="38100"/>
                </a:tc>
                <a:tc>
                  <a:txBody>
                    <a:bodyPr/>
                    <a:lstStyle/>
                    <a:p>
                      <a:r>
                        <a:rPr sz="1200"/>
                        <a:t>1</a:t>
                      </a:r>
                    </a:p>
                  </a:txBody>
                  <a:tcPr marT="38100" marB="38100"/>
                </a:tc>
                <a:extLst>
                  <a:ext uri="{0D108BD9-81ED-4DB2-BD59-A6C34878D82A}">
                    <a16:rowId xmlns:a16="http://schemas.microsoft.com/office/drawing/2014/main" val="10018"/>
                  </a:ext>
                </a:extLst>
              </a:tr>
              <a:tr h="195942">
                <a:tc>
                  <a:txBody>
                    <a:bodyPr/>
                    <a:lstStyle/>
                    <a:p>
                      <a:r>
                        <a:rPr sz="1200"/>
                        <a:t>19</a:t>
                      </a:r>
                    </a:p>
                  </a:txBody>
                  <a:tcPr marT="38100" marB="38100"/>
                </a:tc>
                <a:tc>
                  <a:txBody>
                    <a:bodyPr/>
                    <a:lstStyle/>
                    <a:p>
                      <a:r>
                        <a:rPr sz="1200"/>
                        <a:t>Logan Sargeant</a:t>
                      </a:r>
                    </a:p>
                  </a:txBody>
                  <a:tcPr marT="38100" marB="38100"/>
                </a:tc>
                <a:tc>
                  <a:txBody>
                    <a:bodyPr/>
                    <a:lstStyle/>
                    <a:p>
                      <a:r>
                        <a:rPr sz="1200"/>
                        <a:t>Kevin Magnussen</a:t>
                      </a:r>
                    </a:p>
                  </a:txBody>
                  <a:tcPr marT="38100" marB="38100"/>
                </a:tc>
                <a:tc>
                  <a:txBody>
                    <a:bodyPr/>
                    <a:lstStyle/>
                    <a:p>
                      <a:r>
                        <a:rPr sz="1200"/>
                        <a:t>16</a:t>
                      </a:r>
                    </a:p>
                  </a:txBody>
                  <a:tcPr marT="38100" marB="38100"/>
                </a:tc>
                <a:extLst>
                  <a:ext uri="{0D108BD9-81ED-4DB2-BD59-A6C34878D82A}">
                    <a16:rowId xmlns:a16="http://schemas.microsoft.com/office/drawing/2014/main" val="10019"/>
                  </a:ext>
                </a:extLst>
              </a:tr>
              <a:tr h="195960">
                <a:tc>
                  <a:txBody>
                    <a:bodyPr/>
                    <a:lstStyle/>
                    <a:p>
                      <a:r>
                        <a:rPr sz="1200"/>
                        <a:t>20</a:t>
                      </a:r>
                    </a:p>
                  </a:txBody>
                  <a:tcPr marT="38100" marB="38100"/>
                </a:tc>
                <a:tc>
                  <a:txBody>
                    <a:bodyPr/>
                    <a:lstStyle/>
                    <a:p>
                      <a:r>
                        <a:rPr sz="1200"/>
                        <a:t>Valtteri Bottas</a:t>
                      </a:r>
                    </a:p>
                  </a:txBody>
                  <a:tcPr marT="38100" marB="38100"/>
                </a:tc>
                <a:tc>
                  <a:txBody>
                    <a:bodyPr/>
                    <a:lstStyle/>
                    <a:p>
                      <a:r>
                        <a:rPr sz="1200"/>
                        <a:t>Logan Sargeant</a:t>
                      </a:r>
                    </a:p>
                  </a:txBody>
                  <a:tcPr marT="38100" marB="38100"/>
                </a:tc>
                <a:tc>
                  <a:txBody>
                    <a:bodyPr/>
                    <a:lstStyle/>
                    <a:p>
                      <a:r>
                        <a:rPr sz="1200"/>
                        <a:t>1</a:t>
                      </a:r>
                    </a:p>
                  </a:txBody>
                  <a:tcPr marT="38100" marB="38100"/>
                </a:tc>
                <a:extLst>
                  <a:ext uri="{0D108BD9-81ED-4DB2-BD59-A6C34878D82A}">
                    <a16:rowId xmlns:a16="http://schemas.microsoft.com/office/drawing/2014/main" val="10020"/>
                  </a:ext>
                </a:extLst>
              </a:tr>
            </a:tbl>
          </a:graphicData>
        </a:graphic>
      </p:graphicFrame>
      <p:sp>
        <p:nvSpPr>
          <p:cNvPr id="3" name="Rounded Rectangle 2"/>
          <p:cNvSpPr/>
          <p:nvPr/>
        </p:nvSpPr>
        <p:spPr>
          <a:xfrm>
            <a:off x="8290560" y="3291840"/>
            <a:ext cx="1950720" cy="822960"/>
          </a:xfrm>
          <a:prstGeom prst="round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r>
              <a:t>Diffs = 238
Score:
128</a:t>
            </a:r>
          </a:p>
        </p:txBody>
      </p:sp>
      <p:sp>
        <p:nvSpPr>
          <p:cNvPr id="4" name="Rectangle 3"/>
          <p:cNvSpPr/>
          <p:nvPr/>
        </p:nvSpPr>
        <p:spPr>
          <a:xfrm>
            <a:off x="0" y="0"/>
            <a:ext cx="12192000" cy="82296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Driver's - Damian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14400" y="914400"/>
          <a:ext cx="5852160" cy="544068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195942">
                <a:tc>
                  <a:txBody>
                    <a:bodyPr/>
                    <a:lstStyle/>
                    <a:p>
                      <a:r>
                        <a:rPr sz="1200"/>
                        <a:t>Position</a:t>
                      </a:r>
                    </a:p>
                  </a:txBody>
                  <a:tcPr marT="38100" marB="38100"/>
                </a:tc>
                <a:tc>
                  <a:txBody>
                    <a:bodyPr/>
                    <a:lstStyle/>
                    <a:p>
                      <a:r>
                        <a:rPr sz="1200"/>
                        <a:t>Actual Driver</a:t>
                      </a:r>
                    </a:p>
                  </a:txBody>
                  <a:tcPr marT="38100" marB="38100"/>
                </a:tc>
                <a:tc>
                  <a:txBody>
                    <a:bodyPr/>
                    <a:lstStyle/>
                    <a:p>
                      <a:r>
                        <a:rPr sz="1200"/>
                        <a:t>Predicted Driver</a:t>
                      </a:r>
                    </a:p>
                  </a:txBody>
                  <a:tcPr marT="38100" marB="38100"/>
                </a:tc>
                <a:tc>
                  <a:txBody>
                    <a:bodyPr/>
                    <a:lstStyle/>
                    <a:p>
                      <a:r>
                        <a:rPr sz="1200"/>
                        <a:t>Diff Squared</a:t>
                      </a:r>
                    </a:p>
                  </a:txBody>
                  <a:tcPr marT="38100" marB="38100"/>
                </a:tc>
                <a:extLst>
                  <a:ext uri="{0D108BD9-81ED-4DB2-BD59-A6C34878D82A}">
                    <a16:rowId xmlns:a16="http://schemas.microsoft.com/office/drawing/2014/main" val="10000"/>
                  </a:ext>
                </a:extLst>
              </a:tr>
              <a:tr h="195942">
                <a:tc>
                  <a:txBody>
                    <a:bodyPr/>
                    <a:lstStyle/>
                    <a:p>
                      <a:r>
                        <a:rPr sz="1200"/>
                        <a:t>1</a:t>
                      </a:r>
                    </a:p>
                  </a:txBody>
                  <a:tcPr marT="38100" marB="38100"/>
                </a:tc>
                <a:tc>
                  <a:txBody>
                    <a:bodyPr/>
                    <a:lstStyle/>
                    <a:p>
                      <a:r>
                        <a:rPr sz="1200"/>
                        <a:t>Max Verstappen</a:t>
                      </a:r>
                    </a:p>
                  </a:txBody>
                  <a:tcPr marT="38100" marB="38100"/>
                </a:tc>
                <a:tc>
                  <a:txBody>
                    <a:bodyPr/>
                    <a:lstStyle/>
                    <a:p>
                      <a:r>
                        <a:rPr sz="1200"/>
                        <a:t>Max Verstappen</a:t>
                      </a:r>
                    </a:p>
                  </a:txBody>
                  <a:tcPr marT="38100" marB="38100"/>
                </a:tc>
                <a:tc>
                  <a:txBody>
                    <a:bodyPr/>
                    <a:lstStyle/>
                    <a:p>
                      <a:r>
                        <a:rPr sz="1200"/>
                        <a:t>0</a:t>
                      </a:r>
                    </a:p>
                  </a:txBody>
                  <a:tcPr marT="38100" marB="38100"/>
                </a:tc>
                <a:extLst>
                  <a:ext uri="{0D108BD9-81ED-4DB2-BD59-A6C34878D82A}">
                    <a16:rowId xmlns:a16="http://schemas.microsoft.com/office/drawing/2014/main" val="10001"/>
                  </a:ext>
                </a:extLst>
              </a:tr>
              <a:tr h="195942">
                <a:tc>
                  <a:txBody>
                    <a:bodyPr/>
                    <a:lstStyle/>
                    <a:p>
                      <a:r>
                        <a:rPr sz="1200"/>
                        <a:t>2</a:t>
                      </a:r>
                    </a:p>
                  </a:txBody>
                  <a:tcPr marT="38100" marB="38100"/>
                </a:tc>
                <a:tc>
                  <a:txBody>
                    <a:bodyPr/>
                    <a:lstStyle/>
                    <a:p>
                      <a:r>
                        <a:rPr sz="1200"/>
                        <a:t>Lando Norris</a:t>
                      </a:r>
                    </a:p>
                  </a:txBody>
                  <a:tcPr marT="38100" marB="38100"/>
                </a:tc>
                <a:tc>
                  <a:txBody>
                    <a:bodyPr/>
                    <a:lstStyle/>
                    <a:p>
                      <a:r>
                        <a:rPr sz="1200"/>
                        <a:t>Lando Norris</a:t>
                      </a:r>
                    </a:p>
                  </a:txBody>
                  <a:tcPr marT="38100" marB="38100"/>
                </a:tc>
                <a:tc>
                  <a:txBody>
                    <a:bodyPr/>
                    <a:lstStyle/>
                    <a:p>
                      <a:r>
                        <a:rPr sz="1200"/>
                        <a:t>0</a:t>
                      </a:r>
                    </a:p>
                  </a:txBody>
                  <a:tcPr marT="38100" marB="38100"/>
                </a:tc>
                <a:extLst>
                  <a:ext uri="{0D108BD9-81ED-4DB2-BD59-A6C34878D82A}">
                    <a16:rowId xmlns:a16="http://schemas.microsoft.com/office/drawing/2014/main" val="10002"/>
                  </a:ext>
                </a:extLst>
              </a:tr>
              <a:tr h="195942">
                <a:tc>
                  <a:txBody>
                    <a:bodyPr/>
                    <a:lstStyle/>
                    <a:p>
                      <a:r>
                        <a:rPr sz="1200"/>
                        <a:t>3</a:t>
                      </a:r>
                    </a:p>
                  </a:txBody>
                  <a:tcPr marT="38100" marB="38100"/>
                </a:tc>
                <a:tc>
                  <a:txBody>
                    <a:bodyPr/>
                    <a:lstStyle/>
                    <a:p>
                      <a:r>
                        <a:rPr sz="1200"/>
                        <a:t>Charles Leclerc</a:t>
                      </a:r>
                    </a:p>
                  </a:txBody>
                  <a:tcPr marT="38100" marB="38100"/>
                </a:tc>
                <a:tc>
                  <a:txBody>
                    <a:bodyPr/>
                    <a:lstStyle/>
                    <a:p>
                      <a:r>
                        <a:rPr sz="1200"/>
                        <a:t>Charles Leclerc</a:t>
                      </a:r>
                    </a:p>
                  </a:txBody>
                  <a:tcPr marT="38100" marB="38100"/>
                </a:tc>
                <a:tc>
                  <a:txBody>
                    <a:bodyPr/>
                    <a:lstStyle/>
                    <a:p>
                      <a:r>
                        <a:rPr sz="1200"/>
                        <a:t>0</a:t>
                      </a:r>
                    </a:p>
                  </a:txBody>
                  <a:tcPr marT="38100" marB="38100"/>
                </a:tc>
                <a:extLst>
                  <a:ext uri="{0D108BD9-81ED-4DB2-BD59-A6C34878D82A}">
                    <a16:rowId xmlns:a16="http://schemas.microsoft.com/office/drawing/2014/main" val="10003"/>
                  </a:ext>
                </a:extLst>
              </a:tr>
              <a:tr h="195942">
                <a:tc>
                  <a:txBody>
                    <a:bodyPr/>
                    <a:lstStyle/>
                    <a:p>
                      <a:r>
                        <a:rPr sz="1200"/>
                        <a:t>4</a:t>
                      </a:r>
                    </a:p>
                  </a:txBody>
                  <a:tcPr marT="38100" marB="38100"/>
                </a:tc>
                <a:tc>
                  <a:txBody>
                    <a:bodyPr/>
                    <a:lstStyle/>
                    <a:p>
                      <a:r>
                        <a:rPr sz="1200"/>
                        <a:t>Oscar Piastri</a:t>
                      </a:r>
                    </a:p>
                  </a:txBody>
                  <a:tcPr marT="38100" marB="38100"/>
                </a:tc>
                <a:tc>
                  <a:txBody>
                    <a:bodyPr/>
                    <a:lstStyle/>
                    <a:p>
                      <a:r>
                        <a:rPr sz="1200"/>
                        <a:t>Carlos Sainz</a:t>
                      </a:r>
                    </a:p>
                  </a:txBody>
                  <a:tcPr marT="38100" marB="38100"/>
                </a:tc>
                <a:tc>
                  <a:txBody>
                    <a:bodyPr/>
                    <a:lstStyle/>
                    <a:p>
                      <a:r>
                        <a:rPr sz="1200"/>
                        <a:t>16</a:t>
                      </a:r>
                    </a:p>
                  </a:txBody>
                  <a:tcPr marT="38100" marB="38100"/>
                </a:tc>
                <a:extLst>
                  <a:ext uri="{0D108BD9-81ED-4DB2-BD59-A6C34878D82A}">
                    <a16:rowId xmlns:a16="http://schemas.microsoft.com/office/drawing/2014/main" val="10004"/>
                  </a:ext>
                </a:extLst>
              </a:tr>
              <a:tr h="195942">
                <a:tc>
                  <a:txBody>
                    <a:bodyPr/>
                    <a:lstStyle/>
                    <a:p>
                      <a:r>
                        <a:rPr sz="1200"/>
                        <a:t>5</a:t>
                      </a:r>
                    </a:p>
                  </a:txBody>
                  <a:tcPr marT="38100" marB="38100"/>
                </a:tc>
                <a:tc>
                  <a:txBody>
                    <a:bodyPr/>
                    <a:lstStyle/>
                    <a:p>
                      <a:r>
                        <a:rPr sz="1200"/>
                        <a:t>Carlos Sainz</a:t>
                      </a:r>
                    </a:p>
                  </a:txBody>
                  <a:tcPr marT="38100" marB="38100"/>
                </a:tc>
                <a:tc>
                  <a:txBody>
                    <a:bodyPr/>
                    <a:lstStyle/>
                    <a:p>
                      <a:r>
                        <a:rPr sz="1200"/>
                        <a:t>Fernando Alonso</a:t>
                      </a:r>
                    </a:p>
                  </a:txBody>
                  <a:tcPr marT="38100" marB="38100"/>
                </a:tc>
                <a:tc>
                  <a:txBody>
                    <a:bodyPr/>
                    <a:lstStyle/>
                    <a:p>
                      <a:r>
                        <a:rPr sz="1200"/>
                        <a:t>0</a:t>
                      </a:r>
                    </a:p>
                  </a:txBody>
                  <a:tcPr marT="38100" marB="38100"/>
                </a:tc>
                <a:extLst>
                  <a:ext uri="{0D108BD9-81ED-4DB2-BD59-A6C34878D82A}">
                    <a16:rowId xmlns:a16="http://schemas.microsoft.com/office/drawing/2014/main" val="10005"/>
                  </a:ext>
                </a:extLst>
              </a:tr>
              <a:tr h="195942">
                <a:tc>
                  <a:txBody>
                    <a:bodyPr/>
                    <a:lstStyle/>
                    <a:p>
                      <a:r>
                        <a:rPr sz="1200"/>
                        <a:t>6</a:t>
                      </a:r>
                    </a:p>
                  </a:txBody>
                  <a:tcPr marT="38100" marB="38100"/>
                </a:tc>
                <a:tc>
                  <a:txBody>
                    <a:bodyPr/>
                    <a:lstStyle/>
                    <a:p>
                      <a:r>
                        <a:rPr sz="1200"/>
                        <a:t>George Russell</a:t>
                      </a:r>
                    </a:p>
                  </a:txBody>
                  <a:tcPr marT="38100" marB="38100"/>
                </a:tc>
                <a:tc>
                  <a:txBody>
                    <a:bodyPr/>
                    <a:lstStyle/>
                    <a:p>
                      <a:r>
                        <a:rPr sz="1200"/>
                        <a:t>George Russell</a:t>
                      </a:r>
                    </a:p>
                  </a:txBody>
                  <a:tcPr marT="38100" marB="38100"/>
                </a:tc>
                <a:tc>
                  <a:txBody>
                    <a:bodyPr/>
                    <a:lstStyle/>
                    <a:p>
                      <a:r>
                        <a:rPr sz="1200"/>
                        <a:t>0</a:t>
                      </a:r>
                    </a:p>
                  </a:txBody>
                  <a:tcPr marT="38100" marB="38100"/>
                </a:tc>
                <a:extLst>
                  <a:ext uri="{0D108BD9-81ED-4DB2-BD59-A6C34878D82A}">
                    <a16:rowId xmlns:a16="http://schemas.microsoft.com/office/drawing/2014/main" val="10006"/>
                  </a:ext>
                </a:extLst>
              </a:tr>
              <a:tr h="195942">
                <a:tc>
                  <a:txBody>
                    <a:bodyPr/>
                    <a:lstStyle/>
                    <a:p>
                      <a:r>
                        <a:rPr sz="1200"/>
                        <a:t>7</a:t>
                      </a:r>
                    </a:p>
                  </a:txBody>
                  <a:tcPr marT="38100" marB="38100"/>
                </a:tc>
                <a:tc>
                  <a:txBody>
                    <a:bodyPr/>
                    <a:lstStyle/>
                    <a:p>
                      <a:r>
                        <a:rPr sz="1200"/>
                        <a:t>Lewis Hamilton</a:t>
                      </a:r>
                    </a:p>
                  </a:txBody>
                  <a:tcPr marT="38100" marB="38100"/>
                </a:tc>
                <a:tc>
                  <a:txBody>
                    <a:bodyPr/>
                    <a:lstStyle/>
                    <a:p>
                      <a:r>
                        <a:rPr sz="1200"/>
                        <a:t>Lewis Hamilton</a:t>
                      </a:r>
                    </a:p>
                  </a:txBody>
                  <a:tcPr marT="38100" marB="38100"/>
                </a:tc>
                <a:tc>
                  <a:txBody>
                    <a:bodyPr/>
                    <a:lstStyle/>
                    <a:p>
                      <a:r>
                        <a:rPr sz="1200"/>
                        <a:t>1</a:t>
                      </a:r>
                    </a:p>
                  </a:txBody>
                  <a:tcPr marT="38100" marB="38100"/>
                </a:tc>
                <a:extLst>
                  <a:ext uri="{0D108BD9-81ED-4DB2-BD59-A6C34878D82A}">
                    <a16:rowId xmlns:a16="http://schemas.microsoft.com/office/drawing/2014/main" val="10007"/>
                  </a:ext>
                </a:extLst>
              </a:tr>
              <a:tr h="195942">
                <a:tc>
                  <a:txBody>
                    <a:bodyPr/>
                    <a:lstStyle/>
                    <a:p>
                      <a:r>
                        <a:rPr sz="1200"/>
                        <a:t>8</a:t>
                      </a:r>
                    </a:p>
                  </a:txBody>
                  <a:tcPr marT="38100" marB="38100"/>
                </a:tc>
                <a:tc>
                  <a:txBody>
                    <a:bodyPr/>
                    <a:lstStyle/>
                    <a:p>
                      <a:r>
                        <a:rPr sz="1200"/>
                        <a:t>Sergio Perez</a:t>
                      </a:r>
                    </a:p>
                  </a:txBody>
                  <a:tcPr marT="38100" marB="38100"/>
                </a:tc>
                <a:tc>
                  <a:txBody>
                    <a:bodyPr/>
                    <a:lstStyle/>
                    <a:p>
                      <a:r>
                        <a:rPr sz="1200"/>
                        <a:t>Sergio Perez</a:t>
                      </a:r>
                    </a:p>
                  </a:txBody>
                  <a:tcPr marT="38100" marB="38100"/>
                </a:tc>
                <a:tc>
                  <a:txBody>
                    <a:bodyPr/>
                    <a:lstStyle/>
                    <a:p>
                      <a:r>
                        <a:rPr sz="1200"/>
                        <a:t>0</a:t>
                      </a:r>
                    </a:p>
                  </a:txBody>
                  <a:tcPr marT="38100" marB="38100"/>
                </a:tc>
                <a:extLst>
                  <a:ext uri="{0D108BD9-81ED-4DB2-BD59-A6C34878D82A}">
                    <a16:rowId xmlns:a16="http://schemas.microsoft.com/office/drawing/2014/main" val="10008"/>
                  </a:ext>
                </a:extLst>
              </a:tr>
              <a:tr h="195942">
                <a:tc>
                  <a:txBody>
                    <a:bodyPr/>
                    <a:lstStyle/>
                    <a:p>
                      <a:r>
                        <a:rPr sz="1200"/>
                        <a:t>9</a:t>
                      </a:r>
                    </a:p>
                  </a:txBody>
                  <a:tcPr marT="38100" marB="38100"/>
                </a:tc>
                <a:tc>
                  <a:txBody>
                    <a:bodyPr/>
                    <a:lstStyle/>
                    <a:p>
                      <a:r>
                        <a:rPr sz="1200"/>
                        <a:t>Fernando Alonso</a:t>
                      </a:r>
                    </a:p>
                  </a:txBody>
                  <a:tcPr marT="38100" marB="38100"/>
                </a:tc>
                <a:tc>
                  <a:txBody>
                    <a:bodyPr/>
                    <a:lstStyle/>
                    <a:p>
                      <a:r>
                        <a:rPr sz="1200"/>
                        <a:t>Oscar Piastri</a:t>
                      </a:r>
                    </a:p>
                  </a:txBody>
                  <a:tcPr marT="38100" marB="38100"/>
                </a:tc>
                <a:tc>
                  <a:txBody>
                    <a:bodyPr/>
                    <a:lstStyle/>
                    <a:p>
                      <a:r>
                        <a:rPr sz="1200"/>
                        <a:t>25</a:t>
                      </a:r>
                    </a:p>
                  </a:txBody>
                  <a:tcPr marT="38100" marB="38100"/>
                </a:tc>
                <a:extLst>
                  <a:ext uri="{0D108BD9-81ED-4DB2-BD59-A6C34878D82A}">
                    <a16:rowId xmlns:a16="http://schemas.microsoft.com/office/drawing/2014/main" val="10009"/>
                  </a:ext>
                </a:extLst>
              </a:tr>
              <a:tr h="195942">
                <a:tc>
                  <a:txBody>
                    <a:bodyPr/>
                    <a:lstStyle/>
                    <a:p>
                      <a:r>
                        <a:rPr sz="1200"/>
                        <a:t>10</a:t>
                      </a:r>
                    </a:p>
                  </a:txBody>
                  <a:tcPr marT="38100" marB="38100"/>
                </a:tc>
                <a:tc>
                  <a:txBody>
                    <a:bodyPr/>
                    <a:lstStyle/>
                    <a:p>
                      <a:r>
                        <a:rPr sz="1200"/>
                        <a:t>Pierre Gasly</a:t>
                      </a:r>
                    </a:p>
                  </a:txBody>
                  <a:tcPr marT="38100" marB="38100"/>
                </a:tc>
                <a:tc>
                  <a:txBody>
                    <a:bodyPr/>
                    <a:lstStyle/>
                    <a:p>
                      <a:r>
                        <a:rPr sz="1200"/>
                        <a:t>Pierre Gasly</a:t>
                      </a:r>
                    </a:p>
                  </a:txBody>
                  <a:tcPr marT="38100" marB="38100"/>
                </a:tc>
                <a:tc>
                  <a:txBody>
                    <a:bodyPr/>
                    <a:lstStyle/>
                    <a:p>
                      <a:r>
                        <a:rPr sz="1200"/>
                        <a:t>4</a:t>
                      </a:r>
                    </a:p>
                  </a:txBody>
                  <a:tcPr marT="38100" marB="38100"/>
                </a:tc>
                <a:extLst>
                  <a:ext uri="{0D108BD9-81ED-4DB2-BD59-A6C34878D82A}">
                    <a16:rowId xmlns:a16="http://schemas.microsoft.com/office/drawing/2014/main" val="10010"/>
                  </a:ext>
                </a:extLst>
              </a:tr>
              <a:tr h="195942">
                <a:tc>
                  <a:txBody>
                    <a:bodyPr/>
                    <a:lstStyle/>
                    <a:p>
                      <a:r>
                        <a:rPr sz="1200"/>
                        <a:t>11</a:t>
                      </a:r>
                    </a:p>
                  </a:txBody>
                  <a:tcPr marT="38100" marB="38100"/>
                </a:tc>
                <a:tc>
                  <a:txBody>
                    <a:bodyPr/>
                    <a:lstStyle/>
                    <a:p>
                      <a:r>
                        <a:rPr sz="1200"/>
                        <a:t>Nico Hulkenberg</a:t>
                      </a:r>
                    </a:p>
                  </a:txBody>
                  <a:tcPr marT="38100" marB="38100"/>
                </a:tc>
                <a:tc>
                  <a:txBody>
                    <a:bodyPr/>
                    <a:lstStyle/>
                    <a:p>
                      <a:r>
                        <a:rPr sz="1200"/>
                        <a:t>Lance Stroll</a:t>
                      </a:r>
                    </a:p>
                  </a:txBody>
                  <a:tcPr marT="38100" marB="38100"/>
                </a:tc>
                <a:tc>
                  <a:txBody>
                    <a:bodyPr/>
                    <a:lstStyle/>
                    <a:p>
                      <a:r>
                        <a:rPr sz="1200"/>
                        <a:t>0</a:t>
                      </a:r>
                    </a:p>
                  </a:txBody>
                  <a:tcPr marT="38100" marB="38100"/>
                </a:tc>
                <a:extLst>
                  <a:ext uri="{0D108BD9-81ED-4DB2-BD59-A6C34878D82A}">
                    <a16:rowId xmlns:a16="http://schemas.microsoft.com/office/drawing/2014/main" val="10011"/>
                  </a:ext>
                </a:extLst>
              </a:tr>
              <a:tr h="195942">
                <a:tc>
                  <a:txBody>
                    <a:bodyPr/>
                    <a:lstStyle/>
                    <a:p>
                      <a:r>
                        <a:rPr sz="1200"/>
                        <a:t>12</a:t>
                      </a:r>
                    </a:p>
                  </a:txBody>
                  <a:tcPr marT="38100" marB="38100"/>
                </a:tc>
                <a:tc>
                  <a:txBody>
                    <a:bodyPr/>
                    <a:lstStyle/>
                    <a:p>
                      <a:r>
                        <a:rPr sz="1200"/>
                        <a:t>Yuki Tsunoda</a:t>
                      </a:r>
                    </a:p>
                  </a:txBody>
                  <a:tcPr marT="38100" marB="38100"/>
                </a:tc>
                <a:tc>
                  <a:txBody>
                    <a:bodyPr/>
                    <a:lstStyle/>
                    <a:p>
                      <a:r>
                        <a:rPr sz="1200"/>
                        <a:t>Yuki Tsunoda</a:t>
                      </a:r>
                    </a:p>
                  </a:txBody>
                  <a:tcPr marT="38100" marB="38100"/>
                </a:tc>
                <a:tc>
                  <a:txBody>
                    <a:bodyPr/>
                    <a:lstStyle/>
                    <a:p>
                      <a:r>
                        <a:rPr sz="1200"/>
                        <a:t>1</a:t>
                      </a:r>
                    </a:p>
                  </a:txBody>
                  <a:tcPr marT="38100" marB="38100"/>
                </a:tc>
                <a:extLst>
                  <a:ext uri="{0D108BD9-81ED-4DB2-BD59-A6C34878D82A}">
                    <a16:rowId xmlns:a16="http://schemas.microsoft.com/office/drawing/2014/main" val="10012"/>
                  </a:ext>
                </a:extLst>
              </a:tr>
              <a:tr h="195942">
                <a:tc>
                  <a:txBody>
                    <a:bodyPr/>
                    <a:lstStyle/>
                    <a:p>
                      <a:r>
                        <a:rPr sz="1200"/>
                        <a:t>13</a:t>
                      </a:r>
                    </a:p>
                  </a:txBody>
                  <a:tcPr marT="38100" marB="38100"/>
                </a:tc>
                <a:tc>
                  <a:txBody>
                    <a:bodyPr/>
                    <a:lstStyle/>
                    <a:p>
                      <a:r>
                        <a:rPr sz="1200"/>
                        <a:t>Lance Stroll</a:t>
                      </a:r>
                    </a:p>
                  </a:txBody>
                  <a:tcPr marT="38100" marB="38100"/>
                </a:tc>
                <a:tc>
                  <a:txBody>
                    <a:bodyPr/>
                    <a:lstStyle/>
                    <a:p>
                      <a:r>
                        <a:rPr sz="1200"/>
                        <a:t>Esteban Ocon</a:t>
                      </a:r>
                    </a:p>
                  </a:txBody>
                  <a:tcPr marT="38100" marB="38100"/>
                </a:tc>
                <a:tc>
                  <a:txBody>
                    <a:bodyPr/>
                    <a:lstStyle/>
                    <a:p>
                      <a:r>
                        <a:rPr sz="1200"/>
                        <a:t>1</a:t>
                      </a:r>
                    </a:p>
                  </a:txBody>
                  <a:tcPr marT="38100" marB="38100"/>
                </a:tc>
                <a:extLst>
                  <a:ext uri="{0D108BD9-81ED-4DB2-BD59-A6C34878D82A}">
                    <a16:rowId xmlns:a16="http://schemas.microsoft.com/office/drawing/2014/main" val="10013"/>
                  </a:ext>
                </a:extLst>
              </a:tr>
              <a:tr h="195942">
                <a:tc>
                  <a:txBody>
                    <a:bodyPr/>
                    <a:lstStyle/>
                    <a:p>
                      <a:r>
                        <a:rPr sz="1200"/>
                        <a:t>14</a:t>
                      </a:r>
                    </a:p>
                  </a:txBody>
                  <a:tcPr marT="38100" marB="38100"/>
                </a:tc>
                <a:tc>
                  <a:txBody>
                    <a:bodyPr/>
                    <a:lstStyle/>
                    <a:p>
                      <a:r>
                        <a:rPr sz="1200"/>
                        <a:t>Esteban Ocon</a:t>
                      </a:r>
                    </a:p>
                  </a:txBody>
                  <a:tcPr marT="38100" marB="38100"/>
                </a:tc>
                <a:tc>
                  <a:txBody>
                    <a:bodyPr/>
                    <a:lstStyle/>
                    <a:p>
                      <a:r>
                        <a:rPr sz="1200"/>
                        <a:t>Daniel Ricciardo</a:t>
                      </a:r>
                    </a:p>
                  </a:txBody>
                  <a:tcPr marT="38100" marB="38100"/>
                </a:tc>
                <a:tc>
                  <a:txBody>
                    <a:bodyPr/>
                    <a:lstStyle/>
                    <a:p>
                      <a:r>
                        <a:rPr sz="1200"/>
                        <a:t>0</a:t>
                      </a:r>
                    </a:p>
                  </a:txBody>
                  <a:tcPr marT="38100" marB="38100"/>
                </a:tc>
                <a:extLst>
                  <a:ext uri="{0D108BD9-81ED-4DB2-BD59-A6C34878D82A}">
                    <a16:rowId xmlns:a16="http://schemas.microsoft.com/office/drawing/2014/main" val="10014"/>
                  </a:ext>
                </a:extLst>
              </a:tr>
              <a:tr h="195942">
                <a:tc>
                  <a:txBody>
                    <a:bodyPr/>
                    <a:lstStyle/>
                    <a:p>
                      <a:r>
                        <a:rPr sz="1200"/>
                        <a:t>15</a:t>
                      </a:r>
                    </a:p>
                  </a:txBody>
                  <a:tcPr marT="38100" marB="38100"/>
                </a:tc>
                <a:tc>
                  <a:txBody>
                    <a:bodyPr/>
                    <a:lstStyle/>
                    <a:p>
                      <a:r>
                        <a:rPr sz="1200"/>
                        <a:t>Kevin Magnussen</a:t>
                      </a:r>
                    </a:p>
                  </a:txBody>
                  <a:tcPr marT="38100" marB="38100"/>
                </a:tc>
                <a:tc>
                  <a:txBody>
                    <a:bodyPr/>
                    <a:lstStyle/>
                    <a:p>
                      <a:r>
                        <a:rPr sz="1200"/>
                        <a:t>Alexander Albon</a:t>
                      </a:r>
                    </a:p>
                  </a:txBody>
                  <a:tcPr marT="38100" marB="38100"/>
                </a:tc>
                <a:tc>
                  <a:txBody>
                    <a:bodyPr/>
                    <a:lstStyle/>
                    <a:p>
                      <a:r>
                        <a:rPr sz="1200"/>
                        <a:t>16</a:t>
                      </a:r>
                    </a:p>
                  </a:txBody>
                  <a:tcPr marT="38100" marB="38100"/>
                </a:tc>
                <a:extLst>
                  <a:ext uri="{0D108BD9-81ED-4DB2-BD59-A6C34878D82A}">
                    <a16:rowId xmlns:a16="http://schemas.microsoft.com/office/drawing/2014/main" val="10015"/>
                  </a:ext>
                </a:extLst>
              </a:tr>
              <a:tr h="195942">
                <a:tc>
                  <a:txBody>
                    <a:bodyPr/>
                    <a:lstStyle/>
                    <a:p>
                      <a:r>
                        <a:rPr sz="1200"/>
                        <a:t>16</a:t>
                      </a:r>
                    </a:p>
                  </a:txBody>
                  <a:tcPr marT="38100" marB="38100"/>
                </a:tc>
                <a:tc>
                  <a:txBody>
                    <a:bodyPr/>
                    <a:lstStyle/>
                    <a:p>
                      <a:r>
                        <a:rPr sz="1200"/>
                        <a:t>Alexander Albon</a:t>
                      </a:r>
                    </a:p>
                  </a:txBody>
                  <a:tcPr marT="38100" marB="38100"/>
                </a:tc>
                <a:tc>
                  <a:txBody>
                    <a:bodyPr/>
                    <a:lstStyle/>
                    <a:p>
                      <a:r>
                        <a:rPr sz="1200"/>
                        <a:t>Valtteri Bottas</a:t>
                      </a:r>
                    </a:p>
                  </a:txBody>
                  <a:tcPr marT="38100" marB="38100"/>
                </a:tc>
                <a:tc>
                  <a:txBody>
                    <a:bodyPr/>
                    <a:lstStyle/>
                    <a:p>
                      <a:r>
                        <a:rPr sz="1200"/>
                        <a:t>36</a:t>
                      </a:r>
                    </a:p>
                  </a:txBody>
                  <a:tcPr marT="38100" marB="38100"/>
                </a:tc>
                <a:extLst>
                  <a:ext uri="{0D108BD9-81ED-4DB2-BD59-A6C34878D82A}">
                    <a16:rowId xmlns:a16="http://schemas.microsoft.com/office/drawing/2014/main" val="10016"/>
                  </a:ext>
                </a:extLst>
              </a:tr>
              <a:tr h="195942">
                <a:tc>
                  <a:txBody>
                    <a:bodyPr/>
                    <a:lstStyle/>
                    <a:p>
                      <a:r>
                        <a:rPr sz="1200"/>
                        <a:t>17</a:t>
                      </a:r>
                    </a:p>
                  </a:txBody>
                  <a:tcPr marT="38100" marB="38100"/>
                </a:tc>
                <a:tc>
                  <a:txBody>
                    <a:bodyPr/>
                    <a:lstStyle/>
                    <a:p>
                      <a:r>
                        <a:rPr sz="1200"/>
                        <a:t>Daniel Ricciardo</a:t>
                      </a:r>
                    </a:p>
                  </a:txBody>
                  <a:tcPr marT="38100" marB="38100"/>
                </a:tc>
                <a:tc>
                  <a:txBody>
                    <a:bodyPr/>
                    <a:lstStyle/>
                    <a:p>
                      <a:r>
                        <a:rPr sz="1200"/>
                        <a:t>Nico Hulkenberg</a:t>
                      </a:r>
                    </a:p>
                  </a:txBody>
                  <a:tcPr marT="38100" marB="38100"/>
                </a:tc>
                <a:tc>
                  <a:txBody>
                    <a:bodyPr/>
                    <a:lstStyle/>
                    <a:p>
                      <a:r>
                        <a:rPr sz="1200"/>
                        <a:t>9</a:t>
                      </a:r>
                    </a:p>
                  </a:txBody>
                  <a:tcPr marT="38100" marB="38100"/>
                </a:tc>
                <a:extLst>
                  <a:ext uri="{0D108BD9-81ED-4DB2-BD59-A6C34878D82A}">
                    <a16:rowId xmlns:a16="http://schemas.microsoft.com/office/drawing/2014/main" val="10017"/>
                  </a:ext>
                </a:extLst>
              </a:tr>
              <a:tr h="195942">
                <a:tc>
                  <a:txBody>
                    <a:bodyPr/>
                    <a:lstStyle/>
                    <a:p>
                      <a:r>
                        <a:rPr sz="1200"/>
                        <a:t>18</a:t>
                      </a:r>
                    </a:p>
                  </a:txBody>
                  <a:tcPr marT="38100" marB="38100"/>
                </a:tc>
                <a:tc>
                  <a:txBody>
                    <a:bodyPr/>
                    <a:lstStyle/>
                    <a:p>
                      <a:r>
                        <a:rPr sz="1200"/>
                        <a:t>Zhou Guanyu</a:t>
                      </a:r>
                    </a:p>
                  </a:txBody>
                  <a:tcPr marT="38100" marB="38100"/>
                </a:tc>
                <a:tc>
                  <a:txBody>
                    <a:bodyPr/>
                    <a:lstStyle/>
                    <a:p>
                      <a:r>
                        <a:rPr sz="1200"/>
                        <a:t>Zhou Guanyu</a:t>
                      </a:r>
                    </a:p>
                  </a:txBody>
                  <a:tcPr marT="38100" marB="38100"/>
                </a:tc>
                <a:tc>
                  <a:txBody>
                    <a:bodyPr/>
                    <a:lstStyle/>
                    <a:p>
                      <a:r>
                        <a:rPr sz="1200"/>
                        <a:t>0</a:t>
                      </a:r>
                    </a:p>
                  </a:txBody>
                  <a:tcPr marT="38100" marB="38100"/>
                </a:tc>
                <a:extLst>
                  <a:ext uri="{0D108BD9-81ED-4DB2-BD59-A6C34878D82A}">
                    <a16:rowId xmlns:a16="http://schemas.microsoft.com/office/drawing/2014/main" val="10018"/>
                  </a:ext>
                </a:extLst>
              </a:tr>
              <a:tr h="195942">
                <a:tc>
                  <a:txBody>
                    <a:bodyPr/>
                    <a:lstStyle/>
                    <a:p>
                      <a:r>
                        <a:rPr sz="1200"/>
                        <a:t>19</a:t>
                      </a:r>
                    </a:p>
                  </a:txBody>
                  <a:tcPr marT="38100" marB="38100"/>
                </a:tc>
                <a:tc>
                  <a:txBody>
                    <a:bodyPr/>
                    <a:lstStyle/>
                    <a:p>
                      <a:r>
                        <a:rPr sz="1200"/>
                        <a:t>Logan Sargeant</a:t>
                      </a:r>
                    </a:p>
                  </a:txBody>
                  <a:tcPr marT="38100" marB="38100"/>
                </a:tc>
                <a:tc>
                  <a:txBody>
                    <a:bodyPr/>
                    <a:lstStyle/>
                    <a:p>
                      <a:r>
                        <a:rPr sz="1200"/>
                        <a:t>Logan Sargeant</a:t>
                      </a:r>
                    </a:p>
                  </a:txBody>
                  <a:tcPr marT="38100" marB="38100"/>
                </a:tc>
                <a:tc>
                  <a:txBody>
                    <a:bodyPr/>
                    <a:lstStyle/>
                    <a:p>
                      <a:r>
                        <a:rPr sz="1200"/>
                        <a:t>25</a:t>
                      </a:r>
                    </a:p>
                  </a:txBody>
                  <a:tcPr marT="38100" marB="38100"/>
                </a:tc>
                <a:extLst>
                  <a:ext uri="{0D108BD9-81ED-4DB2-BD59-A6C34878D82A}">
                    <a16:rowId xmlns:a16="http://schemas.microsoft.com/office/drawing/2014/main" val="10019"/>
                  </a:ext>
                </a:extLst>
              </a:tr>
              <a:tr h="195960">
                <a:tc>
                  <a:txBody>
                    <a:bodyPr/>
                    <a:lstStyle/>
                    <a:p>
                      <a:r>
                        <a:rPr sz="1200"/>
                        <a:t>20</a:t>
                      </a:r>
                    </a:p>
                  </a:txBody>
                  <a:tcPr marT="38100" marB="38100"/>
                </a:tc>
                <a:tc>
                  <a:txBody>
                    <a:bodyPr/>
                    <a:lstStyle/>
                    <a:p>
                      <a:r>
                        <a:rPr sz="1200"/>
                        <a:t>Valtteri Bottas</a:t>
                      </a:r>
                    </a:p>
                  </a:txBody>
                  <a:tcPr marT="38100" marB="38100"/>
                </a:tc>
                <a:tc>
                  <a:txBody>
                    <a:bodyPr/>
                    <a:lstStyle/>
                    <a:p>
                      <a:r>
                        <a:rPr sz="1200"/>
                        <a:t>Kevin Magnussen</a:t>
                      </a:r>
                    </a:p>
                  </a:txBody>
                  <a:tcPr marT="38100" marB="38100"/>
                </a:tc>
                <a:tc>
                  <a:txBody>
                    <a:bodyPr/>
                    <a:lstStyle/>
                    <a:p>
                      <a:r>
                        <a:rPr sz="1200"/>
                        <a:t>0</a:t>
                      </a:r>
                    </a:p>
                  </a:txBody>
                  <a:tcPr marT="38100" marB="38100"/>
                </a:tc>
                <a:extLst>
                  <a:ext uri="{0D108BD9-81ED-4DB2-BD59-A6C34878D82A}">
                    <a16:rowId xmlns:a16="http://schemas.microsoft.com/office/drawing/2014/main" val="10020"/>
                  </a:ext>
                </a:extLst>
              </a:tr>
            </a:tbl>
          </a:graphicData>
        </a:graphic>
      </p:graphicFrame>
      <p:sp>
        <p:nvSpPr>
          <p:cNvPr id="3" name="Rounded Rectangle 2"/>
          <p:cNvSpPr/>
          <p:nvPr/>
        </p:nvSpPr>
        <p:spPr>
          <a:xfrm>
            <a:off x="8290560" y="3291840"/>
            <a:ext cx="1950720" cy="822960"/>
          </a:xfrm>
          <a:prstGeom prst="round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r>
              <a:t>Diffs = 134
Score:
160</a:t>
            </a:r>
          </a:p>
        </p:txBody>
      </p:sp>
      <p:sp>
        <p:nvSpPr>
          <p:cNvPr id="4" name="Rectangle 3"/>
          <p:cNvSpPr/>
          <p:nvPr/>
        </p:nvSpPr>
        <p:spPr>
          <a:xfrm>
            <a:off x="0" y="0"/>
            <a:ext cx="12192000" cy="82296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Driver's - Jarek</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14400" y="914400"/>
          <a:ext cx="5852160" cy="544068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195942">
                <a:tc>
                  <a:txBody>
                    <a:bodyPr/>
                    <a:lstStyle/>
                    <a:p>
                      <a:r>
                        <a:rPr sz="1200"/>
                        <a:t>Position</a:t>
                      </a:r>
                    </a:p>
                  </a:txBody>
                  <a:tcPr marT="38100" marB="38100"/>
                </a:tc>
                <a:tc>
                  <a:txBody>
                    <a:bodyPr/>
                    <a:lstStyle/>
                    <a:p>
                      <a:r>
                        <a:rPr sz="1200"/>
                        <a:t>Actual Driver</a:t>
                      </a:r>
                    </a:p>
                  </a:txBody>
                  <a:tcPr marT="38100" marB="38100"/>
                </a:tc>
                <a:tc>
                  <a:txBody>
                    <a:bodyPr/>
                    <a:lstStyle/>
                    <a:p>
                      <a:r>
                        <a:rPr sz="1200"/>
                        <a:t>Predicted Driver</a:t>
                      </a:r>
                    </a:p>
                  </a:txBody>
                  <a:tcPr marT="38100" marB="38100"/>
                </a:tc>
                <a:tc>
                  <a:txBody>
                    <a:bodyPr/>
                    <a:lstStyle/>
                    <a:p>
                      <a:r>
                        <a:rPr sz="1200"/>
                        <a:t>Diff Squared</a:t>
                      </a:r>
                    </a:p>
                  </a:txBody>
                  <a:tcPr marT="38100" marB="38100"/>
                </a:tc>
                <a:extLst>
                  <a:ext uri="{0D108BD9-81ED-4DB2-BD59-A6C34878D82A}">
                    <a16:rowId xmlns:a16="http://schemas.microsoft.com/office/drawing/2014/main" val="10000"/>
                  </a:ext>
                </a:extLst>
              </a:tr>
              <a:tr h="195942">
                <a:tc>
                  <a:txBody>
                    <a:bodyPr/>
                    <a:lstStyle/>
                    <a:p>
                      <a:r>
                        <a:rPr sz="1200"/>
                        <a:t>1</a:t>
                      </a:r>
                    </a:p>
                  </a:txBody>
                  <a:tcPr marT="38100" marB="38100"/>
                </a:tc>
                <a:tc>
                  <a:txBody>
                    <a:bodyPr/>
                    <a:lstStyle/>
                    <a:p>
                      <a:r>
                        <a:rPr sz="1200"/>
                        <a:t>Max Verstappen</a:t>
                      </a:r>
                    </a:p>
                  </a:txBody>
                  <a:tcPr marT="38100" marB="38100"/>
                </a:tc>
                <a:tc>
                  <a:txBody>
                    <a:bodyPr/>
                    <a:lstStyle/>
                    <a:p>
                      <a:r>
                        <a:rPr sz="1200"/>
                        <a:t>Max Verstappen</a:t>
                      </a:r>
                    </a:p>
                  </a:txBody>
                  <a:tcPr marT="38100" marB="38100"/>
                </a:tc>
                <a:tc>
                  <a:txBody>
                    <a:bodyPr/>
                    <a:lstStyle/>
                    <a:p>
                      <a:r>
                        <a:rPr sz="1200"/>
                        <a:t>0</a:t>
                      </a:r>
                    </a:p>
                  </a:txBody>
                  <a:tcPr marT="38100" marB="38100"/>
                </a:tc>
                <a:extLst>
                  <a:ext uri="{0D108BD9-81ED-4DB2-BD59-A6C34878D82A}">
                    <a16:rowId xmlns:a16="http://schemas.microsoft.com/office/drawing/2014/main" val="10001"/>
                  </a:ext>
                </a:extLst>
              </a:tr>
              <a:tr h="195942">
                <a:tc>
                  <a:txBody>
                    <a:bodyPr/>
                    <a:lstStyle/>
                    <a:p>
                      <a:r>
                        <a:rPr sz="1200"/>
                        <a:t>2</a:t>
                      </a:r>
                    </a:p>
                  </a:txBody>
                  <a:tcPr marT="38100" marB="38100"/>
                </a:tc>
                <a:tc>
                  <a:txBody>
                    <a:bodyPr/>
                    <a:lstStyle/>
                    <a:p>
                      <a:r>
                        <a:rPr sz="1200"/>
                        <a:t>Lando Norris</a:t>
                      </a:r>
                    </a:p>
                  </a:txBody>
                  <a:tcPr marT="38100" marB="38100"/>
                </a:tc>
                <a:tc>
                  <a:txBody>
                    <a:bodyPr/>
                    <a:lstStyle/>
                    <a:p>
                      <a:r>
                        <a:rPr sz="1200"/>
                        <a:t>Sergio Perez</a:t>
                      </a:r>
                    </a:p>
                  </a:txBody>
                  <a:tcPr marT="38100" marB="38100"/>
                </a:tc>
                <a:tc>
                  <a:txBody>
                    <a:bodyPr/>
                    <a:lstStyle/>
                    <a:p>
                      <a:r>
                        <a:rPr sz="1200"/>
                        <a:t>36</a:t>
                      </a:r>
                    </a:p>
                  </a:txBody>
                  <a:tcPr marT="38100" marB="38100"/>
                </a:tc>
                <a:extLst>
                  <a:ext uri="{0D108BD9-81ED-4DB2-BD59-A6C34878D82A}">
                    <a16:rowId xmlns:a16="http://schemas.microsoft.com/office/drawing/2014/main" val="10002"/>
                  </a:ext>
                </a:extLst>
              </a:tr>
              <a:tr h="195942">
                <a:tc>
                  <a:txBody>
                    <a:bodyPr/>
                    <a:lstStyle/>
                    <a:p>
                      <a:r>
                        <a:rPr sz="1200"/>
                        <a:t>3</a:t>
                      </a:r>
                    </a:p>
                  </a:txBody>
                  <a:tcPr marT="38100" marB="38100"/>
                </a:tc>
                <a:tc>
                  <a:txBody>
                    <a:bodyPr/>
                    <a:lstStyle/>
                    <a:p>
                      <a:r>
                        <a:rPr sz="1200"/>
                        <a:t>Charles Leclerc</a:t>
                      </a:r>
                    </a:p>
                  </a:txBody>
                  <a:tcPr marT="38100" marB="38100"/>
                </a:tc>
                <a:tc>
                  <a:txBody>
                    <a:bodyPr/>
                    <a:lstStyle/>
                    <a:p>
                      <a:r>
                        <a:rPr sz="1200"/>
                        <a:t>Lewis Hamilton</a:t>
                      </a:r>
                    </a:p>
                  </a:txBody>
                  <a:tcPr marT="38100" marB="38100"/>
                </a:tc>
                <a:tc>
                  <a:txBody>
                    <a:bodyPr/>
                    <a:lstStyle/>
                    <a:p>
                      <a:r>
                        <a:rPr sz="1200"/>
                        <a:t>16</a:t>
                      </a:r>
                    </a:p>
                  </a:txBody>
                  <a:tcPr marT="38100" marB="38100"/>
                </a:tc>
                <a:extLst>
                  <a:ext uri="{0D108BD9-81ED-4DB2-BD59-A6C34878D82A}">
                    <a16:rowId xmlns:a16="http://schemas.microsoft.com/office/drawing/2014/main" val="10003"/>
                  </a:ext>
                </a:extLst>
              </a:tr>
              <a:tr h="195942">
                <a:tc>
                  <a:txBody>
                    <a:bodyPr/>
                    <a:lstStyle/>
                    <a:p>
                      <a:r>
                        <a:rPr sz="1200"/>
                        <a:t>4</a:t>
                      </a:r>
                    </a:p>
                  </a:txBody>
                  <a:tcPr marT="38100" marB="38100"/>
                </a:tc>
                <a:tc>
                  <a:txBody>
                    <a:bodyPr/>
                    <a:lstStyle/>
                    <a:p>
                      <a:r>
                        <a:rPr sz="1200"/>
                        <a:t>Oscar Piastri</a:t>
                      </a:r>
                    </a:p>
                  </a:txBody>
                  <a:tcPr marT="38100" marB="38100"/>
                </a:tc>
                <a:tc>
                  <a:txBody>
                    <a:bodyPr/>
                    <a:lstStyle/>
                    <a:p>
                      <a:r>
                        <a:rPr sz="1200"/>
                        <a:t>Charles Leclerc</a:t>
                      </a:r>
                    </a:p>
                  </a:txBody>
                  <a:tcPr marT="38100" marB="38100"/>
                </a:tc>
                <a:tc>
                  <a:txBody>
                    <a:bodyPr/>
                    <a:lstStyle/>
                    <a:p>
                      <a:r>
                        <a:rPr sz="1200"/>
                        <a:t>4</a:t>
                      </a:r>
                    </a:p>
                  </a:txBody>
                  <a:tcPr marT="38100" marB="38100"/>
                </a:tc>
                <a:extLst>
                  <a:ext uri="{0D108BD9-81ED-4DB2-BD59-A6C34878D82A}">
                    <a16:rowId xmlns:a16="http://schemas.microsoft.com/office/drawing/2014/main" val="10004"/>
                  </a:ext>
                </a:extLst>
              </a:tr>
              <a:tr h="195942">
                <a:tc>
                  <a:txBody>
                    <a:bodyPr/>
                    <a:lstStyle/>
                    <a:p>
                      <a:r>
                        <a:rPr sz="1200"/>
                        <a:t>5</a:t>
                      </a:r>
                    </a:p>
                  </a:txBody>
                  <a:tcPr marT="38100" marB="38100"/>
                </a:tc>
                <a:tc>
                  <a:txBody>
                    <a:bodyPr/>
                    <a:lstStyle/>
                    <a:p>
                      <a:r>
                        <a:rPr sz="1200"/>
                        <a:t>Carlos Sainz</a:t>
                      </a:r>
                    </a:p>
                  </a:txBody>
                  <a:tcPr marT="38100" marB="38100"/>
                </a:tc>
                <a:tc>
                  <a:txBody>
                    <a:bodyPr/>
                    <a:lstStyle/>
                    <a:p>
                      <a:r>
                        <a:rPr sz="1200"/>
                        <a:t>George Russell</a:t>
                      </a:r>
                    </a:p>
                  </a:txBody>
                  <a:tcPr marT="38100" marB="38100"/>
                </a:tc>
                <a:tc>
                  <a:txBody>
                    <a:bodyPr/>
                    <a:lstStyle/>
                    <a:p>
                      <a:r>
                        <a:rPr sz="1200"/>
                        <a:t>1</a:t>
                      </a:r>
                    </a:p>
                  </a:txBody>
                  <a:tcPr marT="38100" marB="38100"/>
                </a:tc>
                <a:extLst>
                  <a:ext uri="{0D108BD9-81ED-4DB2-BD59-A6C34878D82A}">
                    <a16:rowId xmlns:a16="http://schemas.microsoft.com/office/drawing/2014/main" val="10005"/>
                  </a:ext>
                </a:extLst>
              </a:tr>
              <a:tr h="195942">
                <a:tc>
                  <a:txBody>
                    <a:bodyPr/>
                    <a:lstStyle/>
                    <a:p>
                      <a:r>
                        <a:rPr sz="1200"/>
                        <a:t>6</a:t>
                      </a:r>
                    </a:p>
                  </a:txBody>
                  <a:tcPr marT="38100" marB="38100"/>
                </a:tc>
                <a:tc>
                  <a:txBody>
                    <a:bodyPr/>
                    <a:lstStyle/>
                    <a:p>
                      <a:r>
                        <a:rPr sz="1200"/>
                        <a:t>George Russell</a:t>
                      </a:r>
                    </a:p>
                  </a:txBody>
                  <a:tcPr marT="38100" marB="38100"/>
                </a:tc>
                <a:tc>
                  <a:txBody>
                    <a:bodyPr/>
                    <a:lstStyle/>
                    <a:p>
                      <a:r>
                        <a:rPr sz="1200"/>
                        <a:t>Carlos Sainz</a:t>
                      </a:r>
                    </a:p>
                  </a:txBody>
                  <a:tcPr marT="38100" marB="38100"/>
                </a:tc>
                <a:tc>
                  <a:txBody>
                    <a:bodyPr/>
                    <a:lstStyle/>
                    <a:p>
                      <a:r>
                        <a:rPr sz="1200"/>
                        <a:t>36</a:t>
                      </a:r>
                    </a:p>
                  </a:txBody>
                  <a:tcPr marT="38100" marB="38100"/>
                </a:tc>
                <a:extLst>
                  <a:ext uri="{0D108BD9-81ED-4DB2-BD59-A6C34878D82A}">
                    <a16:rowId xmlns:a16="http://schemas.microsoft.com/office/drawing/2014/main" val="10006"/>
                  </a:ext>
                </a:extLst>
              </a:tr>
              <a:tr h="195942">
                <a:tc>
                  <a:txBody>
                    <a:bodyPr/>
                    <a:lstStyle/>
                    <a:p>
                      <a:r>
                        <a:rPr sz="1200"/>
                        <a:t>7</a:t>
                      </a:r>
                    </a:p>
                  </a:txBody>
                  <a:tcPr marT="38100" marB="38100"/>
                </a:tc>
                <a:tc>
                  <a:txBody>
                    <a:bodyPr/>
                    <a:lstStyle/>
                    <a:p>
                      <a:r>
                        <a:rPr sz="1200"/>
                        <a:t>Lewis Hamilton</a:t>
                      </a:r>
                    </a:p>
                  </a:txBody>
                  <a:tcPr marT="38100" marB="38100"/>
                </a:tc>
                <a:tc>
                  <a:txBody>
                    <a:bodyPr/>
                    <a:lstStyle/>
                    <a:p>
                      <a:r>
                        <a:rPr sz="1200"/>
                        <a:t>Fernando Alonso</a:t>
                      </a:r>
                    </a:p>
                  </a:txBody>
                  <a:tcPr marT="38100" marB="38100"/>
                </a:tc>
                <a:tc>
                  <a:txBody>
                    <a:bodyPr/>
                    <a:lstStyle/>
                    <a:p>
                      <a:r>
                        <a:rPr sz="1200"/>
                        <a:t>1</a:t>
                      </a:r>
                    </a:p>
                  </a:txBody>
                  <a:tcPr marT="38100" marB="38100"/>
                </a:tc>
                <a:extLst>
                  <a:ext uri="{0D108BD9-81ED-4DB2-BD59-A6C34878D82A}">
                    <a16:rowId xmlns:a16="http://schemas.microsoft.com/office/drawing/2014/main" val="10007"/>
                  </a:ext>
                </a:extLst>
              </a:tr>
              <a:tr h="195942">
                <a:tc>
                  <a:txBody>
                    <a:bodyPr/>
                    <a:lstStyle/>
                    <a:p>
                      <a:r>
                        <a:rPr sz="1200"/>
                        <a:t>8</a:t>
                      </a:r>
                    </a:p>
                  </a:txBody>
                  <a:tcPr marT="38100" marB="38100"/>
                </a:tc>
                <a:tc>
                  <a:txBody>
                    <a:bodyPr/>
                    <a:lstStyle/>
                    <a:p>
                      <a:r>
                        <a:rPr sz="1200"/>
                        <a:t>Sergio Perez</a:t>
                      </a:r>
                    </a:p>
                  </a:txBody>
                  <a:tcPr marT="38100" marB="38100"/>
                </a:tc>
                <a:tc>
                  <a:txBody>
                    <a:bodyPr/>
                    <a:lstStyle/>
                    <a:p>
                      <a:r>
                        <a:rPr sz="1200"/>
                        <a:t>Lando Norris</a:t>
                      </a:r>
                    </a:p>
                  </a:txBody>
                  <a:tcPr marT="38100" marB="38100"/>
                </a:tc>
                <a:tc>
                  <a:txBody>
                    <a:bodyPr/>
                    <a:lstStyle/>
                    <a:p>
                      <a:r>
                        <a:rPr sz="1200"/>
                        <a:t>1</a:t>
                      </a:r>
                    </a:p>
                  </a:txBody>
                  <a:tcPr marT="38100" marB="38100"/>
                </a:tc>
                <a:extLst>
                  <a:ext uri="{0D108BD9-81ED-4DB2-BD59-A6C34878D82A}">
                    <a16:rowId xmlns:a16="http://schemas.microsoft.com/office/drawing/2014/main" val="10008"/>
                  </a:ext>
                </a:extLst>
              </a:tr>
              <a:tr h="195942">
                <a:tc>
                  <a:txBody>
                    <a:bodyPr/>
                    <a:lstStyle/>
                    <a:p>
                      <a:r>
                        <a:rPr sz="1200"/>
                        <a:t>9</a:t>
                      </a:r>
                    </a:p>
                  </a:txBody>
                  <a:tcPr marT="38100" marB="38100"/>
                </a:tc>
                <a:tc>
                  <a:txBody>
                    <a:bodyPr/>
                    <a:lstStyle/>
                    <a:p>
                      <a:r>
                        <a:rPr sz="1200"/>
                        <a:t>Fernando Alonso</a:t>
                      </a:r>
                    </a:p>
                  </a:txBody>
                  <a:tcPr marT="38100" marB="38100"/>
                </a:tc>
                <a:tc>
                  <a:txBody>
                    <a:bodyPr/>
                    <a:lstStyle/>
                    <a:p>
                      <a:r>
                        <a:rPr sz="1200"/>
                        <a:t>Oscar Piastri</a:t>
                      </a:r>
                    </a:p>
                  </a:txBody>
                  <a:tcPr marT="38100" marB="38100"/>
                </a:tc>
                <a:tc>
                  <a:txBody>
                    <a:bodyPr/>
                    <a:lstStyle/>
                    <a:p>
                      <a:r>
                        <a:rPr sz="1200"/>
                        <a:t>25</a:t>
                      </a:r>
                    </a:p>
                  </a:txBody>
                  <a:tcPr marT="38100" marB="38100"/>
                </a:tc>
                <a:extLst>
                  <a:ext uri="{0D108BD9-81ED-4DB2-BD59-A6C34878D82A}">
                    <a16:rowId xmlns:a16="http://schemas.microsoft.com/office/drawing/2014/main" val="10009"/>
                  </a:ext>
                </a:extLst>
              </a:tr>
              <a:tr h="195942">
                <a:tc>
                  <a:txBody>
                    <a:bodyPr/>
                    <a:lstStyle/>
                    <a:p>
                      <a:r>
                        <a:rPr sz="1200"/>
                        <a:t>10</a:t>
                      </a:r>
                    </a:p>
                  </a:txBody>
                  <a:tcPr marT="38100" marB="38100"/>
                </a:tc>
                <a:tc>
                  <a:txBody>
                    <a:bodyPr/>
                    <a:lstStyle/>
                    <a:p>
                      <a:r>
                        <a:rPr sz="1200"/>
                        <a:t>Pierre Gasly</a:t>
                      </a:r>
                    </a:p>
                  </a:txBody>
                  <a:tcPr marT="38100" marB="38100"/>
                </a:tc>
                <a:tc>
                  <a:txBody>
                    <a:bodyPr/>
                    <a:lstStyle/>
                    <a:p>
                      <a:r>
                        <a:rPr sz="1200"/>
                        <a:t>Lance Stroll</a:t>
                      </a:r>
                    </a:p>
                  </a:txBody>
                  <a:tcPr marT="38100" marB="38100"/>
                </a:tc>
                <a:tc>
                  <a:txBody>
                    <a:bodyPr/>
                    <a:lstStyle/>
                    <a:p>
                      <a:r>
                        <a:rPr sz="1200"/>
                        <a:t>9</a:t>
                      </a:r>
                    </a:p>
                  </a:txBody>
                  <a:tcPr marT="38100" marB="38100"/>
                </a:tc>
                <a:extLst>
                  <a:ext uri="{0D108BD9-81ED-4DB2-BD59-A6C34878D82A}">
                    <a16:rowId xmlns:a16="http://schemas.microsoft.com/office/drawing/2014/main" val="10010"/>
                  </a:ext>
                </a:extLst>
              </a:tr>
              <a:tr h="195942">
                <a:tc>
                  <a:txBody>
                    <a:bodyPr/>
                    <a:lstStyle/>
                    <a:p>
                      <a:r>
                        <a:rPr sz="1200"/>
                        <a:t>11</a:t>
                      </a:r>
                    </a:p>
                  </a:txBody>
                  <a:tcPr marT="38100" marB="38100"/>
                </a:tc>
                <a:tc>
                  <a:txBody>
                    <a:bodyPr/>
                    <a:lstStyle/>
                    <a:p>
                      <a:r>
                        <a:rPr sz="1200"/>
                        <a:t>Nico Hulkenberg</a:t>
                      </a:r>
                    </a:p>
                  </a:txBody>
                  <a:tcPr marT="38100" marB="38100"/>
                </a:tc>
                <a:tc>
                  <a:txBody>
                    <a:bodyPr/>
                    <a:lstStyle/>
                    <a:p>
                      <a:r>
                        <a:rPr sz="1200"/>
                        <a:t>Pierre Gasly</a:t>
                      </a:r>
                    </a:p>
                  </a:txBody>
                  <a:tcPr marT="38100" marB="38100"/>
                </a:tc>
                <a:tc>
                  <a:txBody>
                    <a:bodyPr/>
                    <a:lstStyle/>
                    <a:p>
                      <a:r>
                        <a:rPr sz="1200"/>
                        <a:t>1</a:t>
                      </a:r>
                    </a:p>
                  </a:txBody>
                  <a:tcPr marT="38100" marB="38100"/>
                </a:tc>
                <a:extLst>
                  <a:ext uri="{0D108BD9-81ED-4DB2-BD59-A6C34878D82A}">
                    <a16:rowId xmlns:a16="http://schemas.microsoft.com/office/drawing/2014/main" val="10011"/>
                  </a:ext>
                </a:extLst>
              </a:tr>
              <a:tr h="195942">
                <a:tc>
                  <a:txBody>
                    <a:bodyPr/>
                    <a:lstStyle/>
                    <a:p>
                      <a:r>
                        <a:rPr sz="1200"/>
                        <a:t>12</a:t>
                      </a:r>
                    </a:p>
                  </a:txBody>
                  <a:tcPr marT="38100" marB="38100"/>
                </a:tc>
                <a:tc>
                  <a:txBody>
                    <a:bodyPr/>
                    <a:lstStyle/>
                    <a:p>
                      <a:r>
                        <a:rPr sz="1200"/>
                        <a:t>Yuki Tsunoda</a:t>
                      </a:r>
                    </a:p>
                  </a:txBody>
                  <a:tcPr marT="38100" marB="38100"/>
                </a:tc>
                <a:tc>
                  <a:txBody>
                    <a:bodyPr/>
                    <a:lstStyle/>
                    <a:p>
                      <a:r>
                        <a:rPr sz="1200"/>
                        <a:t>Esteban Ocon</a:t>
                      </a:r>
                    </a:p>
                  </a:txBody>
                  <a:tcPr marT="38100" marB="38100"/>
                </a:tc>
                <a:tc>
                  <a:txBody>
                    <a:bodyPr/>
                    <a:lstStyle/>
                    <a:p>
                      <a:r>
                        <a:rPr sz="1200"/>
                        <a:t>4</a:t>
                      </a:r>
                    </a:p>
                  </a:txBody>
                  <a:tcPr marT="38100" marB="38100"/>
                </a:tc>
                <a:extLst>
                  <a:ext uri="{0D108BD9-81ED-4DB2-BD59-A6C34878D82A}">
                    <a16:rowId xmlns:a16="http://schemas.microsoft.com/office/drawing/2014/main" val="10012"/>
                  </a:ext>
                </a:extLst>
              </a:tr>
              <a:tr h="195942">
                <a:tc>
                  <a:txBody>
                    <a:bodyPr/>
                    <a:lstStyle/>
                    <a:p>
                      <a:r>
                        <a:rPr sz="1200"/>
                        <a:t>13</a:t>
                      </a:r>
                    </a:p>
                  </a:txBody>
                  <a:tcPr marT="38100" marB="38100"/>
                </a:tc>
                <a:tc>
                  <a:txBody>
                    <a:bodyPr/>
                    <a:lstStyle/>
                    <a:p>
                      <a:r>
                        <a:rPr sz="1200"/>
                        <a:t>Lance Stroll</a:t>
                      </a:r>
                    </a:p>
                  </a:txBody>
                  <a:tcPr marT="38100" marB="38100"/>
                </a:tc>
                <a:tc>
                  <a:txBody>
                    <a:bodyPr/>
                    <a:lstStyle/>
                    <a:p>
                      <a:r>
                        <a:rPr sz="1200"/>
                        <a:t>Alexander Albon</a:t>
                      </a:r>
                    </a:p>
                  </a:txBody>
                  <a:tcPr marT="38100" marB="38100"/>
                </a:tc>
                <a:tc>
                  <a:txBody>
                    <a:bodyPr/>
                    <a:lstStyle/>
                    <a:p>
                      <a:r>
                        <a:rPr sz="1200"/>
                        <a:t>9</a:t>
                      </a:r>
                    </a:p>
                  </a:txBody>
                  <a:tcPr marT="38100" marB="38100"/>
                </a:tc>
                <a:extLst>
                  <a:ext uri="{0D108BD9-81ED-4DB2-BD59-A6C34878D82A}">
                    <a16:rowId xmlns:a16="http://schemas.microsoft.com/office/drawing/2014/main" val="10013"/>
                  </a:ext>
                </a:extLst>
              </a:tr>
              <a:tr h="195942">
                <a:tc>
                  <a:txBody>
                    <a:bodyPr/>
                    <a:lstStyle/>
                    <a:p>
                      <a:r>
                        <a:rPr sz="1200"/>
                        <a:t>14</a:t>
                      </a:r>
                    </a:p>
                  </a:txBody>
                  <a:tcPr marT="38100" marB="38100"/>
                </a:tc>
                <a:tc>
                  <a:txBody>
                    <a:bodyPr/>
                    <a:lstStyle/>
                    <a:p>
                      <a:r>
                        <a:rPr sz="1200"/>
                        <a:t>Esteban Ocon</a:t>
                      </a:r>
                    </a:p>
                  </a:txBody>
                  <a:tcPr marT="38100" marB="38100"/>
                </a:tc>
                <a:tc>
                  <a:txBody>
                    <a:bodyPr/>
                    <a:lstStyle/>
                    <a:p>
                      <a:r>
                        <a:rPr sz="1200"/>
                        <a:t>Yuki Tsunoda</a:t>
                      </a:r>
                    </a:p>
                  </a:txBody>
                  <a:tcPr marT="38100" marB="38100"/>
                </a:tc>
                <a:tc>
                  <a:txBody>
                    <a:bodyPr/>
                    <a:lstStyle/>
                    <a:p>
                      <a:r>
                        <a:rPr sz="1200"/>
                        <a:t>4</a:t>
                      </a:r>
                    </a:p>
                  </a:txBody>
                  <a:tcPr marT="38100" marB="38100"/>
                </a:tc>
                <a:extLst>
                  <a:ext uri="{0D108BD9-81ED-4DB2-BD59-A6C34878D82A}">
                    <a16:rowId xmlns:a16="http://schemas.microsoft.com/office/drawing/2014/main" val="10014"/>
                  </a:ext>
                </a:extLst>
              </a:tr>
              <a:tr h="195942">
                <a:tc>
                  <a:txBody>
                    <a:bodyPr/>
                    <a:lstStyle/>
                    <a:p>
                      <a:r>
                        <a:rPr sz="1200"/>
                        <a:t>15</a:t>
                      </a:r>
                    </a:p>
                  </a:txBody>
                  <a:tcPr marT="38100" marB="38100"/>
                </a:tc>
                <a:tc>
                  <a:txBody>
                    <a:bodyPr/>
                    <a:lstStyle/>
                    <a:p>
                      <a:r>
                        <a:rPr sz="1200"/>
                        <a:t>Kevin Magnussen</a:t>
                      </a:r>
                    </a:p>
                  </a:txBody>
                  <a:tcPr marT="38100" marB="38100"/>
                </a:tc>
                <a:tc>
                  <a:txBody>
                    <a:bodyPr/>
                    <a:lstStyle/>
                    <a:p>
                      <a:r>
                        <a:rPr sz="1200"/>
                        <a:t>Valtteri Bottas</a:t>
                      </a:r>
                    </a:p>
                  </a:txBody>
                  <a:tcPr marT="38100" marB="38100"/>
                </a:tc>
                <a:tc>
                  <a:txBody>
                    <a:bodyPr/>
                    <a:lstStyle/>
                    <a:p>
                      <a:r>
                        <a:rPr sz="1200"/>
                        <a:t>25</a:t>
                      </a:r>
                    </a:p>
                  </a:txBody>
                  <a:tcPr marT="38100" marB="38100"/>
                </a:tc>
                <a:extLst>
                  <a:ext uri="{0D108BD9-81ED-4DB2-BD59-A6C34878D82A}">
                    <a16:rowId xmlns:a16="http://schemas.microsoft.com/office/drawing/2014/main" val="10015"/>
                  </a:ext>
                </a:extLst>
              </a:tr>
              <a:tr h="195942">
                <a:tc>
                  <a:txBody>
                    <a:bodyPr/>
                    <a:lstStyle/>
                    <a:p>
                      <a:r>
                        <a:rPr sz="1200"/>
                        <a:t>16</a:t>
                      </a:r>
                    </a:p>
                  </a:txBody>
                  <a:tcPr marT="38100" marB="38100"/>
                </a:tc>
                <a:tc>
                  <a:txBody>
                    <a:bodyPr/>
                    <a:lstStyle/>
                    <a:p>
                      <a:r>
                        <a:rPr sz="1200"/>
                        <a:t>Alexander Albon</a:t>
                      </a:r>
                    </a:p>
                  </a:txBody>
                  <a:tcPr marT="38100" marB="38100"/>
                </a:tc>
                <a:tc>
                  <a:txBody>
                    <a:bodyPr/>
                    <a:lstStyle/>
                    <a:p>
                      <a:r>
                        <a:rPr sz="1200"/>
                        <a:t>Daniel Ricciardo</a:t>
                      </a:r>
                    </a:p>
                  </a:txBody>
                  <a:tcPr marT="38100" marB="38100"/>
                </a:tc>
                <a:tc>
                  <a:txBody>
                    <a:bodyPr/>
                    <a:lstStyle/>
                    <a:p>
                      <a:r>
                        <a:rPr sz="1200"/>
                        <a:t>36</a:t>
                      </a:r>
                    </a:p>
                  </a:txBody>
                  <a:tcPr marT="38100" marB="38100"/>
                </a:tc>
                <a:extLst>
                  <a:ext uri="{0D108BD9-81ED-4DB2-BD59-A6C34878D82A}">
                    <a16:rowId xmlns:a16="http://schemas.microsoft.com/office/drawing/2014/main" val="10016"/>
                  </a:ext>
                </a:extLst>
              </a:tr>
              <a:tr h="195942">
                <a:tc>
                  <a:txBody>
                    <a:bodyPr/>
                    <a:lstStyle/>
                    <a:p>
                      <a:r>
                        <a:rPr sz="1200"/>
                        <a:t>17</a:t>
                      </a:r>
                    </a:p>
                  </a:txBody>
                  <a:tcPr marT="38100" marB="38100"/>
                </a:tc>
                <a:tc>
                  <a:txBody>
                    <a:bodyPr/>
                    <a:lstStyle/>
                    <a:p>
                      <a:r>
                        <a:rPr sz="1200"/>
                        <a:t>Daniel Ricciardo</a:t>
                      </a:r>
                    </a:p>
                  </a:txBody>
                  <a:tcPr marT="38100" marB="38100"/>
                </a:tc>
                <a:tc>
                  <a:txBody>
                    <a:bodyPr/>
                    <a:lstStyle/>
                    <a:p>
                      <a:r>
                        <a:rPr sz="1200"/>
                        <a:t>Nico Hulkenberg</a:t>
                      </a:r>
                    </a:p>
                  </a:txBody>
                  <a:tcPr marT="38100" marB="38100"/>
                </a:tc>
                <a:tc>
                  <a:txBody>
                    <a:bodyPr/>
                    <a:lstStyle/>
                    <a:p>
                      <a:r>
                        <a:rPr sz="1200"/>
                        <a:t>1</a:t>
                      </a:r>
                    </a:p>
                  </a:txBody>
                  <a:tcPr marT="38100" marB="38100"/>
                </a:tc>
                <a:extLst>
                  <a:ext uri="{0D108BD9-81ED-4DB2-BD59-A6C34878D82A}">
                    <a16:rowId xmlns:a16="http://schemas.microsoft.com/office/drawing/2014/main" val="10017"/>
                  </a:ext>
                </a:extLst>
              </a:tr>
              <a:tr h="195942">
                <a:tc>
                  <a:txBody>
                    <a:bodyPr/>
                    <a:lstStyle/>
                    <a:p>
                      <a:r>
                        <a:rPr sz="1200"/>
                        <a:t>18</a:t>
                      </a:r>
                    </a:p>
                  </a:txBody>
                  <a:tcPr marT="38100" marB="38100"/>
                </a:tc>
                <a:tc>
                  <a:txBody>
                    <a:bodyPr/>
                    <a:lstStyle/>
                    <a:p>
                      <a:r>
                        <a:rPr sz="1200"/>
                        <a:t>Zhou Guanyu</a:t>
                      </a:r>
                    </a:p>
                  </a:txBody>
                  <a:tcPr marT="38100" marB="38100"/>
                </a:tc>
                <a:tc>
                  <a:txBody>
                    <a:bodyPr/>
                    <a:lstStyle/>
                    <a:p>
                      <a:r>
                        <a:rPr sz="1200"/>
                        <a:t>Kevin Magnussen</a:t>
                      </a:r>
                    </a:p>
                  </a:txBody>
                  <a:tcPr marT="38100" marB="38100"/>
                </a:tc>
                <a:tc>
                  <a:txBody>
                    <a:bodyPr/>
                    <a:lstStyle/>
                    <a:p>
                      <a:r>
                        <a:rPr sz="1200"/>
                        <a:t>1</a:t>
                      </a:r>
                    </a:p>
                  </a:txBody>
                  <a:tcPr marT="38100" marB="38100"/>
                </a:tc>
                <a:extLst>
                  <a:ext uri="{0D108BD9-81ED-4DB2-BD59-A6C34878D82A}">
                    <a16:rowId xmlns:a16="http://schemas.microsoft.com/office/drawing/2014/main" val="10018"/>
                  </a:ext>
                </a:extLst>
              </a:tr>
              <a:tr h="195942">
                <a:tc>
                  <a:txBody>
                    <a:bodyPr/>
                    <a:lstStyle/>
                    <a:p>
                      <a:r>
                        <a:rPr sz="1200"/>
                        <a:t>19</a:t>
                      </a:r>
                    </a:p>
                  </a:txBody>
                  <a:tcPr marT="38100" marB="38100"/>
                </a:tc>
                <a:tc>
                  <a:txBody>
                    <a:bodyPr/>
                    <a:lstStyle/>
                    <a:p>
                      <a:r>
                        <a:rPr sz="1200"/>
                        <a:t>Logan Sargeant</a:t>
                      </a:r>
                    </a:p>
                  </a:txBody>
                  <a:tcPr marT="38100" marB="38100"/>
                </a:tc>
                <a:tc>
                  <a:txBody>
                    <a:bodyPr/>
                    <a:lstStyle/>
                    <a:p>
                      <a:r>
                        <a:rPr sz="1200"/>
                        <a:t>Zhou Guanyu</a:t>
                      </a:r>
                    </a:p>
                  </a:txBody>
                  <a:tcPr marT="38100" marB="38100"/>
                </a:tc>
                <a:tc>
                  <a:txBody>
                    <a:bodyPr/>
                    <a:lstStyle/>
                    <a:p>
                      <a:r>
                        <a:rPr sz="1200"/>
                        <a:t>9</a:t>
                      </a:r>
                    </a:p>
                  </a:txBody>
                  <a:tcPr marT="38100" marB="38100"/>
                </a:tc>
                <a:extLst>
                  <a:ext uri="{0D108BD9-81ED-4DB2-BD59-A6C34878D82A}">
                    <a16:rowId xmlns:a16="http://schemas.microsoft.com/office/drawing/2014/main" val="10019"/>
                  </a:ext>
                </a:extLst>
              </a:tr>
              <a:tr h="195960">
                <a:tc>
                  <a:txBody>
                    <a:bodyPr/>
                    <a:lstStyle/>
                    <a:p>
                      <a:r>
                        <a:rPr sz="1200"/>
                        <a:t>20</a:t>
                      </a:r>
                    </a:p>
                  </a:txBody>
                  <a:tcPr marT="38100" marB="38100"/>
                </a:tc>
                <a:tc>
                  <a:txBody>
                    <a:bodyPr/>
                    <a:lstStyle/>
                    <a:p>
                      <a:r>
                        <a:rPr sz="1200"/>
                        <a:t>Valtteri Bottas</a:t>
                      </a:r>
                    </a:p>
                  </a:txBody>
                  <a:tcPr marT="38100" marB="38100"/>
                </a:tc>
                <a:tc>
                  <a:txBody>
                    <a:bodyPr/>
                    <a:lstStyle/>
                    <a:p>
                      <a:r>
                        <a:rPr sz="1200"/>
                        <a:t>Logan Sargeant</a:t>
                      </a:r>
                    </a:p>
                  </a:txBody>
                  <a:tcPr marT="38100" marB="38100"/>
                </a:tc>
                <a:tc>
                  <a:txBody>
                    <a:bodyPr/>
                    <a:lstStyle/>
                    <a:p>
                      <a:r>
                        <a:rPr sz="1200"/>
                        <a:t>1</a:t>
                      </a:r>
                    </a:p>
                  </a:txBody>
                  <a:tcPr marT="38100" marB="38100"/>
                </a:tc>
                <a:extLst>
                  <a:ext uri="{0D108BD9-81ED-4DB2-BD59-A6C34878D82A}">
                    <a16:rowId xmlns:a16="http://schemas.microsoft.com/office/drawing/2014/main" val="10020"/>
                  </a:ext>
                </a:extLst>
              </a:tr>
            </a:tbl>
          </a:graphicData>
        </a:graphic>
      </p:graphicFrame>
      <p:sp>
        <p:nvSpPr>
          <p:cNvPr id="3" name="Rounded Rectangle 2"/>
          <p:cNvSpPr/>
          <p:nvPr/>
        </p:nvSpPr>
        <p:spPr>
          <a:xfrm>
            <a:off x="8290560" y="3291840"/>
            <a:ext cx="1950720" cy="822960"/>
          </a:xfrm>
          <a:prstGeom prst="round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r>
              <a:t>Diffs = 220
Score:
134</a:t>
            </a:r>
          </a:p>
        </p:txBody>
      </p:sp>
      <p:sp>
        <p:nvSpPr>
          <p:cNvPr id="4" name="Rectangle 3"/>
          <p:cNvSpPr/>
          <p:nvPr/>
        </p:nvSpPr>
        <p:spPr>
          <a:xfrm>
            <a:off x="0" y="0"/>
            <a:ext cx="12192000" cy="82296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Driver's - Josh</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14400" y="914400"/>
          <a:ext cx="5852160" cy="544068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195942">
                <a:tc>
                  <a:txBody>
                    <a:bodyPr/>
                    <a:lstStyle/>
                    <a:p>
                      <a:r>
                        <a:rPr sz="1200"/>
                        <a:t>Position</a:t>
                      </a:r>
                    </a:p>
                  </a:txBody>
                  <a:tcPr marT="38100" marB="38100"/>
                </a:tc>
                <a:tc>
                  <a:txBody>
                    <a:bodyPr/>
                    <a:lstStyle/>
                    <a:p>
                      <a:r>
                        <a:rPr sz="1200"/>
                        <a:t>Actual Driver</a:t>
                      </a:r>
                    </a:p>
                  </a:txBody>
                  <a:tcPr marT="38100" marB="38100"/>
                </a:tc>
                <a:tc>
                  <a:txBody>
                    <a:bodyPr/>
                    <a:lstStyle/>
                    <a:p>
                      <a:r>
                        <a:rPr sz="1200"/>
                        <a:t>Predicted Driver</a:t>
                      </a:r>
                    </a:p>
                  </a:txBody>
                  <a:tcPr marT="38100" marB="38100"/>
                </a:tc>
                <a:tc>
                  <a:txBody>
                    <a:bodyPr/>
                    <a:lstStyle/>
                    <a:p>
                      <a:r>
                        <a:rPr sz="1200"/>
                        <a:t>Diff Squared</a:t>
                      </a:r>
                    </a:p>
                  </a:txBody>
                  <a:tcPr marT="38100" marB="38100"/>
                </a:tc>
                <a:extLst>
                  <a:ext uri="{0D108BD9-81ED-4DB2-BD59-A6C34878D82A}">
                    <a16:rowId xmlns:a16="http://schemas.microsoft.com/office/drawing/2014/main" val="10000"/>
                  </a:ext>
                </a:extLst>
              </a:tr>
              <a:tr h="195942">
                <a:tc>
                  <a:txBody>
                    <a:bodyPr/>
                    <a:lstStyle/>
                    <a:p>
                      <a:r>
                        <a:rPr sz="1200"/>
                        <a:t>1</a:t>
                      </a:r>
                    </a:p>
                  </a:txBody>
                  <a:tcPr marT="38100" marB="38100"/>
                </a:tc>
                <a:tc>
                  <a:txBody>
                    <a:bodyPr/>
                    <a:lstStyle/>
                    <a:p>
                      <a:r>
                        <a:rPr sz="1200"/>
                        <a:t>Max Verstappen</a:t>
                      </a:r>
                    </a:p>
                  </a:txBody>
                  <a:tcPr marT="38100" marB="38100"/>
                </a:tc>
                <a:tc>
                  <a:txBody>
                    <a:bodyPr/>
                    <a:lstStyle/>
                    <a:p>
                      <a:r>
                        <a:rPr sz="1200"/>
                        <a:t>Max Verstappen</a:t>
                      </a:r>
                    </a:p>
                  </a:txBody>
                  <a:tcPr marT="38100" marB="38100"/>
                </a:tc>
                <a:tc>
                  <a:txBody>
                    <a:bodyPr/>
                    <a:lstStyle/>
                    <a:p>
                      <a:r>
                        <a:rPr sz="1200"/>
                        <a:t>0</a:t>
                      </a:r>
                    </a:p>
                  </a:txBody>
                  <a:tcPr marT="38100" marB="38100"/>
                </a:tc>
                <a:extLst>
                  <a:ext uri="{0D108BD9-81ED-4DB2-BD59-A6C34878D82A}">
                    <a16:rowId xmlns:a16="http://schemas.microsoft.com/office/drawing/2014/main" val="10001"/>
                  </a:ext>
                </a:extLst>
              </a:tr>
              <a:tr h="195942">
                <a:tc>
                  <a:txBody>
                    <a:bodyPr/>
                    <a:lstStyle/>
                    <a:p>
                      <a:r>
                        <a:rPr sz="1200"/>
                        <a:t>2</a:t>
                      </a:r>
                    </a:p>
                  </a:txBody>
                  <a:tcPr marT="38100" marB="38100"/>
                </a:tc>
                <a:tc>
                  <a:txBody>
                    <a:bodyPr/>
                    <a:lstStyle/>
                    <a:p>
                      <a:r>
                        <a:rPr sz="1200"/>
                        <a:t>Lando Norris</a:t>
                      </a:r>
                    </a:p>
                  </a:txBody>
                  <a:tcPr marT="38100" marB="38100"/>
                </a:tc>
                <a:tc>
                  <a:txBody>
                    <a:bodyPr/>
                    <a:lstStyle/>
                    <a:p>
                      <a:r>
                        <a:rPr sz="1200"/>
                        <a:t>Charles Leclerc</a:t>
                      </a:r>
                    </a:p>
                  </a:txBody>
                  <a:tcPr marT="38100" marB="38100"/>
                </a:tc>
                <a:tc>
                  <a:txBody>
                    <a:bodyPr/>
                    <a:lstStyle/>
                    <a:p>
                      <a:r>
                        <a:rPr sz="1200"/>
                        <a:t>16</a:t>
                      </a:r>
                    </a:p>
                  </a:txBody>
                  <a:tcPr marT="38100" marB="38100"/>
                </a:tc>
                <a:extLst>
                  <a:ext uri="{0D108BD9-81ED-4DB2-BD59-A6C34878D82A}">
                    <a16:rowId xmlns:a16="http://schemas.microsoft.com/office/drawing/2014/main" val="10002"/>
                  </a:ext>
                </a:extLst>
              </a:tr>
              <a:tr h="195942">
                <a:tc>
                  <a:txBody>
                    <a:bodyPr/>
                    <a:lstStyle/>
                    <a:p>
                      <a:r>
                        <a:rPr sz="1200"/>
                        <a:t>3</a:t>
                      </a:r>
                    </a:p>
                  </a:txBody>
                  <a:tcPr marT="38100" marB="38100"/>
                </a:tc>
                <a:tc>
                  <a:txBody>
                    <a:bodyPr/>
                    <a:lstStyle/>
                    <a:p>
                      <a:r>
                        <a:rPr sz="1200"/>
                        <a:t>Charles Leclerc</a:t>
                      </a:r>
                    </a:p>
                  </a:txBody>
                  <a:tcPr marT="38100" marB="38100"/>
                </a:tc>
                <a:tc>
                  <a:txBody>
                    <a:bodyPr/>
                    <a:lstStyle/>
                    <a:p>
                      <a:r>
                        <a:rPr sz="1200"/>
                        <a:t>Lewis Hamilton</a:t>
                      </a:r>
                    </a:p>
                  </a:txBody>
                  <a:tcPr marT="38100" marB="38100"/>
                </a:tc>
                <a:tc>
                  <a:txBody>
                    <a:bodyPr/>
                    <a:lstStyle/>
                    <a:p>
                      <a:r>
                        <a:rPr sz="1200"/>
                        <a:t>16</a:t>
                      </a:r>
                    </a:p>
                  </a:txBody>
                  <a:tcPr marT="38100" marB="38100"/>
                </a:tc>
                <a:extLst>
                  <a:ext uri="{0D108BD9-81ED-4DB2-BD59-A6C34878D82A}">
                    <a16:rowId xmlns:a16="http://schemas.microsoft.com/office/drawing/2014/main" val="10003"/>
                  </a:ext>
                </a:extLst>
              </a:tr>
              <a:tr h="195942">
                <a:tc>
                  <a:txBody>
                    <a:bodyPr/>
                    <a:lstStyle/>
                    <a:p>
                      <a:r>
                        <a:rPr sz="1200"/>
                        <a:t>4</a:t>
                      </a:r>
                    </a:p>
                  </a:txBody>
                  <a:tcPr marT="38100" marB="38100"/>
                </a:tc>
                <a:tc>
                  <a:txBody>
                    <a:bodyPr/>
                    <a:lstStyle/>
                    <a:p>
                      <a:r>
                        <a:rPr sz="1200"/>
                        <a:t>Oscar Piastri</a:t>
                      </a:r>
                    </a:p>
                  </a:txBody>
                  <a:tcPr marT="38100" marB="38100"/>
                </a:tc>
                <a:tc>
                  <a:txBody>
                    <a:bodyPr/>
                    <a:lstStyle/>
                    <a:p>
                      <a:r>
                        <a:rPr sz="1200"/>
                        <a:t>Sergio Perez</a:t>
                      </a:r>
                    </a:p>
                  </a:txBody>
                  <a:tcPr marT="38100" marB="38100"/>
                </a:tc>
                <a:tc>
                  <a:txBody>
                    <a:bodyPr/>
                    <a:lstStyle/>
                    <a:p>
                      <a:r>
                        <a:rPr sz="1200"/>
                        <a:t>9</a:t>
                      </a:r>
                    </a:p>
                  </a:txBody>
                  <a:tcPr marT="38100" marB="38100"/>
                </a:tc>
                <a:extLst>
                  <a:ext uri="{0D108BD9-81ED-4DB2-BD59-A6C34878D82A}">
                    <a16:rowId xmlns:a16="http://schemas.microsoft.com/office/drawing/2014/main" val="10004"/>
                  </a:ext>
                </a:extLst>
              </a:tr>
              <a:tr h="195942">
                <a:tc>
                  <a:txBody>
                    <a:bodyPr/>
                    <a:lstStyle/>
                    <a:p>
                      <a:r>
                        <a:rPr sz="1200"/>
                        <a:t>5</a:t>
                      </a:r>
                    </a:p>
                  </a:txBody>
                  <a:tcPr marT="38100" marB="38100"/>
                </a:tc>
                <a:tc>
                  <a:txBody>
                    <a:bodyPr/>
                    <a:lstStyle/>
                    <a:p>
                      <a:r>
                        <a:rPr sz="1200"/>
                        <a:t>Carlos Sainz</a:t>
                      </a:r>
                    </a:p>
                  </a:txBody>
                  <a:tcPr marT="38100" marB="38100"/>
                </a:tc>
                <a:tc>
                  <a:txBody>
                    <a:bodyPr/>
                    <a:lstStyle/>
                    <a:p>
                      <a:r>
                        <a:rPr sz="1200"/>
                        <a:t>Lando Norris</a:t>
                      </a:r>
                    </a:p>
                  </a:txBody>
                  <a:tcPr marT="38100" marB="38100"/>
                </a:tc>
                <a:tc>
                  <a:txBody>
                    <a:bodyPr/>
                    <a:lstStyle/>
                    <a:p>
                      <a:r>
                        <a:rPr sz="1200"/>
                        <a:t>1</a:t>
                      </a:r>
                    </a:p>
                  </a:txBody>
                  <a:tcPr marT="38100" marB="38100"/>
                </a:tc>
                <a:extLst>
                  <a:ext uri="{0D108BD9-81ED-4DB2-BD59-A6C34878D82A}">
                    <a16:rowId xmlns:a16="http://schemas.microsoft.com/office/drawing/2014/main" val="10005"/>
                  </a:ext>
                </a:extLst>
              </a:tr>
              <a:tr h="195942">
                <a:tc>
                  <a:txBody>
                    <a:bodyPr/>
                    <a:lstStyle/>
                    <a:p>
                      <a:r>
                        <a:rPr sz="1200"/>
                        <a:t>6</a:t>
                      </a:r>
                    </a:p>
                  </a:txBody>
                  <a:tcPr marT="38100" marB="38100"/>
                </a:tc>
                <a:tc>
                  <a:txBody>
                    <a:bodyPr/>
                    <a:lstStyle/>
                    <a:p>
                      <a:r>
                        <a:rPr sz="1200"/>
                        <a:t>George Russell</a:t>
                      </a:r>
                    </a:p>
                  </a:txBody>
                  <a:tcPr marT="38100" marB="38100"/>
                </a:tc>
                <a:tc>
                  <a:txBody>
                    <a:bodyPr/>
                    <a:lstStyle/>
                    <a:p>
                      <a:r>
                        <a:rPr sz="1200"/>
                        <a:t>Fernando Alonso</a:t>
                      </a:r>
                    </a:p>
                  </a:txBody>
                  <a:tcPr marT="38100" marB="38100"/>
                </a:tc>
                <a:tc>
                  <a:txBody>
                    <a:bodyPr/>
                    <a:lstStyle/>
                    <a:p>
                      <a:r>
                        <a:rPr sz="1200"/>
                        <a:t>9</a:t>
                      </a:r>
                    </a:p>
                  </a:txBody>
                  <a:tcPr marT="38100" marB="38100"/>
                </a:tc>
                <a:extLst>
                  <a:ext uri="{0D108BD9-81ED-4DB2-BD59-A6C34878D82A}">
                    <a16:rowId xmlns:a16="http://schemas.microsoft.com/office/drawing/2014/main" val="10006"/>
                  </a:ext>
                </a:extLst>
              </a:tr>
              <a:tr h="195942">
                <a:tc>
                  <a:txBody>
                    <a:bodyPr/>
                    <a:lstStyle/>
                    <a:p>
                      <a:r>
                        <a:rPr sz="1200"/>
                        <a:t>7</a:t>
                      </a:r>
                    </a:p>
                  </a:txBody>
                  <a:tcPr marT="38100" marB="38100"/>
                </a:tc>
                <a:tc>
                  <a:txBody>
                    <a:bodyPr/>
                    <a:lstStyle/>
                    <a:p>
                      <a:r>
                        <a:rPr sz="1200"/>
                        <a:t>Lewis Hamilton</a:t>
                      </a:r>
                    </a:p>
                  </a:txBody>
                  <a:tcPr marT="38100" marB="38100"/>
                </a:tc>
                <a:tc>
                  <a:txBody>
                    <a:bodyPr/>
                    <a:lstStyle/>
                    <a:p>
                      <a:r>
                        <a:rPr sz="1200"/>
                        <a:t>Carlos Sainz</a:t>
                      </a:r>
                    </a:p>
                  </a:txBody>
                  <a:tcPr marT="38100" marB="38100"/>
                </a:tc>
                <a:tc>
                  <a:txBody>
                    <a:bodyPr/>
                    <a:lstStyle/>
                    <a:p>
                      <a:r>
                        <a:rPr sz="1200"/>
                        <a:t>4</a:t>
                      </a:r>
                    </a:p>
                  </a:txBody>
                  <a:tcPr marT="38100" marB="38100"/>
                </a:tc>
                <a:extLst>
                  <a:ext uri="{0D108BD9-81ED-4DB2-BD59-A6C34878D82A}">
                    <a16:rowId xmlns:a16="http://schemas.microsoft.com/office/drawing/2014/main" val="10007"/>
                  </a:ext>
                </a:extLst>
              </a:tr>
              <a:tr h="195942">
                <a:tc>
                  <a:txBody>
                    <a:bodyPr/>
                    <a:lstStyle/>
                    <a:p>
                      <a:r>
                        <a:rPr sz="1200"/>
                        <a:t>8</a:t>
                      </a:r>
                    </a:p>
                  </a:txBody>
                  <a:tcPr marT="38100" marB="38100"/>
                </a:tc>
                <a:tc>
                  <a:txBody>
                    <a:bodyPr/>
                    <a:lstStyle/>
                    <a:p>
                      <a:r>
                        <a:rPr sz="1200"/>
                        <a:t>Sergio Perez</a:t>
                      </a:r>
                    </a:p>
                  </a:txBody>
                  <a:tcPr marT="38100" marB="38100"/>
                </a:tc>
                <a:tc>
                  <a:txBody>
                    <a:bodyPr/>
                    <a:lstStyle/>
                    <a:p>
                      <a:r>
                        <a:rPr sz="1200"/>
                        <a:t>George Russell</a:t>
                      </a:r>
                    </a:p>
                  </a:txBody>
                  <a:tcPr marT="38100" marB="38100"/>
                </a:tc>
                <a:tc>
                  <a:txBody>
                    <a:bodyPr/>
                    <a:lstStyle/>
                    <a:p>
                      <a:r>
                        <a:rPr sz="1200"/>
                        <a:t>4</a:t>
                      </a:r>
                    </a:p>
                  </a:txBody>
                  <a:tcPr marT="38100" marB="38100"/>
                </a:tc>
                <a:extLst>
                  <a:ext uri="{0D108BD9-81ED-4DB2-BD59-A6C34878D82A}">
                    <a16:rowId xmlns:a16="http://schemas.microsoft.com/office/drawing/2014/main" val="10008"/>
                  </a:ext>
                </a:extLst>
              </a:tr>
              <a:tr h="195942">
                <a:tc>
                  <a:txBody>
                    <a:bodyPr/>
                    <a:lstStyle/>
                    <a:p>
                      <a:r>
                        <a:rPr sz="1200"/>
                        <a:t>9</a:t>
                      </a:r>
                    </a:p>
                  </a:txBody>
                  <a:tcPr marT="38100" marB="38100"/>
                </a:tc>
                <a:tc>
                  <a:txBody>
                    <a:bodyPr/>
                    <a:lstStyle/>
                    <a:p>
                      <a:r>
                        <a:rPr sz="1200"/>
                        <a:t>Fernando Alonso</a:t>
                      </a:r>
                    </a:p>
                  </a:txBody>
                  <a:tcPr marT="38100" marB="38100"/>
                </a:tc>
                <a:tc>
                  <a:txBody>
                    <a:bodyPr/>
                    <a:lstStyle/>
                    <a:p>
                      <a:r>
                        <a:rPr sz="1200"/>
                        <a:t>Oscar Piastri</a:t>
                      </a:r>
                    </a:p>
                  </a:txBody>
                  <a:tcPr marT="38100" marB="38100"/>
                </a:tc>
                <a:tc>
                  <a:txBody>
                    <a:bodyPr/>
                    <a:lstStyle/>
                    <a:p>
                      <a:r>
                        <a:rPr sz="1200"/>
                        <a:t>25</a:t>
                      </a:r>
                    </a:p>
                  </a:txBody>
                  <a:tcPr marT="38100" marB="38100"/>
                </a:tc>
                <a:extLst>
                  <a:ext uri="{0D108BD9-81ED-4DB2-BD59-A6C34878D82A}">
                    <a16:rowId xmlns:a16="http://schemas.microsoft.com/office/drawing/2014/main" val="10009"/>
                  </a:ext>
                </a:extLst>
              </a:tr>
              <a:tr h="195942">
                <a:tc>
                  <a:txBody>
                    <a:bodyPr/>
                    <a:lstStyle/>
                    <a:p>
                      <a:r>
                        <a:rPr sz="1200"/>
                        <a:t>10</a:t>
                      </a:r>
                    </a:p>
                  </a:txBody>
                  <a:tcPr marT="38100" marB="38100"/>
                </a:tc>
                <a:tc>
                  <a:txBody>
                    <a:bodyPr/>
                    <a:lstStyle/>
                    <a:p>
                      <a:r>
                        <a:rPr sz="1200"/>
                        <a:t>Pierre Gasly</a:t>
                      </a:r>
                    </a:p>
                  </a:txBody>
                  <a:tcPr marT="38100" marB="38100"/>
                </a:tc>
                <a:tc>
                  <a:txBody>
                    <a:bodyPr/>
                    <a:lstStyle/>
                    <a:p>
                      <a:r>
                        <a:rPr sz="1200"/>
                        <a:t>Pierre Gasly</a:t>
                      </a:r>
                    </a:p>
                  </a:txBody>
                  <a:tcPr marT="38100" marB="38100"/>
                </a:tc>
                <a:tc>
                  <a:txBody>
                    <a:bodyPr/>
                    <a:lstStyle/>
                    <a:p>
                      <a:r>
                        <a:rPr sz="1200"/>
                        <a:t>4</a:t>
                      </a:r>
                    </a:p>
                  </a:txBody>
                  <a:tcPr marT="38100" marB="38100"/>
                </a:tc>
                <a:extLst>
                  <a:ext uri="{0D108BD9-81ED-4DB2-BD59-A6C34878D82A}">
                    <a16:rowId xmlns:a16="http://schemas.microsoft.com/office/drawing/2014/main" val="10010"/>
                  </a:ext>
                </a:extLst>
              </a:tr>
              <a:tr h="195942">
                <a:tc>
                  <a:txBody>
                    <a:bodyPr/>
                    <a:lstStyle/>
                    <a:p>
                      <a:r>
                        <a:rPr sz="1200"/>
                        <a:t>11</a:t>
                      </a:r>
                    </a:p>
                  </a:txBody>
                  <a:tcPr marT="38100" marB="38100"/>
                </a:tc>
                <a:tc>
                  <a:txBody>
                    <a:bodyPr/>
                    <a:lstStyle/>
                    <a:p>
                      <a:r>
                        <a:rPr sz="1200"/>
                        <a:t>Nico Hulkenberg</a:t>
                      </a:r>
                    </a:p>
                  </a:txBody>
                  <a:tcPr marT="38100" marB="38100"/>
                </a:tc>
                <a:tc>
                  <a:txBody>
                    <a:bodyPr/>
                    <a:lstStyle/>
                    <a:p>
                      <a:r>
                        <a:rPr sz="1200"/>
                        <a:t>Lance Stroll</a:t>
                      </a:r>
                    </a:p>
                  </a:txBody>
                  <a:tcPr marT="38100" marB="38100"/>
                </a:tc>
                <a:tc>
                  <a:txBody>
                    <a:bodyPr/>
                    <a:lstStyle/>
                    <a:p>
                      <a:r>
                        <a:rPr sz="1200"/>
                        <a:t>0</a:t>
                      </a:r>
                    </a:p>
                  </a:txBody>
                  <a:tcPr marT="38100" marB="38100"/>
                </a:tc>
                <a:extLst>
                  <a:ext uri="{0D108BD9-81ED-4DB2-BD59-A6C34878D82A}">
                    <a16:rowId xmlns:a16="http://schemas.microsoft.com/office/drawing/2014/main" val="10011"/>
                  </a:ext>
                </a:extLst>
              </a:tr>
              <a:tr h="195942">
                <a:tc>
                  <a:txBody>
                    <a:bodyPr/>
                    <a:lstStyle/>
                    <a:p>
                      <a:r>
                        <a:rPr sz="1200"/>
                        <a:t>12</a:t>
                      </a:r>
                    </a:p>
                  </a:txBody>
                  <a:tcPr marT="38100" marB="38100"/>
                </a:tc>
                <a:tc>
                  <a:txBody>
                    <a:bodyPr/>
                    <a:lstStyle/>
                    <a:p>
                      <a:r>
                        <a:rPr sz="1200"/>
                        <a:t>Yuki Tsunoda</a:t>
                      </a:r>
                    </a:p>
                  </a:txBody>
                  <a:tcPr marT="38100" marB="38100"/>
                </a:tc>
                <a:tc>
                  <a:txBody>
                    <a:bodyPr/>
                    <a:lstStyle/>
                    <a:p>
                      <a:r>
                        <a:rPr sz="1200"/>
                        <a:t>Esteban Ocon</a:t>
                      </a:r>
                    </a:p>
                  </a:txBody>
                  <a:tcPr marT="38100" marB="38100"/>
                </a:tc>
                <a:tc>
                  <a:txBody>
                    <a:bodyPr/>
                    <a:lstStyle/>
                    <a:p>
                      <a:r>
                        <a:rPr sz="1200"/>
                        <a:t>4</a:t>
                      </a:r>
                    </a:p>
                  </a:txBody>
                  <a:tcPr marT="38100" marB="38100"/>
                </a:tc>
                <a:extLst>
                  <a:ext uri="{0D108BD9-81ED-4DB2-BD59-A6C34878D82A}">
                    <a16:rowId xmlns:a16="http://schemas.microsoft.com/office/drawing/2014/main" val="10012"/>
                  </a:ext>
                </a:extLst>
              </a:tr>
              <a:tr h="195942">
                <a:tc>
                  <a:txBody>
                    <a:bodyPr/>
                    <a:lstStyle/>
                    <a:p>
                      <a:r>
                        <a:rPr sz="1200"/>
                        <a:t>13</a:t>
                      </a:r>
                    </a:p>
                  </a:txBody>
                  <a:tcPr marT="38100" marB="38100"/>
                </a:tc>
                <a:tc>
                  <a:txBody>
                    <a:bodyPr/>
                    <a:lstStyle/>
                    <a:p>
                      <a:r>
                        <a:rPr sz="1200"/>
                        <a:t>Lance Stroll</a:t>
                      </a:r>
                    </a:p>
                  </a:txBody>
                  <a:tcPr marT="38100" marB="38100"/>
                </a:tc>
                <a:tc>
                  <a:txBody>
                    <a:bodyPr/>
                    <a:lstStyle/>
                    <a:p>
                      <a:r>
                        <a:rPr sz="1200"/>
                        <a:t>Alexander Albon</a:t>
                      </a:r>
                    </a:p>
                  </a:txBody>
                  <a:tcPr marT="38100" marB="38100"/>
                </a:tc>
                <a:tc>
                  <a:txBody>
                    <a:bodyPr/>
                    <a:lstStyle/>
                    <a:p>
                      <a:r>
                        <a:rPr sz="1200"/>
                        <a:t>9</a:t>
                      </a:r>
                    </a:p>
                  </a:txBody>
                  <a:tcPr marT="38100" marB="38100"/>
                </a:tc>
                <a:extLst>
                  <a:ext uri="{0D108BD9-81ED-4DB2-BD59-A6C34878D82A}">
                    <a16:rowId xmlns:a16="http://schemas.microsoft.com/office/drawing/2014/main" val="10013"/>
                  </a:ext>
                </a:extLst>
              </a:tr>
              <a:tr h="195942">
                <a:tc>
                  <a:txBody>
                    <a:bodyPr/>
                    <a:lstStyle/>
                    <a:p>
                      <a:r>
                        <a:rPr sz="1200"/>
                        <a:t>14</a:t>
                      </a:r>
                    </a:p>
                  </a:txBody>
                  <a:tcPr marT="38100" marB="38100"/>
                </a:tc>
                <a:tc>
                  <a:txBody>
                    <a:bodyPr/>
                    <a:lstStyle/>
                    <a:p>
                      <a:r>
                        <a:rPr sz="1200"/>
                        <a:t>Esteban Ocon</a:t>
                      </a:r>
                    </a:p>
                  </a:txBody>
                  <a:tcPr marT="38100" marB="38100"/>
                </a:tc>
                <a:tc>
                  <a:txBody>
                    <a:bodyPr/>
                    <a:lstStyle/>
                    <a:p>
                      <a:r>
                        <a:rPr sz="1200"/>
                        <a:t>Yuki Tsunoda</a:t>
                      </a:r>
                    </a:p>
                  </a:txBody>
                  <a:tcPr marT="38100" marB="38100"/>
                </a:tc>
                <a:tc>
                  <a:txBody>
                    <a:bodyPr/>
                    <a:lstStyle/>
                    <a:p>
                      <a:r>
                        <a:rPr sz="1200"/>
                        <a:t>4</a:t>
                      </a:r>
                    </a:p>
                  </a:txBody>
                  <a:tcPr marT="38100" marB="38100"/>
                </a:tc>
                <a:extLst>
                  <a:ext uri="{0D108BD9-81ED-4DB2-BD59-A6C34878D82A}">
                    <a16:rowId xmlns:a16="http://schemas.microsoft.com/office/drawing/2014/main" val="10014"/>
                  </a:ext>
                </a:extLst>
              </a:tr>
              <a:tr h="195942">
                <a:tc>
                  <a:txBody>
                    <a:bodyPr/>
                    <a:lstStyle/>
                    <a:p>
                      <a:r>
                        <a:rPr sz="1200"/>
                        <a:t>15</a:t>
                      </a:r>
                    </a:p>
                  </a:txBody>
                  <a:tcPr marT="38100" marB="38100"/>
                </a:tc>
                <a:tc>
                  <a:txBody>
                    <a:bodyPr/>
                    <a:lstStyle/>
                    <a:p>
                      <a:r>
                        <a:rPr sz="1200"/>
                        <a:t>Kevin Magnussen</a:t>
                      </a:r>
                    </a:p>
                  </a:txBody>
                  <a:tcPr marT="38100" marB="38100"/>
                </a:tc>
                <a:tc>
                  <a:txBody>
                    <a:bodyPr/>
                    <a:lstStyle/>
                    <a:p>
                      <a:r>
                        <a:rPr sz="1200"/>
                        <a:t>Valtteri Bottas</a:t>
                      </a:r>
                    </a:p>
                  </a:txBody>
                  <a:tcPr marT="38100" marB="38100"/>
                </a:tc>
                <a:tc>
                  <a:txBody>
                    <a:bodyPr/>
                    <a:lstStyle/>
                    <a:p>
                      <a:r>
                        <a:rPr sz="1200"/>
                        <a:t>25</a:t>
                      </a:r>
                    </a:p>
                  </a:txBody>
                  <a:tcPr marT="38100" marB="38100"/>
                </a:tc>
                <a:extLst>
                  <a:ext uri="{0D108BD9-81ED-4DB2-BD59-A6C34878D82A}">
                    <a16:rowId xmlns:a16="http://schemas.microsoft.com/office/drawing/2014/main" val="10015"/>
                  </a:ext>
                </a:extLst>
              </a:tr>
              <a:tr h="195942">
                <a:tc>
                  <a:txBody>
                    <a:bodyPr/>
                    <a:lstStyle/>
                    <a:p>
                      <a:r>
                        <a:rPr sz="1200"/>
                        <a:t>16</a:t>
                      </a:r>
                    </a:p>
                  </a:txBody>
                  <a:tcPr marT="38100" marB="38100"/>
                </a:tc>
                <a:tc>
                  <a:txBody>
                    <a:bodyPr/>
                    <a:lstStyle/>
                    <a:p>
                      <a:r>
                        <a:rPr sz="1200"/>
                        <a:t>Alexander Albon</a:t>
                      </a:r>
                    </a:p>
                  </a:txBody>
                  <a:tcPr marT="38100" marB="38100"/>
                </a:tc>
                <a:tc>
                  <a:txBody>
                    <a:bodyPr/>
                    <a:lstStyle/>
                    <a:p>
                      <a:r>
                        <a:rPr sz="1200"/>
                        <a:t>Nico Hulkenberg</a:t>
                      </a:r>
                    </a:p>
                  </a:txBody>
                  <a:tcPr marT="38100" marB="38100"/>
                </a:tc>
                <a:tc>
                  <a:txBody>
                    <a:bodyPr/>
                    <a:lstStyle/>
                    <a:p>
                      <a:r>
                        <a:rPr sz="1200"/>
                        <a:t>25</a:t>
                      </a:r>
                    </a:p>
                  </a:txBody>
                  <a:tcPr marT="38100" marB="38100"/>
                </a:tc>
                <a:extLst>
                  <a:ext uri="{0D108BD9-81ED-4DB2-BD59-A6C34878D82A}">
                    <a16:rowId xmlns:a16="http://schemas.microsoft.com/office/drawing/2014/main" val="10016"/>
                  </a:ext>
                </a:extLst>
              </a:tr>
              <a:tr h="195942">
                <a:tc>
                  <a:txBody>
                    <a:bodyPr/>
                    <a:lstStyle/>
                    <a:p>
                      <a:r>
                        <a:rPr sz="1200"/>
                        <a:t>17</a:t>
                      </a:r>
                    </a:p>
                  </a:txBody>
                  <a:tcPr marT="38100" marB="38100"/>
                </a:tc>
                <a:tc>
                  <a:txBody>
                    <a:bodyPr/>
                    <a:lstStyle/>
                    <a:p>
                      <a:r>
                        <a:rPr sz="1200"/>
                        <a:t>Daniel Ricciardo</a:t>
                      </a:r>
                    </a:p>
                  </a:txBody>
                  <a:tcPr marT="38100" marB="38100"/>
                </a:tc>
                <a:tc>
                  <a:txBody>
                    <a:bodyPr/>
                    <a:lstStyle/>
                    <a:p>
                      <a:r>
                        <a:rPr sz="1200"/>
                        <a:t>Zhou Guanyu</a:t>
                      </a:r>
                    </a:p>
                  </a:txBody>
                  <a:tcPr marT="38100" marB="38100"/>
                </a:tc>
                <a:tc>
                  <a:txBody>
                    <a:bodyPr/>
                    <a:lstStyle/>
                    <a:p>
                      <a:r>
                        <a:rPr sz="1200"/>
                        <a:t>1</a:t>
                      </a:r>
                    </a:p>
                  </a:txBody>
                  <a:tcPr marT="38100" marB="38100"/>
                </a:tc>
                <a:extLst>
                  <a:ext uri="{0D108BD9-81ED-4DB2-BD59-A6C34878D82A}">
                    <a16:rowId xmlns:a16="http://schemas.microsoft.com/office/drawing/2014/main" val="10017"/>
                  </a:ext>
                </a:extLst>
              </a:tr>
              <a:tr h="195942">
                <a:tc>
                  <a:txBody>
                    <a:bodyPr/>
                    <a:lstStyle/>
                    <a:p>
                      <a:r>
                        <a:rPr sz="1200"/>
                        <a:t>18</a:t>
                      </a:r>
                    </a:p>
                  </a:txBody>
                  <a:tcPr marT="38100" marB="38100"/>
                </a:tc>
                <a:tc>
                  <a:txBody>
                    <a:bodyPr/>
                    <a:lstStyle/>
                    <a:p>
                      <a:r>
                        <a:rPr sz="1200"/>
                        <a:t>Zhou Guanyu</a:t>
                      </a:r>
                    </a:p>
                  </a:txBody>
                  <a:tcPr marT="38100" marB="38100"/>
                </a:tc>
                <a:tc>
                  <a:txBody>
                    <a:bodyPr/>
                    <a:lstStyle/>
                    <a:p>
                      <a:r>
                        <a:rPr sz="1200"/>
                        <a:t>Daniel Ricciardo</a:t>
                      </a:r>
                    </a:p>
                  </a:txBody>
                  <a:tcPr marT="38100" marB="38100"/>
                </a:tc>
                <a:tc>
                  <a:txBody>
                    <a:bodyPr/>
                    <a:lstStyle/>
                    <a:p>
                      <a:r>
                        <a:rPr sz="1200"/>
                        <a:t>1</a:t>
                      </a:r>
                    </a:p>
                  </a:txBody>
                  <a:tcPr marT="38100" marB="38100"/>
                </a:tc>
                <a:extLst>
                  <a:ext uri="{0D108BD9-81ED-4DB2-BD59-A6C34878D82A}">
                    <a16:rowId xmlns:a16="http://schemas.microsoft.com/office/drawing/2014/main" val="10018"/>
                  </a:ext>
                </a:extLst>
              </a:tr>
              <a:tr h="195942">
                <a:tc>
                  <a:txBody>
                    <a:bodyPr/>
                    <a:lstStyle/>
                    <a:p>
                      <a:r>
                        <a:rPr sz="1200"/>
                        <a:t>19</a:t>
                      </a:r>
                    </a:p>
                  </a:txBody>
                  <a:tcPr marT="38100" marB="38100"/>
                </a:tc>
                <a:tc>
                  <a:txBody>
                    <a:bodyPr/>
                    <a:lstStyle/>
                    <a:p>
                      <a:r>
                        <a:rPr sz="1200"/>
                        <a:t>Logan Sargeant</a:t>
                      </a:r>
                    </a:p>
                  </a:txBody>
                  <a:tcPr marT="38100" marB="38100"/>
                </a:tc>
                <a:tc>
                  <a:txBody>
                    <a:bodyPr/>
                    <a:lstStyle/>
                    <a:p>
                      <a:r>
                        <a:rPr sz="1200"/>
                        <a:t>Logan Sargeant</a:t>
                      </a:r>
                    </a:p>
                  </a:txBody>
                  <a:tcPr marT="38100" marB="38100"/>
                </a:tc>
                <a:tc>
                  <a:txBody>
                    <a:bodyPr/>
                    <a:lstStyle/>
                    <a:p>
                      <a:r>
                        <a:rPr sz="1200"/>
                        <a:t>25</a:t>
                      </a:r>
                    </a:p>
                  </a:txBody>
                  <a:tcPr marT="38100" marB="38100"/>
                </a:tc>
                <a:extLst>
                  <a:ext uri="{0D108BD9-81ED-4DB2-BD59-A6C34878D82A}">
                    <a16:rowId xmlns:a16="http://schemas.microsoft.com/office/drawing/2014/main" val="10019"/>
                  </a:ext>
                </a:extLst>
              </a:tr>
              <a:tr h="195960">
                <a:tc>
                  <a:txBody>
                    <a:bodyPr/>
                    <a:lstStyle/>
                    <a:p>
                      <a:r>
                        <a:rPr sz="1200"/>
                        <a:t>20</a:t>
                      </a:r>
                    </a:p>
                  </a:txBody>
                  <a:tcPr marT="38100" marB="38100"/>
                </a:tc>
                <a:tc>
                  <a:txBody>
                    <a:bodyPr/>
                    <a:lstStyle/>
                    <a:p>
                      <a:r>
                        <a:rPr sz="1200"/>
                        <a:t>Valtteri Bottas</a:t>
                      </a:r>
                    </a:p>
                  </a:txBody>
                  <a:tcPr marT="38100" marB="38100"/>
                </a:tc>
                <a:tc>
                  <a:txBody>
                    <a:bodyPr/>
                    <a:lstStyle/>
                    <a:p>
                      <a:r>
                        <a:rPr sz="1200"/>
                        <a:t>Kevin Magnussen</a:t>
                      </a:r>
                    </a:p>
                  </a:txBody>
                  <a:tcPr marT="38100" marB="38100"/>
                </a:tc>
                <a:tc>
                  <a:txBody>
                    <a:bodyPr/>
                    <a:lstStyle/>
                    <a:p>
                      <a:r>
                        <a:rPr sz="1200"/>
                        <a:t>0</a:t>
                      </a:r>
                    </a:p>
                  </a:txBody>
                  <a:tcPr marT="38100" marB="38100"/>
                </a:tc>
                <a:extLst>
                  <a:ext uri="{0D108BD9-81ED-4DB2-BD59-A6C34878D82A}">
                    <a16:rowId xmlns:a16="http://schemas.microsoft.com/office/drawing/2014/main" val="10020"/>
                  </a:ext>
                </a:extLst>
              </a:tr>
            </a:tbl>
          </a:graphicData>
        </a:graphic>
      </p:graphicFrame>
      <p:sp>
        <p:nvSpPr>
          <p:cNvPr id="3" name="Rounded Rectangle 2"/>
          <p:cNvSpPr/>
          <p:nvPr/>
        </p:nvSpPr>
        <p:spPr>
          <a:xfrm>
            <a:off x="8290560" y="3291840"/>
            <a:ext cx="1950720" cy="822960"/>
          </a:xfrm>
          <a:prstGeom prst="round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r>
              <a:t>Diffs = 182
Score:
145</a:t>
            </a:r>
          </a:p>
        </p:txBody>
      </p:sp>
      <p:sp>
        <p:nvSpPr>
          <p:cNvPr id="4" name="Rectangle 3"/>
          <p:cNvSpPr/>
          <p:nvPr/>
        </p:nvSpPr>
        <p:spPr>
          <a:xfrm>
            <a:off x="0" y="0"/>
            <a:ext cx="12192000" cy="82296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Driver's - Kacper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14400" y="914400"/>
          <a:ext cx="5852160" cy="544068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195942">
                <a:tc>
                  <a:txBody>
                    <a:bodyPr/>
                    <a:lstStyle/>
                    <a:p>
                      <a:r>
                        <a:rPr sz="1200"/>
                        <a:t>Position</a:t>
                      </a:r>
                    </a:p>
                  </a:txBody>
                  <a:tcPr marT="38100" marB="38100"/>
                </a:tc>
                <a:tc>
                  <a:txBody>
                    <a:bodyPr/>
                    <a:lstStyle/>
                    <a:p>
                      <a:r>
                        <a:rPr sz="1200"/>
                        <a:t>Actual Driver</a:t>
                      </a:r>
                    </a:p>
                  </a:txBody>
                  <a:tcPr marT="38100" marB="38100"/>
                </a:tc>
                <a:tc>
                  <a:txBody>
                    <a:bodyPr/>
                    <a:lstStyle/>
                    <a:p>
                      <a:r>
                        <a:rPr sz="1200"/>
                        <a:t>Predicted Driver</a:t>
                      </a:r>
                    </a:p>
                  </a:txBody>
                  <a:tcPr marT="38100" marB="38100"/>
                </a:tc>
                <a:tc>
                  <a:txBody>
                    <a:bodyPr/>
                    <a:lstStyle/>
                    <a:p>
                      <a:r>
                        <a:rPr sz="1200"/>
                        <a:t>Diff Squared</a:t>
                      </a:r>
                    </a:p>
                  </a:txBody>
                  <a:tcPr marT="38100" marB="38100"/>
                </a:tc>
                <a:extLst>
                  <a:ext uri="{0D108BD9-81ED-4DB2-BD59-A6C34878D82A}">
                    <a16:rowId xmlns:a16="http://schemas.microsoft.com/office/drawing/2014/main" val="10000"/>
                  </a:ext>
                </a:extLst>
              </a:tr>
              <a:tr h="195942">
                <a:tc>
                  <a:txBody>
                    <a:bodyPr/>
                    <a:lstStyle/>
                    <a:p>
                      <a:r>
                        <a:rPr sz="1200"/>
                        <a:t>1</a:t>
                      </a:r>
                    </a:p>
                  </a:txBody>
                  <a:tcPr marT="38100" marB="38100"/>
                </a:tc>
                <a:tc>
                  <a:txBody>
                    <a:bodyPr/>
                    <a:lstStyle/>
                    <a:p>
                      <a:r>
                        <a:rPr sz="1200"/>
                        <a:t>Max Verstappen</a:t>
                      </a:r>
                    </a:p>
                  </a:txBody>
                  <a:tcPr marT="38100" marB="38100"/>
                </a:tc>
                <a:tc>
                  <a:txBody>
                    <a:bodyPr/>
                    <a:lstStyle/>
                    <a:p>
                      <a:r>
                        <a:rPr sz="1200"/>
                        <a:t>Max Verstappen</a:t>
                      </a:r>
                    </a:p>
                  </a:txBody>
                  <a:tcPr marT="38100" marB="38100"/>
                </a:tc>
                <a:tc>
                  <a:txBody>
                    <a:bodyPr/>
                    <a:lstStyle/>
                    <a:p>
                      <a:r>
                        <a:rPr sz="1200"/>
                        <a:t>0</a:t>
                      </a:r>
                    </a:p>
                  </a:txBody>
                  <a:tcPr marT="38100" marB="38100"/>
                </a:tc>
                <a:extLst>
                  <a:ext uri="{0D108BD9-81ED-4DB2-BD59-A6C34878D82A}">
                    <a16:rowId xmlns:a16="http://schemas.microsoft.com/office/drawing/2014/main" val="10001"/>
                  </a:ext>
                </a:extLst>
              </a:tr>
              <a:tr h="195942">
                <a:tc>
                  <a:txBody>
                    <a:bodyPr/>
                    <a:lstStyle/>
                    <a:p>
                      <a:r>
                        <a:rPr sz="1200"/>
                        <a:t>2</a:t>
                      </a:r>
                    </a:p>
                  </a:txBody>
                  <a:tcPr marT="38100" marB="38100"/>
                </a:tc>
                <a:tc>
                  <a:txBody>
                    <a:bodyPr/>
                    <a:lstStyle/>
                    <a:p>
                      <a:r>
                        <a:rPr sz="1200"/>
                        <a:t>Lando Norris</a:t>
                      </a:r>
                    </a:p>
                  </a:txBody>
                  <a:tcPr marT="38100" marB="38100"/>
                </a:tc>
                <a:tc>
                  <a:txBody>
                    <a:bodyPr/>
                    <a:lstStyle/>
                    <a:p>
                      <a:r>
                        <a:rPr sz="1200"/>
                        <a:t>Lewis Hamilton</a:t>
                      </a:r>
                    </a:p>
                  </a:txBody>
                  <a:tcPr marT="38100" marB="38100"/>
                </a:tc>
                <a:tc>
                  <a:txBody>
                    <a:bodyPr/>
                    <a:lstStyle/>
                    <a:p>
                      <a:r>
                        <a:rPr sz="1200"/>
                        <a:t>16</a:t>
                      </a:r>
                    </a:p>
                  </a:txBody>
                  <a:tcPr marT="38100" marB="38100"/>
                </a:tc>
                <a:extLst>
                  <a:ext uri="{0D108BD9-81ED-4DB2-BD59-A6C34878D82A}">
                    <a16:rowId xmlns:a16="http://schemas.microsoft.com/office/drawing/2014/main" val="10002"/>
                  </a:ext>
                </a:extLst>
              </a:tr>
              <a:tr h="195942">
                <a:tc>
                  <a:txBody>
                    <a:bodyPr/>
                    <a:lstStyle/>
                    <a:p>
                      <a:r>
                        <a:rPr sz="1200"/>
                        <a:t>3</a:t>
                      </a:r>
                    </a:p>
                  </a:txBody>
                  <a:tcPr marT="38100" marB="38100"/>
                </a:tc>
                <a:tc>
                  <a:txBody>
                    <a:bodyPr/>
                    <a:lstStyle/>
                    <a:p>
                      <a:r>
                        <a:rPr sz="1200"/>
                        <a:t>Charles Leclerc</a:t>
                      </a:r>
                    </a:p>
                  </a:txBody>
                  <a:tcPr marT="38100" marB="38100"/>
                </a:tc>
                <a:tc>
                  <a:txBody>
                    <a:bodyPr/>
                    <a:lstStyle/>
                    <a:p>
                      <a:r>
                        <a:rPr sz="1200"/>
                        <a:t>Charles Leclerc</a:t>
                      </a:r>
                    </a:p>
                  </a:txBody>
                  <a:tcPr marT="38100" marB="38100"/>
                </a:tc>
                <a:tc>
                  <a:txBody>
                    <a:bodyPr/>
                    <a:lstStyle/>
                    <a:p>
                      <a:r>
                        <a:rPr sz="1200"/>
                        <a:t>25</a:t>
                      </a:r>
                    </a:p>
                  </a:txBody>
                  <a:tcPr marT="38100" marB="38100"/>
                </a:tc>
                <a:extLst>
                  <a:ext uri="{0D108BD9-81ED-4DB2-BD59-A6C34878D82A}">
                    <a16:rowId xmlns:a16="http://schemas.microsoft.com/office/drawing/2014/main" val="10003"/>
                  </a:ext>
                </a:extLst>
              </a:tr>
              <a:tr h="195942">
                <a:tc>
                  <a:txBody>
                    <a:bodyPr/>
                    <a:lstStyle/>
                    <a:p>
                      <a:r>
                        <a:rPr sz="1200"/>
                        <a:t>4</a:t>
                      </a:r>
                    </a:p>
                  </a:txBody>
                  <a:tcPr marT="38100" marB="38100"/>
                </a:tc>
                <a:tc>
                  <a:txBody>
                    <a:bodyPr/>
                    <a:lstStyle/>
                    <a:p>
                      <a:r>
                        <a:rPr sz="1200"/>
                        <a:t>Oscar Piastri</a:t>
                      </a:r>
                    </a:p>
                  </a:txBody>
                  <a:tcPr marT="38100" marB="38100"/>
                </a:tc>
                <a:tc>
                  <a:txBody>
                    <a:bodyPr/>
                    <a:lstStyle/>
                    <a:p>
                      <a:r>
                        <a:rPr sz="1200"/>
                        <a:t>Sergio Perez</a:t>
                      </a:r>
                    </a:p>
                  </a:txBody>
                  <a:tcPr marT="38100" marB="38100"/>
                </a:tc>
                <a:tc>
                  <a:txBody>
                    <a:bodyPr/>
                    <a:lstStyle/>
                    <a:p>
                      <a:r>
                        <a:rPr sz="1200"/>
                        <a:t>9</a:t>
                      </a:r>
                    </a:p>
                  </a:txBody>
                  <a:tcPr marT="38100" marB="38100"/>
                </a:tc>
                <a:extLst>
                  <a:ext uri="{0D108BD9-81ED-4DB2-BD59-A6C34878D82A}">
                    <a16:rowId xmlns:a16="http://schemas.microsoft.com/office/drawing/2014/main" val="10004"/>
                  </a:ext>
                </a:extLst>
              </a:tr>
              <a:tr h="195942">
                <a:tc>
                  <a:txBody>
                    <a:bodyPr/>
                    <a:lstStyle/>
                    <a:p>
                      <a:r>
                        <a:rPr sz="1200"/>
                        <a:t>5</a:t>
                      </a:r>
                    </a:p>
                  </a:txBody>
                  <a:tcPr marT="38100" marB="38100"/>
                </a:tc>
                <a:tc>
                  <a:txBody>
                    <a:bodyPr/>
                    <a:lstStyle/>
                    <a:p>
                      <a:r>
                        <a:rPr sz="1200"/>
                        <a:t>Carlos Sainz</a:t>
                      </a:r>
                    </a:p>
                  </a:txBody>
                  <a:tcPr marT="38100" marB="38100"/>
                </a:tc>
                <a:tc>
                  <a:txBody>
                    <a:bodyPr/>
                    <a:lstStyle/>
                    <a:p>
                      <a:r>
                        <a:rPr sz="1200"/>
                        <a:t>Carlos Sainz</a:t>
                      </a:r>
                    </a:p>
                  </a:txBody>
                  <a:tcPr marT="38100" marB="38100"/>
                </a:tc>
                <a:tc>
                  <a:txBody>
                    <a:bodyPr/>
                    <a:lstStyle/>
                    <a:p>
                      <a:r>
                        <a:rPr sz="1200"/>
                        <a:t>0</a:t>
                      </a:r>
                    </a:p>
                  </a:txBody>
                  <a:tcPr marT="38100" marB="38100"/>
                </a:tc>
                <a:extLst>
                  <a:ext uri="{0D108BD9-81ED-4DB2-BD59-A6C34878D82A}">
                    <a16:rowId xmlns:a16="http://schemas.microsoft.com/office/drawing/2014/main" val="10005"/>
                  </a:ext>
                </a:extLst>
              </a:tr>
              <a:tr h="195942">
                <a:tc>
                  <a:txBody>
                    <a:bodyPr/>
                    <a:lstStyle/>
                    <a:p>
                      <a:r>
                        <a:rPr sz="1200"/>
                        <a:t>6</a:t>
                      </a:r>
                    </a:p>
                  </a:txBody>
                  <a:tcPr marT="38100" marB="38100"/>
                </a:tc>
                <a:tc>
                  <a:txBody>
                    <a:bodyPr/>
                    <a:lstStyle/>
                    <a:p>
                      <a:r>
                        <a:rPr sz="1200"/>
                        <a:t>George Russell</a:t>
                      </a:r>
                    </a:p>
                  </a:txBody>
                  <a:tcPr marT="38100" marB="38100"/>
                </a:tc>
                <a:tc>
                  <a:txBody>
                    <a:bodyPr/>
                    <a:lstStyle/>
                    <a:p>
                      <a:r>
                        <a:rPr sz="1200"/>
                        <a:t>Fernando Alonso</a:t>
                      </a:r>
                    </a:p>
                  </a:txBody>
                  <a:tcPr marT="38100" marB="38100"/>
                </a:tc>
                <a:tc>
                  <a:txBody>
                    <a:bodyPr/>
                    <a:lstStyle/>
                    <a:p>
                      <a:r>
                        <a:rPr sz="1200"/>
                        <a:t>36</a:t>
                      </a:r>
                    </a:p>
                  </a:txBody>
                  <a:tcPr marT="38100" marB="38100"/>
                </a:tc>
                <a:extLst>
                  <a:ext uri="{0D108BD9-81ED-4DB2-BD59-A6C34878D82A}">
                    <a16:rowId xmlns:a16="http://schemas.microsoft.com/office/drawing/2014/main" val="10006"/>
                  </a:ext>
                </a:extLst>
              </a:tr>
              <a:tr h="195942">
                <a:tc>
                  <a:txBody>
                    <a:bodyPr/>
                    <a:lstStyle/>
                    <a:p>
                      <a:r>
                        <a:rPr sz="1200"/>
                        <a:t>7</a:t>
                      </a:r>
                    </a:p>
                  </a:txBody>
                  <a:tcPr marT="38100" marB="38100"/>
                </a:tc>
                <a:tc>
                  <a:txBody>
                    <a:bodyPr/>
                    <a:lstStyle/>
                    <a:p>
                      <a:r>
                        <a:rPr sz="1200"/>
                        <a:t>Lewis Hamilton</a:t>
                      </a:r>
                    </a:p>
                  </a:txBody>
                  <a:tcPr marT="38100" marB="38100"/>
                </a:tc>
                <a:tc>
                  <a:txBody>
                    <a:bodyPr/>
                    <a:lstStyle/>
                    <a:p>
                      <a:r>
                        <a:rPr sz="1200"/>
                        <a:t>George Russell</a:t>
                      </a:r>
                    </a:p>
                  </a:txBody>
                  <a:tcPr marT="38100" marB="38100"/>
                </a:tc>
                <a:tc>
                  <a:txBody>
                    <a:bodyPr/>
                    <a:lstStyle/>
                    <a:p>
                      <a:r>
                        <a:rPr sz="1200"/>
                        <a:t>0</a:t>
                      </a:r>
                    </a:p>
                  </a:txBody>
                  <a:tcPr marT="38100" marB="38100"/>
                </a:tc>
                <a:extLst>
                  <a:ext uri="{0D108BD9-81ED-4DB2-BD59-A6C34878D82A}">
                    <a16:rowId xmlns:a16="http://schemas.microsoft.com/office/drawing/2014/main" val="10007"/>
                  </a:ext>
                </a:extLst>
              </a:tr>
              <a:tr h="195942">
                <a:tc>
                  <a:txBody>
                    <a:bodyPr/>
                    <a:lstStyle/>
                    <a:p>
                      <a:r>
                        <a:rPr sz="1200"/>
                        <a:t>8</a:t>
                      </a:r>
                    </a:p>
                  </a:txBody>
                  <a:tcPr marT="38100" marB="38100"/>
                </a:tc>
                <a:tc>
                  <a:txBody>
                    <a:bodyPr/>
                    <a:lstStyle/>
                    <a:p>
                      <a:r>
                        <a:rPr sz="1200"/>
                        <a:t>Sergio Perez</a:t>
                      </a:r>
                    </a:p>
                  </a:txBody>
                  <a:tcPr marT="38100" marB="38100"/>
                </a:tc>
                <a:tc>
                  <a:txBody>
                    <a:bodyPr/>
                    <a:lstStyle/>
                    <a:p>
                      <a:r>
                        <a:rPr sz="1200"/>
                        <a:t>Lando Norris</a:t>
                      </a:r>
                    </a:p>
                  </a:txBody>
                  <a:tcPr marT="38100" marB="38100"/>
                </a:tc>
                <a:tc>
                  <a:txBody>
                    <a:bodyPr/>
                    <a:lstStyle/>
                    <a:p>
                      <a:r>
                        <a:rPr sz="1200"/>
                        <a:t>1</a:t>
                      </a:r>
                    </a:p>
                  </a:txBody>
                  <a:tcPr marT="38100" marB="38100"/>
                </a:tc>
                <a:extLst>
                  <a:ext uri="{0D108BD9-81ED-4DB2-BD59-A6C34878D82A}">
                    <a16:rowId xmlns:a16="http://schemas.microsoft.com/office/drawing/2014/main" val="10008"/>
                  </a:ext>
                </a:extLst>
              </a:tr>
              <a:tr h="195942">
                <a:tc>
                  <a:txBody>
                    <a:bodyPr/>
                    <a:lstStyle/>
                    <a:p>
                      <a:r>
                        <a:rPr sz="1200"/>
                        <a:t>9</a:t>
                      </a:r>
                    </a:p>
                  </a:txBody>
                  <a:tcPr marT="38100" marB="38100"/>
                </a:tc>
                <a:tc>
                  <a:txBody>
                    <a:bodyPr/>
                    <a:lstStyle/>
                    <a:p>
                      <a:r>
                        <a:rPr sz="1200"/>
                        <a:t>Fernando Alonso</a:t>
                      </a:r>
                    </a:p>
                  </a:txBody>
                  <a:tcPr marT="38100" marB="38100"/>
                </a:tc>
                <a:tc>
                  <a:txBody>
                    <a:bodyPr/>
                    <a:lstStyle/>
                    <a:p>
                      <a:r>
                        <a:rPr sz="1200"/>
                        <a:t>Oscar Piastri</a:t>
                      </a:r>
                    </a:p>
                  </a:txBody>
                  <a:tcPr marT="38100" marB="38100"/>
                </a:tc>
                <a:tc>
                  <a:txBody>
                    <a:bodyPr/>
                    <a:lstStyle/>
                    <a:p>
                      <a:r>
                        <a:rPr sz="1200"/>
                        <a:t>25</a:t>
                      </a:r>
                    </a:p>
                  </a:txBody>
                  <a:tcPr marT="38100" marB="38100"/>
                </a:tc>
                <a:extLst>
                  <a:ext uri="{0D108BD9-81ED-4DB2-BD59-A6C34878D82A}">
                    <a16:rowId xmlns:a16="http://schemas.microsoft.com/office/drawing/2014/main" val="10009"/>
                  </a:ext>
                </a:extLst>
              </a:tr>
              <a:tr h="195942">
                <a:tc>
                  <a:txBody>
                    <a:bodyPr/>
                    <a:lstStyle/>
                    <a:p>
                      <a:r>
                        <a:rPr sz="1200"/>
                        <a:t>10</a:t>
                      </a:r>
                    </a:p>
                  </a:txBody>
                  <a:tcPr marT="38100" marB="38100"/>
                </a:tc>
                <a:tc>
                  <a:txBody>
                    <a:bodyPr/>
                    <a:lstStyle/>
                    <a:p>
                      <a:r>
                        <a:rPr sz="1200"/>
                        <a:t>Pierre Gasly</a:t>
                      </a:r>
                    </a:p>
                  </a:txBody>
                  <a:tcPr marT="38100" marB="38100"/>
                </a:tc>
                <a:tc>
                  <a:txBody>
                    <a:bodyPr/>
                    <a:lstStyle/>
                    <a:p>
                      <a:r>
                        <a:rPr sz="1200"/>
                        <a:t>Alexander Albon</a:t>
                      </a:r>
                    </a:p>
                  </a:txBody>
                  <a:tcPr marT="38100" marB="38100"/>
                </a:tc>
                <a:tc>
                  <a:txBody>
                    <a:bodyPr/>
                    <a:lstStyle/>
                    <a:p>
                      <a:r>
                        <a:rPr sz="1200"/>
                        <a:t>4</a:t>
                      </a:r>
                    </a:p>
                  </a:txBody>
                  <a:tcPr marT="38100" marB="38100"/>
                </a:tc>
                <a:extLst>
                  <a:ext uri="{0D108BD9-81ED-4DB2-BD59-A6C34878D82A}">
                    <a16:rowId xmlns:a16="http://schemas.microsoft.com/office/drawing/2014/main" val="10010"/>
                  </a:ext>
                </a:extLst>
              </a:tr>
              <a:tr h="195942">
                <a:tc>
                  <a:txBody>
                    <a:bodyPr/>
                    <a:lstStyle/>
                    <a:p>
                      <a:r>
                        <a:rPr sz="1200"/>
                        <a:t>11</a:t>
                      </a:r>
                    </a:p>
                  </a:txBody>
                  <a:tcPr marT="38100" marB="38100"/>
                </a:tc>
                <a:tc>
                  <a:txBody>
                    <a:bodyPr/>
                    <a:lstStyle/>
                    <a:p>
                      <a:r>
                        <a:rPr sz="1200"/>
                        <a:t>Nico Hulkenberg</a:t>
                      </a:r>
                    </a:p>
                  </a:txBody>
                  <a:tcPr marT="38100" marB="38100"/>
                </a:tc>
                <a:tc>
                  <a:txBody>
                    <a:bodyPr/>
                    <a:lstStyle/>
                    <a:p>
                      <a:r>
                        <a:rPr sz="1200"/>
                        <a:t>Lance Stroll</a:t>
                      </a:r>
                    </a:p>
                  </a:txBody>
                  <a:tcPr marT="38100" marB="38100"/>
                </a:tc>
                <a:tc>
                  <a:txBody>
                    <a:bodyPr/>
                    <a:lstStyle/>
                    <a:p>
                      <a:r>
                        <a:rPr sz="1200"/>
                        <a:t>4</a:t>
                      </a:r>
                    </a:p>
                  </a:txBody>
                  <a:tcPr marT="38100" marB="38100"/>
                </a:tc>
                <a:extLst>
                  <a:ext uri="{0D108BD9-81ED-4DB2-BD59-A6C34878D82A}">
                    <a16:rowId xmlns:a16="http://schemas.microsoft.com/office/drawing/2014/main" val="10011"/>
                  </a:ext>
                </a:extLst>
              </a:tr>
              <a:tr h="195942">
                <a:tc>
                  <a:txBody>
                    <a:bodyPr/>
                    <a:lstStyle/>
                    <a:p>
                      <a:r>
                        <a:rPr sz="1200"/>
                        <a:t>12</a:t>
                      </a:r>
                    </a:p>
                  </a:txBody>
                  <a:tcPr marT="38100" marB="38100"/>
                </a:tc>
                <a:tc>
                  <a:txBody>
                    <a:bodyPr/>
                    <a:lstStyle/>
                    <a:p>
                      <a:r>
                        <a:rPr sz="1200"/>
                        <a:t>Yuki Tsunoda</a:t>
                      </a:r>
                    </a:p>
                  </a:txBody>
                  <a:tcPr marT="38100" marB="38100"/>
                </a:tc>
                <a:tc>
                  <a:txBody>
                    <a:bodyPr/>
                    <a:lstStyle/>
                    <a:p>
                      <a:r>
                        <a:rPr sz="1200"/>
                        <a:t>Pierre Gasly</a:t>
                      </a:r>
                    </a:p>
                  </a:txBody>
                  <a:tcPr marT="38100" marB="38100"/>
                </a:tc>
                <a:tc>
                  <a:txBody>
                    <a:bodyPr/>
                    <a:lstStyle/>
                    <a:p>
                      <a:r>
                        <a:rPr sz="1200"/>
                        <a:t>1</a:t>
                      </a:r>
                    </a:p>
                  </a:txBody>
                  <a:tcPr marT="38100" marB="38100"/>
                </a:tc>
                <a:extLst>
                  <a:ext uri="{0D108BD9-81ED-4DB2-BD59-A6C34878D82A}">
                    <a16:rowId xmlns:a16="http://schemas.microsoft.com/office/drawing/2014/main" val="10012"/>
                  </a:ext>
                </a:extLst>
              </a:tr>
              <a:tr h="195942">
                <a:tc>
                  <a:txBody>
                    <a:bodyPr/>
                    <a:lstStyle/>
                    <a:p>
                      <a:r>
                        <a:rPr sz="1200"/>
                        <a:t>13</a:t>
                      </a:r>
                    </a:p>
                  </a:txBody>
                  <a:tcPr marT="38100" marB="38100"/>
                </a:tc>
                <a:tc>
                  <a:txBody>
                    <a:bodyPr/>
                    <a:lstStyle/>
                    <a:p>
                      <a:r>
                        <a:rPr sz="1200"/>
                        <a:t>Lance Stroll</a:t>
                      </a:r>
                    </a:p>
                  </a:txBody>
                  <a:tcPr marT="38100" marB="38100"/>
                </a:tc>
                <a:tc>
                  <a:txBody>
                    <a:bodyPr/>
                    <a:lstStyle/>
                    <a:p>
                      <a:r>
                        <a:rPr sz="1200"/>
                        <a:t>Esteban Ocon</a:t>
                      </a:r>
                    </a:p>
                  </a:txBody>
                  <a:tcPr marT="38100" marB="38100"/>
                </a:tc>
                <a:tc>
                  <a:txBody>
                    <a:bodyPr/>
                    <a:lstStyle/>
                    <a:p>
                      <a:r>
                        <a:rPr sz="1200"/>
                        <a:t>36</a:t>
                      </a:r>
                    </a:p>
                  </a:txBody>
                  <a:tcPr marT="38100" marB="38100"/>
                </a:tc>
                <a:extLst>
                  <a:ext uri="{0D108BD9-81ED-4DB2-BD59-A6C34878D82A}">
                    <a16:rowId xmlns:a16="http://schemas.microsoft.com/office/drawing/2014/main" val="10013"/>
                  </a:ext>
                </a:extLst>
              </a:tr>
              <a:tr h="195942">
                <a:tc>
                  <a:txBody>
                    <a:bodyPr/>
                    <a:lstStyle/>
                    <a:p>
                      <a:r>
                        <a:rPr sz="1200"/>
                        <a:t>14</a:t>
                      </a:r>
                    </a:p>
                  </a:txBody>
                  <a:tcPr marT="38100" marB="38100"/>
                </a:tc>
                <a:tc>
                  <a:txBody>
                    <a:bodyPr/>
                    <a:lstStyle/>
                    <a:p>
                      <a:r>
                        <a:rPr sz="1200"/>
                        <a:t>Esteban Ocon</a:t>
                      </a:r>
                    </a:p>
                  </a:txBody>
                  <a:tcPr marT="38100" marB="38100"/>
                </a:tc>
                <a:tc>
                  <a:txBody>
                    <a:bodyPr/>
                    <a:lstStyle/>
                    <a:p>
                      <a:r>
                        <a:rPr sz="1200"/>
                        <a:t>Yuki Tsunoda</a:t>
                      </a:r>
                    </a:p>
                  </a:txBody>
                  <a:tcPr marT="38100" marB="38100"/>
                </a:tc>
                <a:tc>
                  <a:txBody>
                    <a:bodyPr/>
                    <a:lstStyle/>
                    <a:p>
                      <a:r>
                        <a:rPr sz="1200"/>
                        <a:t>4</a:t>
                      </a:r>
                    </a:p>
                  </a:txBody>
                  <a:tcPr marT="38100" marB="38100"/>
                </a:tc>
                <a:extLst>
                  <a:ext uri="{0D108BD9-81ED-4DB2-BD59-A6C34878D82A}">
                    <a16:rowId xmlns:a16="http://schemas.microsoft.com/office/drawing/2014/main" val="10014"/>
                  </a:ext>
                </a:extLst>
              </a:tr>
              <a:tr h="195942">
                <a:tc>
                  <a:txBody>
                    <a:bodyPr/>
                    <a:lstStyle/>
                    <a:p>
                      <a:r>
                        <a:rPr sz="1200"/>
                        <a:t>15</a:t>
                      </a:r>
                    </a:p>
                  </a:txBody>
                  <a:tcPr marT="38100" marB="38100"/>
                </a:tc>
                <a:tc>
                  <a:txBody>
                    <a:bodyPr/>
                    <a:lstStyle/>
                    <a:p>
                      <a:r>
                        <a:rPr sz="1200"/>
                        <a:t>Kevin Magnussen</a:t>
                      </a:r>
                    </a:p>
                  </a:txBody>
                  <a:tcPr marT="38100" marB="38100"/>
                </a:tc>
                <a:tc>
                  <a:txBody>
                    <a:bodyPr/>
                    <a:lstStyle/>
                    <a:p>
                      <a:r>
                        <a:rPr sz="1200"/>
                        <a:t>Logan Sargeant</a:t>
                      </a:r>
                    </a:p>
                  </a:txBody>
                  <a:tcPr marT="38100" marB="38100"/>
                </a:tc>
                <a:tc>
                  <a:txBody>
                    <a:bodyPr/>
                    <a:lstStyle/>
                    <a:p>
                      <a:r>
                        <a:rPr sz="1200"/>
                        <a:t>16</a:t>
                      </a:r>
                    </a:p>
                  </a:txBody>
                  <a:tcPr marT="38100" marB="38100"/>
                </a:tc>
                <a:extLst>
                  <a:ext uri="{0D108BD9-81ED-4DB2-BD59-A6C34878D82A}">
                    <a16:rowId xmlns:a16="http://schemas.microsoft.com/office/drawing/2014/main" val="10015"/>
                  </a:ext>
                </a:extLst>
              </a:tr>
              <a:tr h="195942">
                <a:tc>
                  <a:txBody>
                    <a:bodyPr/>
                    <a:lstStyle/>
                    <a:p>
                      <a:r>
                        <a:rPr sz="1200"/>
                        <a:t>16</a:t>
                      </a:r>
                    </a:p>
                  </a:txBody>
                  <a:tcPr marT="38100" marB="38100"/>
                </a:tc>
                <a:tc>
                  <a:txBody>
                    <a:bodyPr/>
                    <a:lstStyle/>
                    <a:p>
                      <a:r>
                        <a:rPr sz="1200"/>
                        <a:t>Alexander Albon</a:t>
                      </a:r>
                    </a:p>
                  </a:txBody>
                  <a:tcPr marT="38100" marB="38100"/>
                </a:tc>
                <a:tc>
                  <a:txBody>
                    <a:bodyPr/>
                    <a:lstStyle/>
                    <a:p>
                      <a:r>
                        <a:rPr sz="1200"/>
                        <a:t>Valtteri Bottas</a:t>
                      </a:r>
                    </a:p>
                  </a:txBody>
                  <a:tcPr marT="38100" marB="38100"/>
                </a:tc>
                <a:tc>
                  <a:txBody>
                    <a:bodyPr/>
                    <a:lstStyle/>
                    <a:p>
                      <a:r>
                        <a:rPr sz="1200"/>
                        <a:t>36</a:t>
                      </a:r>
                    </a:p>
                  </a:txBody>
                  <a:tcPr marT="38100" marB="38100"/>
                </a:tc>
                <a:extLst>
                  <a:ext uri="{0D108BD9-81ED-4DB2-BD59-A6C34878D82A}">
                    <a16:rowId xmlns:a16="http://schemas.microsoft.com/office/drawing/2014/main" val="10016"/>
                  </a:ext>
                </a:extLst>
              </a:tr>
              <a:tr h="195942">
                <a:tc>
                  <a:txBody>
                    <a:bodyPr/>
                    <a:lstStyle/>
                    <a:p>
                      <a:r>
                        <a:rPr sz="1200"/>
                        <a:t>17</a:t>
                      </a:r>
                    </a:p>
                  </a:txBody>
                  <a:tcPr marT="38100" marB="38100"/>
                </a:tc>
                <a:tc>
                  <a:txBody>
                    <a:bodyPr/>
                    <a:lstStyle/>
                    <a:p>
                      <a:r>
                        <a:rPr sz="1200"/>
                        <a:t>Daniel Ricciardo</a:t>
                      </a:r>
                    </a:p>
                  </a:txBody>
                  <a:tcPr marT="38100" marB="38100"/>
                </a:tc>
                <a:tc>
                  <a:txBody>
                    <a:bodyPr/>
                    <a:lstStyle/>
                    <a:p>
                      <a:r>
                        <a:rPr sz="1200"/>
                        <a:t>Nico Hulkenberg</a:t>
                      </a:r>
                    </a:p>
                  </a:txBody>
                  <a:tcPr marT="38100" marB="38100"/>
                </a:tc>
                <a:tc>
                  <a:txBody>
                    <a:bodyPr/>
                    <a:lstStyle/>
                    <a:p>
                      <a:r>
                        <a:rPr sz="1200"/>
                        <a:t>1</a:t>
                      </a:r>
                    </a:p>
                  </a:txBody>
                  <a:tcPr marT="38100" marB="38100"/>
                </a:tc>
                <a:extLst>
                  <a:ext uri="{0D108BD9-81ED-4DB2-BD59-A6C34878D82A}">
                    <a16:rowId xmlns:a16="http://schemas.microsoft.com/office/drawing/2014/main" val="10017"/>
                  </a:ext>
                </a:extLst>
              </a:tr>
              <a:tr h="195942">
                <a:tc>
                  <a:txBody>
                    <a:bodyPr/>
                    <a:lstStyle/>
                    <a:p>
                      <a:r>
                        <a:rPr sz="1200"/>
                        <a:t>18</a:t>
                      </a:r>
                    </a:p>
                  </a:txBody>
                  <a:tcPr marT="38100" marB="38100"/>
                </a:tc>
                <a:tc>
                  <a:txBody>
                    <a:bodyPr/>
                    <a:lstStyle/>
                    <a:p>
                      <a:r>
                        <a:rPr sz="1200"/>
                        <a:t>Zhou Guanyu</a:t>
                      </a:r>
                    </a:p>
                  </a:txBody>
                  <a:tcPr marT="38100" marB="38100"/>
                </a:tc>
                <a:tc>
                  <a:txBody>
                    <a:bodyPr/>
                    <a:lstStyle/>
                    <a:p>
                      <a:r>
                        <a:rPr sz="1200"/>
                        <a:t>Daniel Ricciardo</a:t>
                      </a:r>
                    </a:p>
                  </a:txBody>
                  <a:tcPr marT="38100" marB="38100"/>
                </a:tc>
                <a:tc>
                  <a:txBody>
                    <a:bodyPr/>
                    <a:lstStyle/>
                    <a:p>
                      <a:r>
                        <a:rPr sz="1200"/>
                        <a:t>4</a:t>
                      </a:r>
                    </a:p>
                  </a:txBody>
                  <a:tcPr marT="38100" marB="38100"/>
                </a:tc>
                <a:extLst>
                  <a:ext uri="{0D108BD9-81ED-4DB2-BD59-A6C34878D82A}">
                    <a16:rowId xmlns:a16="http://schemas.microsoft.com/office/drawing/2014/main" val="10018"/>
                  </a:ext>
                </a:extLst>
              </a:tr>
              <a:tr h="195942">
                <a:tc>
                  <a:txBody>
                    <a:bodyPr/>
                    <a:lstStyle/>
                    <a:p>
                      <a:r>
                        <a:rPr sz="1200"/>
                        <a:t>19</a:t>
                      </a:r>
                    </a:p>
                  </a:txBody>
                  <a:tcPr marT="38100" marB="38100"/>
                </a:tc>
                <a:tc>
                  <a:txBody>
                    <a:bodyPr/>
                    <a:lstStyle/>
                    <a:p>
                      <a:r>
                        <a:rPr sz="1200"/>
                        <a:t>Logan Sargeant</a:t>
                      </a:r>
                    </a:p>
                  </a:txBody>
                  <a:tcPr marT="38100" marB="38100"/>
                </a:tc>
                <a:tc>
                  <a:txBody>
                    <a:bodyPr/>
                    <a:lstStyle/>
                    <a:p>
                      <a:r>
                        <a:rPr sz="1200"/>
                        <a:t>Kevin Magnussen</a:t>
                      </a:r>
                    </a:p>
                  </a:txBody>
                  <a:tcPr marT="38100" marB="38100"/>
                </a:tc>
                <a:tc>
                  <a:txBody>
                    <a:bodyPr/>
                    <a:lstStyle/>
                    <a:p>
                      <a:r>
                        <a:rPr sz="1200"/>
                        <a:t>16</a:t>
                      </a:r>
                    </a:p>
                  </a:txBody>
                  <a:tcPr marT="38100" marB="38100"/>
                </a:tc>
                <a:extLst>
                  <a:ext uri="{0D108BD9-81ED-4DB2-BD59-A6C34878D82A}">
                    <a16:rowId xmlns:a16="http://schemas.microsoft.com/office/drawing/2014/main" val="10019"/>
                  </a:ext>
                </a:extLst>
              </a:tr>
              <a:tr h="195960">
                <a:tc>
                  <a:txBody>
                    <a:bodyPr/>
                    <a:lstStyle/>
                    <a:p>
                      <a:r>
                        <a:rPr sz="1200"/>
                        <a:t>20</a:t>
                      </a:r>
                    </a:p>
                  </a:txBody>
                  <a:tcPr marT="38100" marB="38100"/>
                </a:tc>
                <a:tc>
                  <a:txBody>
                    <a:bodyPr/>
                    <a:lstStyle/>
                    <a:p>
                      <a:r>
                        <a:rPr sz="1200"/>
                        <a:t>Valtteri Bottas</a:t>
                      </a:r>
                    </a:p>
                  </a:txBody>
                  <a:tcPr marT="38100" marB="38100"/>
                </a:tc>
                <a:tc>
                  <a:txBody>
                    <a:bodyPr/>
                    <a:lstStyle/>
                    <a:p>
                      <a:r>
                        <a:rPr sz="1200"/>
                        <a:t>Zhou Guanyu</a:t>
                      </a:r>
                    </a:p>
                  </a:txBody>
                  <a:tcPr marT="38100" marB="38100"/>
                </a:tc>
                <a:tc>
                  <a:txBody>
                    <a:bodyPr/>
                    <a:lstStyle/>
                    <a:p>
                      <a:r>
                        <a:rPr sz="1200"/>
                        <a:t>16</a:t>
                      </a:r>
                    </a:p>
                  </a:txBody>
                  <a:tcPr marT="38100" marB="38100"/>
                </a:tc>
                <a:extLst>
                  <a:ext uri="{0D108BD9-81ED-4DB2-BD59-A6C34878D82A}">
                    <a16:rowId xmlns:a16="http://schemas.microsoft.com/office/drawing/2014/main" val="10020"/>
                  </a:ext>
                </a:extLst>
              </a:tr>
            </a:tbl>
          </a:graphicData>
        </a:graphic>
      </p:graphicFrame>
      <p:sp>
        <p:nvSpPr>
          <p:cNvPr id="3" name="Rounded Rectangle 2"/>
          <p:cNvSpPr/>
          <p:nvPr/>
        </p:nvSpPr>
        <p:spPr>
          <a:xfrm>
            <a:off x="8290560" y="3291840"/>
            <a:ext cx="1950720" cy="822960"/>
          </a:xfrm>
          <a:prstGeom prst="round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r>
              <a:t>Diffs = 250
Score:
125</a:t>
            </a:r>
          </a:p>
        </p:txBody>
      </p:sp>
      <p:sp>
        <p:nvSpPr>
          <p:cNvPr id="4" name="Rectangle 3"/>
          <p:cNvSpPr/>
          <p:nvPr/>
        </p:nvSpPr>
        <p:spPr>
          <a:xfrm>
            <a:off x="0" y="0"/>
            <a:ext cx="12192000" cy="82296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Driver's - Suley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583168" y="233172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323</a:t>
            </a:r>
          </a:p>
        </p:txBody>
      </p:sp>
      <p:sp>
        <p:nvSpPr>
          <p:cNvPr id="3" name="Rounded Rectangle 2"/>
          <p:cNvSpPr/>
          <p:nvPr/>
        </p:nvSpPr>
        <p:spPr>
          <a:xfrm>
            <a:off x="4291584" y="233172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352</a:t>
            </a:r>
          </a:p>
        </p:txBody>
      </p:sp>
      <p:sp>
        <p:nvSpPr>
          <p:cNvPr id="4" name="Rounded Rectangle 3"/>
          <p:cNvSpPr/>
          <p:nvPr/>
        </p:nvSpPr>
        <p:spPr>
          <a:xfrm>
            <a:off x="2682240" y="379476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316</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401</a:t>
            </a:r>
          </a:p>
        </p:txBody>
      </p:sp>
      <p:sp>
        <p:nvSpPr>
          <p:cNvPr id="6" name="Rounded Rectangle 5"/>
          <p:cNvSpPr/>
          <p:nvPr/>
        </p:nvSpPr>
        <p:spPr>
          <a:xfrm>
            <a:off x="5364480" y="379476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307</a:t>
            </a:r>
          </a:p>
        </p:txBody>
      </p:sp>
      <p:sp>
        <p:nvSpPr>
          <p:cNvPr id="7" name="Rounded Rectangle 6"/>
          <p:cNvSpPr/>
          <p:nvPr/>
        </p:nvSpPr>
        <p:spPr>
          <a:xfrm>
            <a:off x="6437376" y="233172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333</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273</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Driver's Championship</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N After N</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
N After N. Predict the driver who will 1st in the championship after the 1st round, the driver who will be 2nd after the 2nd round, 3rd after the 3rd round...up to the 6th round.
F1 style points - The best prediction at each stage is worth 25pts, the next is 18pts etc.
So for example, getting the 3rd driver in the 3rd round is 25pts, getting the 2nd or 4th is 18pts, etc
</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- 323</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- 352</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- 316</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- 401</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- 307</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- 333</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- 273</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87680" y="1371600"/>
            <a:ext cx="5852160" cy="4937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1 - 1 - Max Verstappen
2 - 2 - Sergio Perez
3 - 3 - Carlos Sainz
4 - 4 - Charles Leclerc
5 - 5 - George Russell
6 - 6 - Lando Norris
7 - 7 - Lewis Hamilton
8 - 8 - Oscar Piastri
9 - 9 - Fernando Alonso
10 - 10 - Lance Stroll
</a:t>
            </a:r>
          </a:p>
        </p:txBody>
      </p:sp>
      <p:sp>
        <p:nvSpPr>
          <p:cNvPr id="3" name="Rounded Rectangle 2"/>
          <p:cNvSpPr/>
          <p:nvPr/>
        </p:nvSpPr>
        <p:spPr>
          <a:xfrm>
            <a:off x="7315200" y="1371600"/>
            <a:ext cx="243840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Benedict: Max Verstappen 
 +25, 25</a:t>
            </a:r>
          </a:p>
        </p:txBody>
      </p:sp>
      <p:sp>
        <p:nvSpPr>
          <p:cNvPr id="4" name="Rounded Rectangle 3"/>
          <p:cNvSpPr/>
          <p:nvPr/>
        </p:nvSpPr>
        <p:spPr>
          <a:xfrm>
            <a:off x="7315200" y="2057400"/>
            <a:ext cx="243840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Carla: Max Verstappen 
 +25, 25</a:t>
            </a:r>
          </a:p>
        </p:txBody>
      </p:sp>
      <p:sp>
        <p:nvSpPr>
          <p:cNvPr id="5" name="Rounded Rectangle 4"/>
          <p:cNvSpPr/>
          <p:nvPr/>
        </p:nvSpPr>
        <p:spPr>
          <a:xfrm>
            <a:off x="7315200" y="2743200"/>
            <a:ext cx="243840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Damian: Max Verstappen 
 +25, 25</a:t>
            </a:r>
          </a:p>
        </p:txBody>
      </p:sp>
      <p:sp>
        <p:nvSpPr>
          <p:cNvPr id="6" name="Rounded Rectangle 5"/>
          <p:cNvSpPr/>
          <p:nvPr/>
        </p:nvSpPr>
        <p:spPr>
          <a:xfrm>
            <a:off x="7315200" y="3429000"/>
            <a:ext cx="243840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Jarek: Max Verstappen 
 +25, 25</a:t>
            </a:r>
          </a:p>
        </p:txBody>
      </p:sp>
      <p:sp>
        <p:nvSpPr>
          <p:cNvPr id="7" name="Rounded Rectangle 6"/>
          <p:cNvSpPr/>
          <p:nvPr/>
        </p:nvSpPr>
        <p:spPr>
          <a:xfrm>
            <a:off x="7315200" y="4114800"/>
            <a:ext cx="243840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Josh: Max Verstappen 
 +25, 25</a:t>
            </a:r>
          </a:p>
        </p:txBody>
      </p:sp>
      <p:sp>
        <p:nvSpPr>
          <p:cNvPr id="8" name="Rounded Rectangle 7"/>
          <p:cNvSpPr/>
          <p:nvPr/>
        </p:nvSpPr>
        <p:spPr>
          <a:xfrm>
            <a:off x="7315200" y="4800600"/>
            <a:ext cx="243840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Kacper: Max Verstappen 
 +25, 25</a:t>
            </a:r>
          </a:p>
        </p:txBody>
      </p:sp>
      <p:sp>
        <p:nvSpPr>
          <p:cNvPr id="9" name="Rounded Rectangle 8"/>
          <p:cNvSpPr/>
          <p:nvPr/>
        </p:nvSpPr>
        <p:spPr>
          <a:xfrm>
            <a:off x="7315200" y="5486400"/>
            <a:ext cx="243840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Suley: Max Verstappen 
 +25, 25</a:t>
            </a:r>
          </a:p>
        </p:txBody>
      </p:sp>
      <p:sp>
        <p:nvSpPr>
          <p:cNvPr id="10" name="Rectangle 9"/>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First 6 Races - Round 1</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87680" y="1371600"/>
            <a:ext cx="5852160" cy="4937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dirty="0"/>
              <a:t>1 - 2 - Max Verstappen
2 - 1 - Sergio Perez
3 - 2 - Charles Leclerc
4 - 3 - George Russell
5 - 4 - Oscar </a:t>
            </a:r>
            <a:r>
              <a:rPr dirty="0" err="1"/>
              <a:t>Piastri</a:t>
            </a:r>
            <a:r>
              <a:rPr dirty="0"/>
              <a:t>
6 - 5 - Carlos Sainz
7 - 6 - Fernando Alonso
8 - 7 - Lando Norris
9 - 8 - Lewis Hamilton
10 - 9 - Nico Hulkenberg
11 - 10 - Lance Stroll
</a:t>
            </a:r>
          </a:p>
        </p:txBody>
      </p:sp>
      <p:sp>
        <p:nvSpPr>
          <p:cNvPr id="3" name="Rounded Rectangle 2"/>
          <p:cNvSpPr/>
          <p:nvPr/>
        </p:nvSpPr>
        <p:spPr>
          <a:xfrm>
            <a:off x="7315200" y="1371600"/>
            <a:ext cx="243840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Benedict: Charles Leclerc 
 +18, 43</a:t>
            </a:r>
          </a:p>
        </p:txBody>
      </p:sp>
      <p:sp>
        <p:nvSpPr>
          <p:cNvPr id="4" name="Rounded Rectangle 3"/>
          <p:cNvSpPr/>
          <p:nvPr/>
        </p:nvSpPr>
        <p:spPr>
          <a:xfrm>
            <a:off x="7315200" y="2057400"/>
            <a:ext cx="243840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Carla: Charles Leclerc 
 +18, 43</a:t>
            </a:r>
          </a:p>
        </p:txBody>
      </p:sp>
      <p:sp>
        <p:nvSpPr>
          <p:cNvPr id="5" name="Rounded Rectangle 4"/>
          <p:cNvSpPr/>
          <p:nvPr/>
        </p:nvSpPr>
        <p:spPr>
          <a:xfrm>
            <a:off x="7315200" y="2743200"/>
            <a:ext cx="243840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Damian: Sergio Perez 
 +25, 50</a:t>
            </a:r>
          </a:p>
        </p:txBody>
      </p:sp>
      <p:sp>
        <p:nvSpPr>
          <p:cNvPr id="6" name="Rounded Rectangle 5"/>
          <p:cNvSpPr/>
          <p:nvPr/>
        </p:nvSpPr>
        <p:spPr>
          <a:xfrm>
            <a:off x="7315200" y="3429000"/>
            <a:ext cx="243840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Jarek: Lando Norris 
 +6, 31</a:t>
            </a:r>
          </a:p>
        </p:txBody>
      </p:sp>
      <p:sp>
        <p:nvSpPr>
          <p:cNvPr id="7" name="Rounded Rectangle 6"/>
          <p:cNvSpPr/>
          <p:nvPr/>
        </p:nvSpPr>
        <p:spPr>
          <a:xfrm>
            <a:off x="7315200" y="4114800"/>
            <a:ext cx="243840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Josh: Sergio Perez 
 +25, 50</a:t>
            </a:r>
          </a:p>
        </p:txBody>
      </p:sp>
      <p:sp>
        <p:nvSpPr>
          <p:cNvPr id="8" name="Rounded Rectangle 7"/>
          <p:cNvSpPr/>
          <p:nvPr/>
        </p:nvSpPr>
        <p:spPr>
          <a:xfrm>
            <a:off x="7315200" y="4800600"/>
            <a:ext cx="243840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Kacper: Sergio Perez 
 +25, 50</a:t>
            </a:r>
          </a:p>
        </p:txBody>
      </p:sp>
      <p:sp>
        <p:nvSpPr>
          <p:cNvPr id="9" name="Rounded Rectangle 8"/>
          <p:cNvSpPr/>
          <p:nvPr/>
        </p:nvSpPr>
        <p:spPr>
          <a:xfrm>
            <a:off x="7315200" y="5486400"/>
            <a:ext cx="243840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Suley: Charles Leclerc 
 +18, 43</a:t>
            </a:r>
          </a:p>
        </p:txBody>
      </p:sp>
      <p:sp>
        <p:nvSpPr>
          <p:cNvPr id="10" name="Rectangle 9"/>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First 6 Races - Round 2</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87680" y="1371600"/>
            <a:ext cx="5852160" cy="4937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1 - 3 - Max Verstappen
2 - 2 - Charles Leclerc
3 - 1 - Sergio Perez
4 - 2 - Carlos Sainz
5 - 3 - Oscar Piastri
6 - 4 - Lando Norris
7 - 5 - George Russell
8 - 6 - Fernando Alonso
9 - 7 - Lance Stroll
10 - 8 - Lewis Hamilton
11 - 9 - Yuki Tsunoda
12 - 10 - Nico Hulkenberg
</a:t>
            </a:r>
          </a:p>
        </p:txBody>
      </p:sp>
      <p:sp>
        <p:nvSpPr>
          <p:cNvPr id="3" name="Rounded Rectangle 2"/>
          <p:cNvSpPr/>
          <p:nvPr/>
        </p:nvSpPr>
        <p:spPr>
          <a:xfrm>
            <a:off x="7315200" y="1371600"/>
            <a:ext cx="243840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Benedict: Charles Leclerc 
 +18, 61</a:t>
            </a:r>
          </a:p>
        </p:txBody>
      </p:sp>
      <p:sp>
        <p:nvSpPr>
          <p:cNvPr id="4" name="Rounded Rectangle 3"/>
          <p:cNvSpPr/>
          <p:nvPr/>
        </p:nvSpPr>
        <p:spPr>
          <a:xfrm>
            <a:off x="7315200" y="2057400"/>
            <a:ext cx="243840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Carla: Lando Norris 
 +12, 55</a:t>
            </a:r>
          </a:p>
        </p:txBody>
      </p:sp>
      <p:sp>
        <p:nvSpPr>
          <p:cNvPr id="5" name="Rounded Rectangle 4"/>
          <p:cNvSpPr/>
          <p:nvPr/>
        </p:nvSpPr>
        <p:spPr>
          <a:xfrm>
            <a:off x="7315200" y="2743200"/>
            <a:ext cx="243840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Damian: George Russell 
 +10, 60</a:t>
            </a:r>
          </a:p>
        </p:txBody>
      </p:sp>
      <p:sp>
        <p:nvSpPr>
          <p:cNvPr id="6" name="Rounded Rectangle 5"/>
          <p:cNvSpPr/>
          <p:nvPr/>
        </p:nvSpPr>
        <p:spPr>
          <a:xfrm>
            <a:off x="7315200" y="3429000"/>
            <a:ext cx="243840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Jarek: Charles Leclerc 
 +18, 49</a:t>
            </a:r>
          </a:p>
        </p:txBody>
      </p:sp>
      <p:sp>
        <p:nvSpPr>
          <p:cNvPr id="7" name="Rounded Rectangle 6"/>
          <p:cNvSpPr/>
          <p:nvPr/>
        </p:nvSpPr>
        <p:spPr>
          <a:xfrm>
            <a:off x="7315200" y="4114800"/>
            <a:ext cx="243840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Josh: Charles Leclerc 
 +18, 68</a:t>
            </a:r>
          </a:p>
        </p:txBody>
      </p:sp>
      <p:sp>
        <p:nvSpPr>
          <p:cNvPr id="8" name="Rounded Rectangle 7"/>
          <p:cNvSpPr/>
          <p:nvPr/>
        </p:nvSpPr>
        <p:spPr>
          <a:xfrm>
            <a:off x="7315200" y="4800600"/>
            <a:ext cx="243840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Kacper: Charles Leclerc 
 +18, 68</a:t>
            </a:r>
          </a:p>
        </p:txBody>
      </p:sp>
      <p:sp>
        <p:nvSpPr>
          <p:cNvPr id="9" name="Rounded Rectangle 8"/>
          <p:cNvSpPr/>
          <p:nvPr/>
        </p:nvSpPr>
        <p:spPr>
          <a:xfrm>
            <a:off x="7315200" y="5486400"/>
            <a:ext cx="243840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Suley: Lewis Hamilton 
 +4, 47</a:t>
            </a:r>
          </a:p>
        </p:txBody>
      </p:sp>
      <p:sp>
        <p:nvSpPr>
          <p:cNvPr id="10" name="Rectangle 9"/>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First 6 Races - Round 3</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87680" y="1371600"/>
            <a:ext cx="5852160" cy="4937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1 - 4 - Max Verstappen
2 - 3 - Sergio Perez
3 - 2 - Charles Leclerc
4 - 1 - Carlos Sainz
5 - 2 - Lando Norris
6 - 3 - Oscar Piastri
7 - 4 - George Russell
8 - 5 - Fernando Alonso
9 - 6 - Lewis Hamilton
10 - 7 - Lance Stroll
11 - 8 - Yuki Tsunoda
12 - 9 - Nico Hulkenberg
13 - 10 - Kevin Magnussen
</a:t>
            </a:r>
          </a:p>
        </p:txBody>
      </p:sp>
      <p:sp>
        <p:nvSpPr>
          <p:cNvPr id="3" name="Rounded Rectangle 2"/>
          <p:cNvSpPr/>
          <p:nvPr/>
        </p:nvSpPr>
        <p:spPr>
          <a:xfrm>
            <a:off x="7315200" y="1371600"/>
            <a:ext cx="243840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Benedict: Lewis Hamilton 
 +8, 69</a:t>
            </a:r>
          </a:p>
        </p:txBody>
      </p:sp>
      <p:sp>
        <p:nvSpPr>
          <p:cNvPr id="4" name="Rounded Rectangle 3"/>
          <p:cNvSpPr/>
          <p:nvPr/>
        </p:nvSpPr>
        <p:spPr>
          <a:xfrm>
            <a:off x="7315200" y="2057400"/>
            <a:ext cx="243840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Carla: Sergio Perez 
 +15, 70</a:t>
            </a:r>
          </a:p>
        </p:txBody>
      </p:sp>
      <p:sp>
        <p:nvSpPr>
          <p:cNvPr id="5" name="Rounded Rectangle 4"/>
          <p:cNvSpPr/>
          <p:nvPr/>
        </p:nvSpPr>
        <p:spPr>
          <a:xfrm>
            <a:off x="7315200" y="2743200"/>
            <a:ext cx="243840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Damian: Charles Leclerc 
 +18, 78</a:t>
            </a:r>
          </a:p>
        </p:txBody>
      </p:sp>
      <p:sp>
        <p:nvSpPr>
          <p:cNvPr id="6" name="Rounded Rectangle 5"/>
          <p:cNvSpPr/>
          <p:nvPr/>
        </p:nvSpPr>
        <p:spPr>
          <a:xfrm>
            <a:off x="7315200" y="3429000"/>
            <a:ext cx="243840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Jarek: Carlos Sainz 
 +25, 74</a:t>
            </a:r>
          </a:p>
        </p:txBody>
      </p:sp>
      <p:sp>
        <p:nvSpPr>
          <p:cNvPr id="7" name="Rounded Rectangle 6"/>
          <p:cNvSpPr/>
          <p:nvPr/>
        </p:nvSpPr>
        <p:spPr>
          <a:xfrm>
            <a:off x="7315200" y="4114800"/>
            <a:ext cx="243840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Josh: Lewis Hamilton 
 +8, 76</a:t>
            </a:r>
          </a:p>
        </p:txBody>
      </p:sp>
      <p:sp>
        <p:nvSpPr>
          <p:cNvPr id="8" name="Rounded Rectangle 7"/>
          <p:cNvSpPr/>
          <p:nvPr/>
        </p:nvSpPr>
        <p:spPr>
          <a:xfrm>
            <a:off x="7315200" y="4800600"/>
            <a:ext cx="243840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Kacper: Lewis Hamilton 
 +8, 76</a:t>
            </a:r>
          </a:p>
        </p:txBody>
      </p:sp>
      <p:sp>
        <p:nvSpPr>
          <p:cNvPr id="9" name="Rounded Rectangle 8"/>
          <p:cNvSpPr/>
          <p:nvPr/>
        </p:nvSpPr>
        <p:spPr>
          <a:xfrm>
            <a:off x="7315200" y="5486400"/>
            <a:ext cx="243840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Suley: Carlos Sainz 
 +25, 72</a:t>
            </a:r>
          </a:p>
        </p:txBody>
      </p:sp>
      <p:sp>
        <p:nvSpPr>
          <p:cNvPr id="10" name="Rectangle 9"/>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First 6 Races - Round 4</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87680" y="1371600"/>
            <a:ext cx="5852160" cy="4937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1 - 5 - Max Verstappen
2 - 4 - Sergio Perez
3 - 3 - Charles Leclerc
4 - 2 - Carlos Sainz
5 - 1 - Lando Norris
6 - 2 - Oscar Piastri
7 - 3 - George Russell
8 - 4 - Fernando Alonso
9 - 5 - Lewis Hamilton
10 - 6 - Lance Stroll
11 - 7 - Yuki Tsunoda
12 - 8 - Nico Hulkenberg
13 - 9 - Kevin Magnussen
14 - 10 - Alexander Albon
</a:t>
            </a:r>
          </a:p>
        </p:txBody>
      </p:sp>
      <p:sp>
        <p:nvSpPr>
          <p:cNvPr id="3" name="Rounded Rectangle 2"/>
          <p:cNvSpPr/>
          <p:nvPr/>
        </p:nvSpPr>
        <p:spPr>
          <a:xfrm>
            <a:off x="7315200" y="1371600"/>
            <a:ext cx="243840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Benedict: Carlos Sainz 
 +18, 87</a:t>
            </a:r>
          </a:p>
        </p:txBody>
      </p:sp>
      <p:sp>
        <p:nvSpPr>
          <p:cNvPr id="4" name="Rounded Rectangle 3"/>
          <p:cNvSpPr/>
          <p:nvPr/>
        </p:nvSpPr>
        <p:spPr>
          <a:xfrm>
            <a:off x="7315200" y="2057400"/>
            <a:ext cx="243840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Carla: Lewis Hamilton 
 +10, 80</a:t>
            </a:r>
          </a:p>
        </p:txBody>
      </p:sp>
      <p:sp>
        <p:nvSpPr>
          <p:cNvPr id="5" name="Rounded Rectangle 4"/>
          <p:cNvSpPr/>
          <p:nvPr/>
        </p:nvSpPr>
        <p:spPr>
          <a:xfrm>
            <a:off x="7315200" y="2743200"/>
            <a:ext cx="243840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Damian: Lewis Hamilton 
 +10, 88</a:t>
            </a:r>
          </a:p>
        </p:txBody>
      </p:sp>
      <p:sp>
        <p:nvSpPr>
          <p:cNvPr id="6" name="Rounded Rectangle 5"/>
          <p:cNvSpPr/>
          <p:nvPr/>
        </p:nvSpPr>
        <p:spPr>
          <a:xfrm>
            <a:off x="7315200" y="3429000"/>
            <a:ext cx="243840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Jarek: Fernando Alonso 
 +12, 86</a:t>
            </a:r>
          </a:p>
        </p:txBody>
      </p:sp>
      <p:sp>
        <p:nvSpPr>
          <p:cNvPr id="7" name="Rounded Rectangle 6"/>
          <p:cNvSpPr/>
          <p:nvPr/>
        </p:nvSpPr>
        <p:spPr>
          <a:xfrm>
            <a:off x="7315200" y="4114800"/>
            <a:ext cx="243840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Josh: Carlos Sainz 
 +18, 94</a:t>
            </a:r>
          </a:p>
        </p:txBody>
      </p:sp>
      <p:sp>
        <p:nvSpPr>
          <p:cNvPr id="8" name="Rounded Rectangle 7"/>
          <p:cNvSpPr/>
          <p:nvPr/>
        </p:nvSpPr>
        <p:spPr>
          <a:xfrm>
            <a:off x="7315200" y="4800600"/>
            <a:ext cx="243840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Kacper: George Russell 
 +15, 91</a:t>
            </a:r>
          </a:p>
        </p:txBody>
      </p:sp>
      <p:sp>
        <p:nvSpPr>
          <p:cNvPr id="9" name="Rounded Rectangle 8"/>
          <p:cNvSpPr/>
          <p:nvPr/>
        </p:nvSpPr>
        <p:spPr>
          <a:xfrm>
            <a:off x="7315200" y="5486400"/>
            <a:ext cx="243840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Suley: Lewis Hamilton 
 +10, 82</a:t>
            </a:r>
          </a:p>
        </p:txBody>
      </p:sp>
      <p:sp>
        <p:nvSpPr>
          <p:cNvPr id="10" name="Rectangle 9"/>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First 6 Races - Round 5</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87680" y="1371600"/>
            <a:ext cx="5852160" cy="4937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1 - 6 - Max Verstappen
2 - 5 - Sergio Perez
3 - 4 - Charles Leclerc
4 - 3 - Lando Norris
5 - 2 - Carlos Sainz
6 - 1 - Oscar Piastri
7 - 2 - George Russell
8 - 3 - Fernando Alonso
9 - 4 - Lewis Hamilton
10 - 5 - Yuki Tsunoda
11 - 6 - Lance Stroll
12 - 7 - Nico Hulkenberg
13 - 8 - Daniel Ricciardo
14 - 9 - Esteban Ocon
15 - 10 - Kevin Magnussen
</a:t>
            </a:r>
          </a:p>
        </p:txBody>
      </p:sp>
      <p:sp>
        <p:nvSpPr>
          <p:cNvPr id="3" name="Rounded Rectangle 2"/>
          <p:cNvSpPr/>
          <p:nvPr/>
        </p:nvSpPr>
        <p:spPr>
          <a:xfrm>
            <a:off x="7315200" y="1371600"/>
            <a:ext cx="243840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Benedict: Lando Norris 
 +15, 102</a:t>
            </a:r>
          </a:p>
        </p:txBody>
      </p:sp>
      <p:sp>
        <p:nvSpPr>
          <p:cNvPr id="4" name="Rounded Rectangle 3"/>
          <p:cNvSpPr/>
          <p:nvPr/>
        </p:nvSpPr>
        <p:spPr>
          <a:xfrm>
            <a:off x="7315200" y="2057400"/>
            <a:ext cx="243840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Carla: Carlos Sainz 
 +18, 98</a:t>
            </a:r>
          </a:p>
        </p:txBody>
      </p:sp>
      <p:sp>
        <p:nvSpPr>
          <p:cNvPr id="5" name="Rounded Rectangle 4"/>
          <p:cNvSpPr/>
          <p:nvPr/>
        </p:nvSpPr>
        <p:spPr>
          <a:xfrm>
            <a:off x="7315200" y="2743200"/>
            <a:ext cx="243840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Damian: Oscar Piastri 
 +25, 113</a:t>
            </a:r>
          </a:p>
        </p:txBody>
      </p:sp>
      <p:sp>
        <p:nvSpPr>
          <p:cNvPr id="6" name="Rounded Rectangle 5"/>
          <p:cNvSpPr/>
          <p:nvPr/>
        </p:nvSpPr>
        <p:spPr>
          <a:xfrm>
            <a:off x="7315200" y="3429000"/>
            <a:ext cx="243840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Jarek: George Russell 
 +18, 104</a:t>
            </a:r>
          </a:p>
        </p:txBody>
      </p:sp>
      <p:sp>
        <p:nvSpPr>
          <p:cNvPr id="7" name="Rounded Rectangle 6"/>
          <p:cNvSpPr/>
          <p:nvPr/>
        </p:nvSpPr>
        <p:spPr>
          <a:xfrm>
            <a:off x="7315200" y="4114800"/>
            <a:ext cx="243840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Josh: George Russell 
 +18, 112</a:t>
            </a:r>
          </a:p>
        </p:txBody>
      </p:sp>
      <p:sp>
        <p:nvSpPr>
          <p:cNvPr id="8" name="Rounded Rectangle 7"/>
          <p:cNvSpPr/>
          <p:nvPr/>
        </p:nvSpPr>
        <p:spPr>
          <a:xfrm>
            <a:off x="7315200" y="4800600"/>
            <a:ext cx="243840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Kacper: Lando Norris 
 +15, 106</a:t>
            </a:r>
          </a:p>
        </p:txBody>
      </p:sp>
      <p:sp>
        <p:nvSpPr>
          <p:cNvPr id="9" name="Rounded Rectangle 8"/>
          <p:cNvSpPr/>
          <p:nvPr/>
        </p:nvSpPr>
        <p:spPr>
          <a:xfrm>
            <a:off x="7315200" y="5486400"/>
            <a:ext cx="243840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Suley: Lewis Hamilton 
 +12, 94</a:t>
            </a:r>
          </a:p>
        </p:txBody>
      </p:sp>
      <p:sp>
        <p:nvSpPr>
          <p:cNvPr id="10" name="Rectangle 9"/>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First 6 Races - Round 6</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682240" y="379476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425</a:t>
            </a:r>
          </a:p>
        </p:txBody>
      </p:sp>
      <p:sp>
        <p:nvSpPr>
          <p:cNvPr id="3" name="Rounded Rectangle 2"/>
          <p:cNvSpPr/>
          <p:nvPr/>
        </p:nvSpPr>
        <p:spPr>
          <a:xfrm>
            <a:off x="4291584" y="233172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450</a:t>
            </a:r>
          </a:p>
        </p:txBody>
      </p:sp>
      <p:sp>
        <p:nvSpPr>
          <p:cNvPr id="4" name="Rounded Rectangle 3"/>
          <p:cNvSpPr/>
          <p:nvPr/>
        </p:nvSpPr>
        <p:spPr>
          <a:xfrm>
            <a:off x="8583168" y="233172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429</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505</a:t>
            </a:r>
          </a:p>
        </p:txBody>
      </p:sp>
      <p:sp>
        <p:nvSpPr>
          <p:cNvPr id="6" name="Rounded Rectangle 5"/>
          <p:cNvSpPr/>
          <p:nvPr/>
        </p:nvSpPr>
        <p:spPr>
          <a:xfrm>
            <a:off x="5364480" y="379476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419</a:t>
            </a:r>
          </a:p>
        </p:txBody>
      </p:sp>
      <p:sp>
        <p:nvSpPr>
          <p:cNvPr id="7" name="Rounded Rectangle 6"/>
          <p:cNvSpPr/>
          <p:nvPr/>
        </p:nvSpPr>
        <p:spPr>
          <a:xfrm>
            <a:off x="6437376" y="233172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439</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367</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N After 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True/False</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True/False - A set of questions where I made you predict whether a driver will or will not achieve something (good or bad).
Predict all drivers that you believe will...
a) score at least one podium finish.
b) qualify on pole position.
c) get a fastest lap.
d) be eliminated 5 or more times in Q1.
e) finish in the top 10 at Monaco.
Scoring: Each true prediction that comes true is 5pts. -3pts for missing predictions, -3pts for any true prediction that doesn't come true.
</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- 425</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- 450</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- 429</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- 505</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- 419</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- 439</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- 367</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True/False: Podiums</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Predict all drivers that you believe will score at least one podium finish.
Scoring: Each true prediction that comes true is 5pts. -3pts for missing predictions, -3pts for any true prediction that doesn't come true.
</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- 425</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- 450</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- 429</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- 505</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- 419</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- 439</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- 367</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487680" y="1371600"/>
          <a:ext cx="11216640" cy="4815840"/>
        </p:xfrm>
        <a:graphic>
          <a:graphicData uri="http://schemas.openxmlformats.org/drawingml/2006/table">
            <a:tbl>
              <a:tblPr firstRow="1" bandRow="1">
                <a:tableStyleId>{5C22544A-7EE6-4342-B048-85BDC9FD1C3A}</a:tableStyleId>
              </a:tblPr>
              <a:tblGrid>
                <a:gridCol w="1121664">
                  <a:extLst>
                    <a:ext uri="{9D8B030D-6E8A-4147-A177-3AD203B41FA5}">
                      <a16:colId xmlns:a16="http://schemas.microsoft.com/office/drawing/2014/main" val="20000"/>
                    </a:ext>
                  </a:extLst>
                </a:gridCol>
                <a:gridCol w="1121664">
                  <a:extLst>
                    <a:ext uri="{9D8B030D-6E8A-4147-A177-3AD203B41FA5}">
                      <a16:colId xmlns:a16="http://schemas.microsoft.com/office/drawing/2014/main" val="20001"/>
                    </a:ext>
                  </a:extLst>
                </a:gridCol>
                <a:gridCol w="1121664">
                  <a:extLst>
                    <a:ext uri="{9D8B030D-6E8A-4147-A177-3AD203B41FA5}">
                      <a16:colId xmlns:a16="http://schemas.microsoft.com/office/drawing/2014/main" val="20002"/>
                    </a:ext>
                  </a:extLst>
                </a:gridCol>
                <a:gridCol w="1121664">
                  <a:extLst>
                    <a:ext uri="{9D8B030D-6E8A-4147-A177-3AD203B41FA5}">
                      <a16:colId xmlns:a16="http://schemas.microsoft.com/office/drawing/2014/main" val="20003"/>
                    </a:ext>
                  </a:extLst>
                </a:gridCol>
                <a:gridCol w="1121664">
                  <a:extLst>
                    <a:ext uri="{9D8B030D-6E8A-4147-A177-3AD203B41FA5}">
                      <a16:colId xmlns:a16="http://schemas.microsoft.com/office/drawing/2014/main" val="20004"/>
                    </a:ext>
                  </a:extLst>
                </a:gridCol>
                <a:gridCol w="1121664">
                  <a:extLst>
                    <a:ext uri="{9D8B030D-6E8A-4147-A177-3AD203B41FA5}">
                      <a16:colId xmlns:a16="http://schemas.microsoft.com/office/drawing/2014/main" val="20005"/>
                    </a:ext>
                  </a:extLst>
                </a:gridCol>
                <a:gridCol w="1121664">
                  <a:extLst>
                    <a:ext uri="{9D8B030D-6E8A-4147-A177-3AD203B41FA5}">
                      <a16:colId xmlns:a16="http://schemas.microsoft.com/office/drawing/2014/main" val="20006"/>
                    </a:ext>
                  </a:extLst>
                </a:gridCol>
                <a:gridCol w="1121664">
                  <a:extLst>
                    <a:ext uri="{9D8B030D-6E8A-4147-A177-3AD203B41FA5}">
                      <a16:colId xmlns:a16="http://schemas.microsoft.com/office/drawing/2014/main" val="20007"/>
                    </a:ext>
                  </a:extLst>
                </a:gridCol>
                <a:gridCol w="1121664">
                  <a:extLst>
                    <a:ext uri="{9D8B030D-6E8A-4147-A177-3AD203B41FA5}">
                      <a16:colId xmlns:a16="http://schemas.microsoft.com/office/drawing/2014/main" val="20008"/>
                    </a:ext>
                  </a:extLst>
                </a:gridCol>
                <a:gridCol w="1121664">
                  <a:extLst>
                    <a:ext uri="{9D8B030D-6E8A-4147-A177-3AD203B41FA5}">
                      <a16:colId xmlns:a16="http://schemas.microsoft.com/office/drawing/2014/main" val="20009"/>
                    </a:ext>
                  </a:extLst>
                </a:gridCol>
              </a:tblGrid>
              <a:tr h="130628">
                <a:tc>
                  <a:txBody>
                    <a:bodyPr/>
                    <a:lstStyle/>
                    <a:p>
                      <a:r>
                        <a:rPr sz="1000"/>
                        <a:t>Driver</a:t>
                      </a:r>
                    </a:p>
                  </a:txBody>
                  <a:tcPr/>
                </a:tc>
                <a:tc>
                  <a:txBody>
                    <a:bodyPr/>
                    <a:lstStyle/>
                    <a:p>
                      <a:r>
                        <a:rPr sz="1000"/>
                        <a:t>Count</a:t>
                      </a:r>
                    </a:p>
                  </a:txBody>
                  <a:tcPr/>
                </a:tc>
                <a:tc>
                  <a:txBody>
                    <a:bodyPr/>
                    <a:lstStyle/>
                    <a:p>
                      <a:r>
                        <a:rPr sz="1000"/>
                        <a:t>True/False</a:t>
                      </a:r>
                    </a:p>
                  </a:txBody>
                  <a:tcPr/>
                </a:tc>
                <a:tc>
                  <a:txBody>
                    <a:bodyPr/>
                    <a:lstStyle/>
                    <a:p>
                      <a:r>
                        <a:rPr sz="1000"/>
                        <a:t>Benedict</a:t>
                      </a:r>
                    </a:p>
                  </a:txBody>
                  <a:tcPr/>
                </a:tc>
                <a:tc>
                  <a:txBody>
                    <a:bodyPr/>
                    <a:lstStyle/>
                    <a:p>
                      <a:r>
                        <a:rPr sz="1000"/>
                        <a:t>Carla</a:t>
                      </a:r>
                    </a:p>
                  </a:txBody>
                  <a:tcPr/>
                </a:tc>
                <a:tc>
                  <a:txBody>
                    <a:bodyPr/>
                    <a:lstStyle/>
                    <a:p>
                      <a:r>
                        <a:rPr sz="1000"/>
                        <a:t>Damian</a:t>
                      </a:r>
                    </a:p>
                  </a:txBody>
                  <a:tcPr/>
                </a:tc>
                <a:tc>
                  <a:txBody>
                    <a:bodyPr/>
                    <a:lstStyle/>
                    <a:p>
                      <a:r>
                        <a:rPr sz="1000"/>
                        <a:t>Jarek</a:t>
                      </a:r>
                    </a:p>
                  </a:txBody>
                  <a:tcPr/>
                </a:tc>
                <a:tc>
                  <a:txBody>
                    <a:bodyPr/>
                    <a:lstStyle/>
                    <a:p>
                      <a:r>
                        <a:rPr sz="1000"/>
                        <a:t>Josh</a:t>
                      </a:r>
                    </a:p>
                  </a:txBody>
                  <a:tcPr/>
                </a:tc>
                <a:tc>
                  <a:txBody>
                    <a:bodyPr/>
                    <a:lstStyle/>
                    <a:p>
                      <a:r>
                        <a:rPr sz="1000"/>
                        <a:t>Kacper</a:t>
                      </a:r>
                    </a:p>
                  </a:txBody>
                  <a:tcPr/>
                </a:tc>
                <a:tc>
                  <a:txBody>
                    <a:bodyPr/>
                    <a:lstStyle/>
                    <a:p>
                      <a:r>
                        <a:rPr sz="1000"/>
                        <a:t>Suley</a:t>
                      </a:r>
                    </a:p>
                  </a:txBody>
                  <a:tcPr/>
                </a:tc>
                <a:extLst>
                  <a:ext uri="{0D108BD9-81ED-4DB2-BD59-A6C34878D82A}">
                    <a16:rowId xmlns:a16="http://schemas.microsoft.com/office/drawing/2014/main" val="10000"/>
                  </a:ext>
                </a:extLst>
              </a:tr>
              <a:tr h="130628">
                <a:tc>
                  <a:txBody>
                    <a:bodyPr/>
                    <a:lstStyle/>
                    <a:p>
                      <a:pPr algn="ctr"/>
                      <a:r>
                        <a:rPr sz="1000"/>
                        <a:t>Max Verstappen</a:t>
                      </a:r>
                    </a:p>
                  </a:txBody>
                  <a:tcPr marT="38100" marB="38100">
                    <a:solidFill>
                      <a:srgbClr val="FFFFFF"/>
                    </a:solidFill>
                  </a:tcPr>
                </a:tc>
                <a:tc>
                  <a:txBody>
                    <a:bodyPr/>
                    <a:lstStyle/>
                    <a:p>
                      <a:pPr algn="ctr"/>
                      <a:r>
                        <a:rPr sz="1000"/>
                        <a:t>14</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1"/>
                  </a:ext>
                </a:extLst>
              </a:tr>
              <a:tr h="130628">
                <a:tc>
                  <a:txBody>
                    <a:bodyPr/>
                    <a:lstStyle/>
                    <a:p>
                      <a:pPr algn="ctr"/>
                      <a:r>
                        <a:rPr sz="1000"/>
                        <a:t>Sergio Perez</a:t>
                      </a:r>
                    </a:p>
                  </a:txBody>
                  <a:tcPr marT="38100" marB="38100">
                    <a:solidFill>
                      <a:srgbClr val="FFFFFF"/>
                    </a:solidFill>
                  </a:tcPr>
                </a:tc>
                <a:tc>
                  <a:txBody>
                    <a:bodyPr/>
                    <a:lstStyle/>
                    <a:p>
                      <a:pPr algn="ctr"/>
                      <a:r>
                        <a:rPr sz="1000"/>
                        <a:t>4</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2"/>
                  </a:ext>
                </a:extLst>
              </a:tr>
              <a:tr h="130628">
                <a:tc>
                  <a:txBody>
                    <a:bodyPr/>
                    <a:lstStyle/>
                    <a:p>
                      <a:pPr algn="ctr"/>
                      <a:r>
                        <a:rPr sz="1000"/>
                        <a:t>Lewis Hamilton</a:t>
                      </a:r>
                    </a:p>
                  </a:txBody>
                  <a:tcPr marT="38100" marB="38100">
                    <a:solidFill>
                      <a:srgbClr val="FFFFFF"/>
                    </a:solidFill>
                  </a:tcPr>
                </a:tc>
                <a:tc>
                  <a:txBody>
                    <a:bodyPr/>
                    <a:lstStyle/>
                    <a:p>
                      <a:pPr algn="ctr"/>
                      <a:r>
                        <a:rPr sz="1000"/>
                        <a:t>5</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3"/>
                  </a:ext>
                </a:extLst>
              </a:tr>
              <a:tr h="130628">
                <a:tc>
                  <a:txBody>
                    <a:bodyPr/>
                    <a:lstStyle/>
                    <a:p>
                      <a:pPr algn="ctr"/>
                      <a:r>
                        <a:rPr sz="1000"/>
                        <a:t>Fernando Alonso</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4"/>
                  </a:ext>
                </a:extLst>
              </a:tr>
              <a:tr h="130628">
                <a:tc>
                  <a:txBody>
                    <a:bodyPr/>
                    <a:lstStyle/>
                    <a:p>
                      <a:pPr algn="ctr"/>
                      <a:r>
                        <a:rPr sz="1000"/>
                        <a:t>Charles Leclerc</a:t>
                      </a:r>
                    </a:p>
                  </a:txBody>
                  <a:tcPr marT="38100" marB="38100">
                    <a:solidFill>
                      <a:srgbClr val="FFFFFF"/>
                    </a:solidFill>
                  </a:tcPr>
                </a:tc>
                <a:tc>
                  <a:txBody>
                    <a:bodyPr/>
                    <a:lstStyle/>
                    <a:p>
                      <a:pPr algn="ctr"/>
                      <a:r>
                        <a:rPr sz="1000"/>
                        <a:t>13</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5"/>
                  </a:ext>
                </a:extLst>
              </a:tr>
              <a:tr h="130628">
                <a:tc>
                  <a:txBody>
                    <a:bodyPr/>
                    <a:lstStyle/>
                    <a:p>
                      <a:pPr algn="ctr"/>
                      <a:r>
                        <a:rPr sz="1000"/>
                        <a:t>Lando Norris</a:t>
                      </a:r>
                    </a:p>
                  </a:txBody>
                  <a:tcPr marT="38100" marB="38100">
                    <a:solidFill>
                      <a:srgbClr val="FFFFFF"/>
                    </a:solidFill>
                  </a:tcPr>
                </a:tc>
                <a:tc>
                  <a:txBody>
                    <a:bodyPr/>
                    <a:lstStyle/>
                    <a:p>
                      <a:pPr algn="ctr"/>
                      <a:r>
                        <a:rPr sz="1000"/>
                        <a:t>13</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6"/>
                  </a:ext>
                </a:extLst>
              </a:tr>
              <a:tr h="130628">
                <a:tc>
                  <a:txBody>
                    <a:bodyPr/>
                    <a:lstStyle/>
                    <a:p>
                      <a:pPr algn="ctr"/>
                      <a:r>
                        <a:rPr sz="1000"/>
                        <a:t>Carlos Sainz</a:t>
                      </a:r>
                    </a:p>
                  </a:txBody>
                  <a:tcPr marT="38100" marB="38100">
                    <a:solidFill>
                      <a:srgbClr val="FFFFFF"/>
                    </a:solidFill>
                  </a:tcPr>
                </a:tc>
                <a:tc>
                  <a:txBody>
                    <a:bodyPr/>
                    <a:lstStyle/>
                    <a:p>
                      <a:pPr algn="ctr"/>
                      <a:r>
                        <a:rPr sz="1000"/>
                        <a:t>9</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7"/>
                  </a:ext>
                </a:extLst>
              </a:tr>
              <a:tr h="130628">
                <a:tc>
                  <a:txBody>
                    <a:bodyPr/>
                    <a:lstStyle/>
                    <a:p>
                      <a:pPr algn="ctr"/>
                      <a:r>
                        <a:rPr sz="1000"/>
                        <a:t>George Russell</a:t>
                      </a:r>
                    </a:p>
                  </a:txBody>
                  <a:tcPr marT="38100" marB="38100">
                    <a:solidFill>
                      <a:srgbClr val="FFFFFF"/>
                    </a:solidFill>
                  </a:tcPr>
                </a:tc>
                <a:tc>
                  <a:txBody>
                    <a:bodyPr/>
                    <a:lstStyle/>
                    <a:p>
                      <a:pPr algn="ctr"/>
                      <a:r>
                        <a:rPr sz="1000"/>
                        <a:t>4</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8"/>
                  </a:ext>
                </a:extLst>
              </a:tr>
              <a:tr h="130628">
                <a:tc>
                  <a:txBody>
                    <a:bodyPr/>
                    <a:lstStyle/>
                    <a:p>
                      <a:pPr algn="ctr"/>
                      <a:r>
                        <a:rPr sz="1000"/>
                        <a:t>Oscar Piastri</a:t>
                      </a:r>
                    </a:p>
                  </a:txBody>
                  <a:tcPr marT="38100" marB="38100">
                    <a:solidFill>
                      <a:srgbClr val="FFFFFF"/>
                    </a:solidFill>
                  </a:tcPr>
                </a:tc>
                <a:tc>
                  <a:txBody>
                    <a:bodyPr/>
                    <a:lstStyle/>
                    <a:p>
                      <a:pPr algn="ctr"/>
                      <a:r>
                        <a:rPr sz="1000"/>
                        <a:t>8</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9"/>
                  </a:ext>
                </a:extLst>
              </a:tr>
              <a:tr h="130628">
                <a:tc>
                  <a:txBody>
                    <a:bodyPr/>
                    <a:lstStyle/>
                    <a:p>
                      <a:pPr algn="ctr"/>
                      <a:r>
                        <a:rPr sz="1000"/>
                        <a:t>Lance Stroll</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0"/>
                  </a:ext>
                </a:extLst>
              </a:tr>
              <a:tr h="130628">
                <a:tc>
                  <a:txBody>
                    <a:bodyPr/>
                    <a:lstStyle/>
                    <a:p>
                      <a:pPr algn="ctr"/>
                      <a:r>
                        <a:rPr sz="1000"/>
                        <a:t>Pierre Gasly</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1"/>
                  </a:ext>
                </a:extLst>
              </a:tr>
              <a:tr h="130628">
                <a:tc>
                  <a:txBody>
                    <a:bodyPr/>
                    <a:lstStyle/>
                    <a:p>
                      <a:pPr algn="ctr"/>
                      <a:r>
                        <a:rPr sz="1000"/>
                        <a:t>Esteban Ocon</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2"/>
                  </a:ext>
                </a:extLst>
              </a:tr>
              <a:tr h="130628">
                <a:tc>
                  <a:txBody>
                    <a:bodyPr/>
                    <a:lstStyle/>
                    <a:p>
                      <a:pPr algn="ctr"/>
                      <a:r>
                        <a:rPr sz="1000"/>
                        <a:t>Alexander Albon</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3"/>
                  </a:ext>
                </a:extLst>
              </a:tr>
              <a:tr h="130628">
                <a:tc>
                  <a:txBody>
                    <a:bodyPr/>
                    <a:lstStyle/>
                    <a:p>
                      <a:pPr algn="ctr"/>
                      <a:r>
                        <a:rPr sz="1000"/>
                        <a:t>Yuki Tsunoda</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4"/>
                  </a:ext>
                </a:extLst>
              </a:tr>
              <a:tr h="130628">
                <a:tc>
                  <a:txBody>
                    <a:bodyPr/>
                    <a:lstStyle/>
                    <a:p>
                      <a:pPr algn="ctr"/>
                      <a:r>
                        <a:rPr sz="1000"/>
                        <a:t>Valtteri Bottas</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5"/>
                  </a:ext>
                </a:extLst>
              </a:tr>
              <a:tr h="130628">
                <a:tc>
                  <a:txBody>
                    <a:bodyPr/>
                    <a:lstStyle/>
                    <a:p>
                      <a:pPr algn="ctr"/>
                      <a:r>
                        <a:rPr sz="1000"/>
                        <a:t>Nico Hulkenberg</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6"/>
                  </a:ext>
                </a:extLst>
              </a:tr>
              <a:tr h="130628">
                <a:tc>
                  <a:txBody>
                    <a:bodyPr/>
                    <a:lstStyle/>
                    <a:p>
                      <a:pPr algn="ctr"/>
                      <a:r>
                        <a:rPr sz="1000"/>
                        <a:t>Daniel Ricciardo</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7"/>
                  </a:ext>
                </a:extLst>
              </a:tr>
              <a:tr h="130628">
                <a:tc>
                  <a:txBody>
                    <a:bodyPr/>
                    <a:lstStyle/>
                    <a:p>
                      <a:pPr algn="ctr"/>
                      <a:r>
                        <a:rPr sz="1000"/>
                        <a:t>Zhou Guanyu</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8"/>
                  </a:ext>
                </a:extLst>
              </a:tr>
              <a:tr h="130628">
                <a:tc>
                  <a:txBody>
                    <a:bodyPr/>
                    <a:lstStyle/>
                    <a:p>
                      <a:pPr algn="ctr"/>
                      <a:r>
                        <a:rPr sz="1000"/>
                        <a:t>Kevin Magnussen</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9"/>
                  </a:ext>
                </a:extLst>
              </a:tr>
              <a:tr h="130640">
                <a:tc>
                  <a:txBody>
                    <a:bodyPr/>
                    <a:lstStyle/>
                    <a:p>
                      <a:pPr algn="ctr"/>
                      <a:r>
                        <a:rPr sz="1000"/>
                        <a:t>Logan Sargeant</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20"/>
                  </a:ext>
                </a:extLst>
              </a:tr>
            </a:tbl>
          </a:graphicData>
        </a:graphic>
      </p:graphicFrame>
      <p:sp>
        <p:nvSpPr>
          <p:cNvPr id="3" name="Rectangle 2"/>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True/False: Podiums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487680" y="1371600"/>
          <a:ext cx="11216640" cy="5044440"/>
        </p:xfrm>
        <a:graphic>
          <a:graphicData uri="http://schemas.openxmlformats.org/drawingml/2006/table">
            <a:tbl>
              <a:tblPr firstRow="1" bandRow="1">
                <a:tableStyleId>{5C22544A-7EE6-4342-B048-85BDC9FD1C3A}</a:tableStyleId>
              </a:tblPr>
              <a:tblGrid>
                <a:gridCol w="1121664">
                  <a:extLst>
                    <a:ext uri="{9D8B030D-6E8A-4147-A177-3AD203B41FA5}">
                      <a16:colId xmlns:a16="http://schemas.microsoft.com/office/drawing/2014/main" val="20000"/>
                    </a:ext>
                  </a:extLst>
                </a:gridCol>
                <a:gridCol w="1121664">
                  <a:extLst>
                    <a:ext uri="{9D8B030D-6E8A-4147-A177-3AD203B41FA5}">
                      <a16:colId xmlns:a16="http://schemas.microsoft.com/office/drawing/2014/main" val="20001"/>
                    </a:ext>
                  </a:extLst>
                </a:gridCol>
                <a:gridCol w="1121664">
                  <a:extLst>
                    <a:ext uri="{9D8B030D-6E8A-4147-A177-3AD203B41FA5}">
                      <a16:colId xmlns:a16="http://schemas.microsoft.com/office/drawing/2014/main" val="20002"/>
                    </a:ext>
                  </a:extLst>
                </a:gridCol>
                <a:gridCol w="1121664">
                  <a:extLst>
                    <a:ext uri="{9D8B030D-6E8A-4147-A177-3AD203B41FA5}">
                      <a16:colId xmlns:a16="http://schemas.microsoft.com/office/drawing/2014/main" val="20003"/>
                    </a:ext>
                  </a:extLst>
                </a:gridCol>
                <a:gridCol w="1121664">
                  <a:extLst>
                    <a:ext uri="{9D8B030D-6E8A-4147-A177-3AD203B41FA5}">
                      <a16:colId xmlns:a16="http://schemas.microsoft.com/office/drawing/2014/main" val="20004"/>
                    </a:ext>
                  </a:extLst>
                </a:gridCol>
                <a:gridCol w="1121664">
                  <a:extLst>
                    <a:ext uri="{9D8B030D-6E8A-4147-A177-3AD203B41FA5}">
                      <a16:colId xmlns:a16="http://schemas.microsoft.com/office/drawing/2014/main" val="20005"/>
                    </a:ext>
                  </a:extLst>
                </a:gridCol>
                <a:gridCol w="1121664">
                  <a:extLst>
                    <a:ext uri="{9D8B030D-6E8A-4147-A177-3AD203B41FA5}">
                      <a16:colId xmlns:a16="http://schemas.microsoft.com/office/drawing/2014/main" val="20006"/>
                    </a:ext>
                  </a:extLst>
                </a:gridCol>
                <a:gridCol w="1121664">
                  <a:extLst>
                    <a:ext uri="{9D8B030D-6E8A-4147-A177-3AD203B41FA5}">
                      <a16:colId xmlns:a16="http://schemas.microsoft.com/office/drawing/2014/main" val="20007"/>
                    </a:ext>
                  </a:extLst>
                </a:gridCol>
                <a:gridCol w="1121664">
                  <a:extLst>
                    <a:ext uri="{9D8B030D-6E8A-4147-A177-3AD203B41FA5}">
                      <a16:colId xmlns:a16="http://schemas.microsoft.com/office/drawing/2014/main" val="20008"/>
                    </a:ext>
                  </a:extLst>
                </a:gridCol>
                <a:gridCol w="1121664">
                  <a:extLst>
                    <a:ext uri="{9D8B030D-6E8A-4147-A177-3AD203B41FA5}">
                      <a16:colId xmlns:a16="http://schemas.microsoft.com/office/drawing/2014/main" val="20009"/>
                    </a:ext>
                  </a:extLst>
                </a:gridCol>
              </a:tblGrid>
              <a:tr h="130628">
                <a:tc>
                  <a:txBody>
                    <a:bodyPr/>
                    <a:lstStyle/>
                    <a:p>
                      <a:r>
                        <a:rPr sz="1000"/>
                        <a:t>Driver</a:t>
                      </a:r>
                    </a:p>
                  </a:txBody>
                  <a:tcPr/>
                </a:tc>
                <a:tc>
                  <a:txBody>
                    <a:bodyPr/>
                    <a:lstStyle/>
                    <a:p>
                      <a:r>
                        <a:rPr sz="1000"/>
                        <a:t>Count</a:t>
                      </a:r>
                    </a:p>
                  </a:txBody>
                  <a:tcPr/>
                </a:tc>
                <a:tc>
                  <a:txBody>
                    <a:bodyPr/>
                    <a:lstStyle/>
                    <a:p>
                      <a:r>
                        <a:rPr sz="1000"/>
                        <a:t>True/False</a:t>
                      </a:r>
                    </a:p>
                  </a:txBody>
                  <a:tcPr/>
                </a:tc>
                <a:tc>
                  <a:txBody>
                    <a:bodyPr/>
                    <a:lstStyle/>
                    <a:p>
                      <a:r>
                        <a:rPr sz="1000"/>
                        <a:t>Benedict</a:t>
                      </a:r>
                    </a:p>
                  </a:txBody>
                  <a:tcPr/>
                </a:tc>
                <a:tc>
                  <a:txBody>
                    <a:bodyPr/>
                    <a:lstStyle/>
                    <a:p>
                      <a:r>
                        <a:rPr sz="1000"/>
                        <a:t>Carla</a:t>
                      </a:r>
                    </a:p>
                  </a:txBody>
                  <a:tcPr/>
                </a:tc>
                <a:tc>
                  <a:txBody>
                    <a:bodyPr/>
                    <a:lstStyle/>
                    <a:p>
                      <a:r>
                        <a:rPr sz="1000"/>
                        <a:t>Damian</a:t>
                      </a:r>
                    </a:p>
                  </a:txBody>
                  <a:tcPr/>
                </a:tc>
                <a:tc>
                  <a:txBody>
                    <a:bodyPr/>
                    <a:lstStyle/>
                    <a:p>
                      <a:r>
                        <a:rPr sz="1000"/>
                        <a:t>Jarek</a:t>
                      </a:r>
                    </a:p>
                  </a:txBody>
                  <a:tcPr/>
                </a:tc>
                <a:tc>
                  <a:txBody>
                    <a:bodyPr/>
                    <a:lstStyle/>
                    <a:p>
                      <a:r>
                        <a:rPr sz="1000"/>
                        <a:t>Josh</a:t>
                      </a:r>
                    </a:p>
                  </a:txBody>
                  <a:tcPr/>
                </a:tc>
                <a:tc>
                  <a:txBody>
                    <a:bodyPr/>
                    <a:lstStyle/>
                    <a:p>
                      <a:r>
                        <a:rPr sz="1000"/>
                        <a:t>Kacper</a:t>
                      </a:r>
                    </a:p>
                  </a:txBody>
                  <a:tcPr/>
                </a:tc>
                <a:tc>
                  <a:txBody>
                    <a:bodyPr/>
                    <a:lstStyle/>
                    <a:p>
                      <a:r>
                        <a:rPr sz="1000"/>
                        <a:t>Suley</a:t>
                      </a:r>
                    </a:p>
                  </a:txBody>
                  <a:tcPr/>
                </a:tc>
                <a:extLst>
                  <a:ext uri="{0D108BD9-81ED-4DB2-BD59-A6C34878D82A}">
                    <a16:rowId xmlns:a16="http://schemas.microsoft.com/office/drawing/2014/main" val="10000"/>
                  </a:ext>
                </a:extLst>
              </a:tr>
              <a:tr h="130628">
                <a:tc>
                  <a:txBody>
                    <a:bodyPr/>
                    <a:lstStyle/>
                    <a:p>
                      <a:pPr algn="ctr"/>
                      <a:r>
                        <a:rPr sz="1000"/>
                        <a:t>Max Verstappen</a:t>
                      </a:r>
                    </a:p>
                  </a:txBody>
                  <a:tcPr marT="38100" marB="38100">
                    <a:solidFill>
                      <a:srgbClr val="FFFFFF"/>
                    </a:solidFill>
                  </a:tcPr>
                </a:tc>
                <a:tc>
                  <a:txBody>
                    <a:bodyPr/>
                    <a:lstStyle/>
                    <a:p>
                      <a:pPr algn="ctr"/>
                      <a:r>
                        <a:rPr sz="1000"/>
                        <a:t>14</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1"/>
                  </a:ext>
                </a:extLst>
              </a:tr>
              <a:tr h="130628">
                <a:tc>
                  <a:txBody>
                    <a:bodyPr/>
                    <a:lstStyle/>
                    <a:p>
                      <a:pPr algn="ctr"/>
                      <a:r>
                        <a:rPr sz="1000"/>
                        <a:t>Sergio Perez</a:t>
                      </a:r>
                    </a:p>
                  </a:txBody>
                  <a:tcPr marT="38100" marB="38100">
                    <a:solidFill>
                      <a:srgbClr val="FFFFFF"/>
                    </a:solidFill>
                  </a:tcPr>
                </a:tc>
                <a:tc>
                  <a:txBody>
                    <a:bodyPr/>
                    <a:lstStyle/>
                    <a:p>
                      <a:pPr algn="ctr"/>
                      <a:r>
                        <a:rPr sz="1000"/>
                        <a:t>4</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2"/>
                  </a:ext>
                </a:extLst>
              </a:tr>
              <a:tr h="130628">
                <a:tc>
                  <a:txBody>
                    <a:bodyPr/>
                    <a:lstStyle/>
                    <a:p>
                      <a:pPr algn="ctr"/>
                      <a:r>
                        <a:rPr sz="1000"/>
                        <a:t>Lewis Hamilton</a:t>
                      </a:r>
                    </a:p>
                  </a:txBody>
                  <a:tcPr marT="38100" marB="38100">
                    <a:solidFill>
                      <a:srgbClr val="FFFFFF"/>
                    </a:solidFill>
                  </a:tcPr>
                </a:tc>
                <a:tc>
                  <a:txBody>
                    <a:bodyPr/>
                    <a:lstStyle/>
                    <a:p>
                      <a:pPr algn="ctr"/>
                      <a:r>
                        <a:rPr sz="1000"/>
                        <a:t>5</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3"/>
                  </a:ext>
                </a:extLst>
              </a:tr>
              <a:tr h="130628">
                <a:tc>
                  <a:txBody>
                    <a:bodyPr/>
                    <a:lstStyle/>
                    <a:p>
                      <a:pPr algn="ctr"/>
                      <a:r>
                        <a:rPr sz="1000"/>
                        <a:t>Fernando Alonso</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-3</a:t>
                      </a:r>
                    </a:p>
                  </a:txBody>
                  <a:tcPr marT="38100" marB="38100">
                    <a:solidFill>
                      <a:srgbClr val="040273"/>
                    </a:solidFill>
                  </a:tcPr>
                </a:tc>
                <a:tc>
                  <a:txBody>
                    <a:bodyPr/>
                    <a:lstStyle/>
                    <a:p>
                      <a:pPr algn="ctr"/>
                      <a:r>
                        <a:rPr sz="1000"/>
                        <a:t>-3</a:t>
                      </a:r>
                    </a:p>
                  </a:txBody>
                  <a:tcPr marT="38100" marB="38100">
                    <a:solidFill>
                      <a:srgbClr val="E8002D"/>
                    </a:solidFill>
                  </a:tcPr>
                </a:tc>
                <a:tc>
                  <a:txBody>
                    <a:bodyPr/>
                    <a:lstStyle/>
                    <a:p>
                      <a:pPr algn="ctr"/>
                      <a:r>
                        <a:rPr sz="1000"/>
                        <a:t>+0</a:t>
                      </a:r>
                    </a:p>
                  </a:txBody>
                  <a:tcPr marT="38100" marB="38100">
                    <a:solidFill>
                      <a:srgbClr val="FFFFFF"/>
                    </a:solidFill>
                  </a:tcPr>
                </a:tc>
                <a:tc>
                  <a:txBody>
                    <a:bodyPr/>
                    <a:lstStyle/>
                    <a:p>
                      <a:pPr algn="ctr"/>
                      <a:r>
                        <a:rPr sz="1000"/>
                        <a:t>-3</a:t>
                      </a:r>
                    </a:p>
                  </a:txBody>
                  <a:tcPr marT="38100" marB="38100">
                    <a:solidFill>
                      <a:srgbClr val="028F1E"/>
                    </a:solidFill>
                  </a:tcPr>
                </a:tc>
                <a:tc>
                  <a:txBody>
                    <a:bodyPr/>
                    <a:lstStyle/>
                    <a:p>
                      <a:pPr algn="ctr"/>
                      <a:r>
                        <a:rPr sz="1000"/>
                        <a:t>-3</a:t>
                      </a:r>
                    </a:p>
                  </a:txBody>
                  <a:tcPr marT="38100" marB="38100">
                    <a:solidFill>
                      <a:srgbClr val="FF5B00"/>
                    </a:solidFill>
                  </a:tcPr>
                </a:tc>
                <a:tc>
                  <a:txBody>
                    <a:bodyPr/>
                    <a:lstStyle/>
                    <a:p>
                      <a:pPr algn="ctr"/>
                      <a:r>
                        <a:rPr sz="1000"/>
                        <a:t>-3</a:t>
                      </a:r>
                    </a:p>
                  </a:txBody>
                  <a:tcPr marT="38100" marB="38100">
                    <a:solidFill>
                      <a:srgbClr val="13EAC9"/>
                    </a:solidFill>
                  </a:tcPr>
                </a:tc>
                <a:tc>
                  <a:txBody>
                    <a:bodyPr/>
                    <a:lstStyle/>
                    <a:p>
                      <a:pPr algn="ctr"/>
                      <a:r>
                        <a:rPr sz="1000"/>
                        <a:t>-3</a:t>
                      </a:r>
                    </a:p>
                  </a:txBody>
                  <a:tcPr marT="38100" marB="38100">
                    <a:solidFill>
                      <a:srgbClr val="9A0EEA"/>
                    </a:solidFill>
                  </a:tcPr>
                </a:tc>
                <a:extLst>
                  <a:ext uri="{0D108BD9-81ED-4DB2-BD59-A6C34878D82A}">
                    <a16:rowId xmlns:a16="http://schemas.microsoft.com/office/drawing/2014/main" val="10004"/>
                  </a:ext>
                </a:extLst>
              </a:tr>
              <a:tr h="130628">
                <a:tc>
                  <a:txBody>
                    <a:bodyPr/>
                    <a:lstStyle/>
                    <a:p>
                      <a:pPr algn="ctr"/>
                      <a:r>
                        <a:rPr sz="1000"/>
                        <a:t>Charles Leclerc</a:t>
                      </a:r>
                    </a:p>
                  </a:txBody>
                  <a:tcPr marT="38100" marB="38100">
                    <a:solidFill>
                      <a:srgbClr val="FFFFFF"/>
                    </a:solidFill>
                  </a:tcPr>
                </a:tc>
                <a:tc>
                  <a:txBody>
                    <a:bodyPr/>
                    <a:lstStyle/>
                    <a:p>
                      <a:pPr algn="ctr"/>
                      <a:r>
                        <a:rPr sz="1000"/>
                        <a:t>13</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5"/>
                  </a:ext>
                </a:extLst>
              </a:tr>
              <a:tr h="130628">
                <a:tc>
                  <a:txBody>
                    <a:bodyPr/>
                    <a:lstStyle/>
                    <a:p>
                      <a:pPr algn="ctr"/>
                      <a:r>
                        <a:rPr sz="1000"/>
                        <a:t>Lando Norris</a:t>
                      </a:r>
                    </a:p>
                  </a:txBody>
                  <a:tcPr marT="38100" marB="38100">
                    <a:solidFill>
                      <a:srgbClr val="FFFFFF"/>
                    </a:solidFill>
                  </a:tcPr>
                </a:tc>
                <a:tc>
                  <a:txBody>
                    <a:bodyPr/>
                    <a:lstStyle/>
                    <a:p>
                      <a:pPr algn="ctr"/>
                      <a:r>
                        <a:rPr sz="1000"/>
                        <a:t>13</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6"/>
                  </a:ext>
                </a:extLst>
              </a:tr>
              <a:tr h="130628">
                <a:tc>
                  <a:txBody>
                    <a:bodyPr/>
                    <a:lstStyle/>
                    <a:p>
                      <a:pPr algn="ctr"/>
                      <a:r>
                        <a:rPr sz="1000"/>
                        <a:t>Carlos Sainz</a:t>
                      </a:r>
                    </a:p>
                  </a:txBody>
                  <a:tcPr marT="38100" marB="38100">
                    <a:solidFill>
                      <a:srgbClr val="FFFFFF"/>
                    </a:solidFill>
                  </a:tcPr>
                </a:tc>
                <a:tc>
                  <a:txBody>
                    <a:bodyPr/>
                    <a:lstStyle/>
                    <a:p>
                      <a:pPr algn="ctr"/>
                      <a:r>
                        <a:rPr sz="1000"/>
                        <a:t>9</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7"/>
                  </a:ext>
                </a:extLst>
              </a:tr>
              <a:tr h="130628">
                <a:tc>
                  <a:txBody>
                    <a:bodyPr/>
                    <a:lstStyle/>
                    <a:p>
                      <a:pPr algn="ctr"/>
                      <a:r>
                        <a:rPr sz="1000"/>
                        <a:t>George Russell</a:t>
                      </a:r>
                    </a:p>
                  </a:txBody>
                  <a:tcPr marT="38100" marB="38100">
                    <a:solidFill>
                      <a:srgbClr val="FFFFFF"/>
                    </a:solidFill>
                  </a:tcPr>
                </a:tc>
                <a:tc>
                  <a:txBody>
                    <a:bodyPr/>
                    <a:lstStyle/>
                    <a:p>
                      <a:pPr algn="ctr"/>
                      <a:r>
                        <a:rPr sz="1000"/>
                        <a:t>4</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8"/>
                  </a:ext>
                </a:extLst>
              </a:tr>
              <a:tr h="130628">
                <a:tc>
                  <a:txBody>
                    <a:bodyPr/>
                    <a:lstStyle/>
                    <a:p>
                      <a:pPr algn="ctr"/>
                      <a:r>
                        <a:rPr sz="1000"/>
                        <a:t>Oscar Piastri</a:t>
                      </a:r>
                    </a:p>
                  </a:txBody>
                  <a:tcPr marT="38100" marB="38100">
                    <a:solidFill>
                      <a:srgbClr val="FFFFFF"/>
                    </a:solidFill>
                  </a:tcPr>
                </a:tc>
                <a:tc>
                  <a:txBody>
                    <a:bodyPr/>
                    <a:lstStyle/>
                    <a:p>
                      <a:pPr algn="ctr"/>
                      <a:r>
                        <a:rPr sz="1000"/>
                        <a:t>8</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9"/>
                  </a:ext>
                </a:extLst>
              </a:tr>
              <a:tr h="130628">
                <a:tc>
                  <a:txBody>
                    <a:bodyPr/>
                    <a:lstStyle/>
                    <a:p>
                      <a:pPr algn="ctr"/>
                      <a:r>
                        <a:rPr sz="1000"/>
                        <a:t>Lance Stroll</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0"/>
                  </a:ext>
                </a:extLst>
              </a:tr>
              <a:tr h="130628">
                <a:tc>
                  <a:txBody>
                    <a:bodyPr/>
                    <a:lstStyle/>
                    <a:p>
                      <a:pPr algn="ctr"/>
                      <a:r>
                        <a:rPr sz="1000"/>
                        <a:t>Pierre Gasly</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extLst>
                  <a:ext uri="{0D108BD9-81ED-4DB2-BD59-A6C34878D82A}">
                    <a16:rowId xmlns:a16="http://schemas.microsoft.com/office/drawing/2014/main" val="10011"/>
                  </a:ext>
                </a:extLst>
              </a:tr>
              <a:tr h="130628">
                <a:tc>
                  <a:txBody>
                    <a:bodyPr/>
                    <a:lstStyle/>
                    <a:p>
                      <a:pPr algn="ctr"/>
                      <a:r>
                        <a:rPr sz="1000"/>
                        <a:t>Esteban Ocon</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FAC205"/>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FF5B00"/>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extLst>
                  <a:ext uri="{0D108BD9-81ED-4DB2-BD59-A6C34878D82A}">
                    <a16:rowId xmlns:a16="http://schemas.microsoft.com/office/drawing/2014/main" val="10012"/>
                  </a:ext>
                </a:extLst>
              </a:tr>
              <a:tr h="130628">
                <a:tc>
                  <a:txBody>
                    <a:bodyPr/>
                    <a:lstStyle/>
                    <a:p>
                      <a:pPr algn="ctr"/>
                      <a:r>
                        <a:rPr sz="1000"/>
                        <a:t>Alexander Albon</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3"/>
                  </a:ext>
                </a:extLst>
              </a:tr>
              <a:tr h="130628">
                <a:tc>
                  <a:txBody>
                    <a:bodyPr/>
                    <a:lstStyle/>
                    <a:p>
                      <a:pPr algn="ctr"/>
                      <a:r>
                        <a:rPr sz="1000"/>
                        <a:t>Yuki Tsunoda</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-3</a:t>
                      </a:r>
                    </a:p>
                  </a:txBody>
                  <a:tcPr marT="38100" marB="38100">
                    <a:solidFill>
                      <a:srgbClr val="028F1E"/>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4"/>
                  </a:ext>
                </a:extLst>
              </a:tr>
              <a:tr h="130628">
                <a:tc>
                  <a:txBody>
                    <a:bodyPr/>
                    <a:lstStyle/>
                    <a:p>
                      <a:pPr algn="ctr"/>
                      <a:r>
                        <a:rPr sz="1000"/>
                        <a:t>Valtteri Bottas</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5"/>
                  </a:ext>
                </a:extLst>
              </a:tr>
              <a:tr h="130628">
                <a:tc>
                  <a:txBody>
                    <a:bodyPr/>
                    <a:lstStyle/>
                    <a:p>
                      <a:pPr algn="ctr"/>
                      <a:r>
                        <a:rPr sz="1000"/>
                        <a:t>Nico Hulkenberg</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6"/>
                  </a:ext>
                </a:extLst>
              </a:tr>
              <a:tr h="130628">
                <a:tc>
                  <a:txBody>
                    <a:bodyPr/>
                    <a:lstStyle/>
                    <a:p>
                      <a:pPr algn="ctr"/>
                      <a:r>
                        <a:rPr sz="1000"/>
                        <a:t>Daniel Ricciardo</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-3</a:t>
                      </a:r>
                    </a:p>
                  </a:txBody>
                  <a:tcPr marT="38100" marB="38100">
                    <a:solidFill>
                      <a:srgbClr val="FF5B00"/>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7"/>
                  </a:ext>
                </a:extLst>
              </a:tr>
              <a:tr h="130628">
                <a:tc>
                  <a:txBody>
                    <a:bodyPr/>
                    <a:lstStyle/>
                    <a:p>
                      <a:pPr algn="ctr"/>
                      <a:r>
                        <a:rPr sz="1000"/>
                        <a:t>Zhou Guanyu</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8"/>
                  </a:ext>
                </a:extLst>
              </a:tr>
              <a:tr h="130628">
                <a:tc>
                  <a:txBody>
                    <a:bodyPr/>
                    <a:lstStyle/>
                    <a:p>
                      <a:pPr algn="ctr"/>
                      <a:r>
                        <a:rPr sz="1000"/>
                        <a:t>Kevin Magnussen</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9"/>
                  </a:ext>
                </a:extLst>
              </a:tr>
              <a:tr h="124690">
                <a:tc>
                  <a:txBody>
                    <a:bodyPr/>
                    <a:lstStyle/>
                    <a:p>
                      <a:pPr algn="ctr"/>
                      <a:r>
                        <a:rPr sz="1000"/>
                        <a:t>Logan Sargeant</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20"/>
                  </a:ext>
                </a:extLst>
              </a:tr>
              <a:tr h="124710">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31</a:t>
                      </a:r>
                    </a:p>
                  </a:txBody>
                  <a:tcPr marT="38100" marB="38100">
                    <a:solidFill>
                      <a:srgbClr val="FFFFFF"/>
                    </a:solidFill>
                  </a:tcPr>
                </a:tc>
                <a:tc>
                  <a:txBody>
                    <a:bodyPr/>
                    <a:lstStyle/>
                    <a:p>
                      <a:pPr algn="ctr"/>
                      <a:r>
                        <a:rPr sz="1000"/>
                        <a:t>31</a:t>
                      </a:r>
                    </a:p>
                  </a:txBody>
                  <a:tcPr marT="38100" marB="38100">
                    <a:solidFill>
                      <a:srgbClr val="FFFFFF"/>
                    </a:solidFill>
                  </a:tcPr>
                </a:tc>
                <a:tc>
                  <a:txBody>
                    <a:bodyPr/>
                    <a:lstStyle/>
                    <a:p>
                      <a:pPr algn="ctr"/>
                      <a:r>
                        <a:rPr sz="1000"/>
                        <a:t>42</a:t>
                      </a:r>
                    </a:p>
                  </a:txBody>
                  <a:tcPr marT="38100" marB="38100">
                    <a:solidFill>
                      <a:srgbClr val="FFFFFF"/>
                    </a:solidFill>
                  </a:tcPr>
                </a:tc>
                <a:tc>
                  <a:txBody>
                    <a:bodyPr/>
                    <a:lstStyle/>
                    <a:p>
                      <a:pPr algn="ctr"/>
                      <a:r>
                        <a:rPr sz="1000"/>
                        <a:t>36</a:t>
                      </a:r>
                    </a:p>
                  </a:txBody>
                  <a:tcPr marT="38100" marB="38100">
                    <a:solidFill>
                      <a:srgbClr val="FFFFFF"/>
                    </a:solidFill>
                  </a:tcPr>
                </a:tc>
                <a:tc>
                  <a:txBody>
                    <a:bodyPr/>
                    <a:lstStyle/>
                    <a:p>
                      <a:pPr algn="ctr"/>
                      <a:r>
                        <a:rPr sz="1000"/>
                        <a:t>44</a:t>
                      </a:r>
                    </a:p>
                  </a:txBody>
                  <a:tcPr marT="38100" marB="38100">
                    <a:solidFill>
                      <a:srgbClr val="FFFFFF"/>
                    </a:solidFill>
                  </a:tcPr>
                </a:tc>
                <a:tc>
                  <a:txBody>
                    <a:bodyPr/>
                    <a:lstStyle/>
                    <a:p>
                      <a:pPr algn="ctr"/>
                      <a:r>
                        <a:rPr sz="1000"/>
                        <a:t>23</a:t>
                      </a:r>
                    </a:p>
                  </a:txBody>
                  <a:tcPr marT="38100" marB="38100">
                    <a:solidFill>
                      <a:srgbClr val="FFFFFF"/>
                    </a:solidFill>
                  </a:tcPr>
                </a:tc>
                <a:tc>
                  <a:txBody>
                    <a:bodyPr/>
                    <a:lstStyle/>
                    <a:p>
                      <a:pPr algn="ctr"/>
                      <a:r>
                        <a:rPr sz="1000"/>
                        <a:t>31</a:t>
                      </a:r>
                    </a:p>
                  </a:txBody>
                  <a:tcPr marT="38100" marB="38100">
                    <a:solidFill>
                      <a:srgbClr val="FFFFFF"/>
                    </a:solidFill>
                  </a:tcPr>
                </a:tc>
                <a:extLst>
                  <a:ext uri="{0D108BD9-81ED-4DB2-BD59-A6C34878D82A}">
                    <a16:rowId xmlns:a16="http://schemas.microsoft.com/office/drawing/2014/main" val="10021"/>
                  </a:ext>
                </a:extLst>
              </a:tr>
            </a:tbl>
          </a:graphicData>
        </a:graphic>
      </p:graphicFrame>
      <p:sp>
        <p:nvSpPr>
          <p:cNvPr id="3" name="Rectangle 2"/>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True/False: Podiums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364480" y="379476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456</a:t>
            </a:r>
          </a:p>
        </p:txBody>
      </p:sp>
      <p:sp>
        <p:nvSpPr>
          <p:cNvPr id="3" name="Rounded Rectangle 2"/>
          <p:cNvSpPr/>
          <p:nvPr/>
        </p:nvSpPr>
        <p:spPr>
          <a:xfrm>
            <a:off x="4291584" y="233172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481</a:t>
            </a:r>
          </a:p>
        </p:txBody>
      </p:sp>
      <p:sp>
        <p:nvSpPr>
          <p:cNvPr id="4" name="Rounded Rectangle 3"/>
          <p:cNvSpPr/>
          <p:nvPr/>
        </p:nvSpPr>
        <p:spPr>
          <a:xfrm>
            <a:off x="6437376" y="233172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471</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541</a:t>
            </a:r>
          </a:p>
        </p:txBody>
      </p:sp>
      <p:sp>
        <p:nvSpPr>
          <p:cNvPr id="6" name="Rounded Rectangle 5"/>
          <p:cNvSpPr/>
          <p:nvPr/>
        </p:nvSpPr>
        <p:spPr>
          <a:xfrm>
            <a:off x="8583168" y="233172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463</a:t>
            </a:r>
          </a:p>
        </p:txBody>
      </p:sp>
      <p:sp>
        <p:nvSpPr>
          <p:cNvPr id="7" name="Rounded Rectangle 6"/>
          <p:cNvSpPr/>
          <p:nvPr/>
        </p:nvSpPr>
        <p:spPr>
          <a:xfrm>
            <a:off x="2682240" y="379476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462</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398</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Podiums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True/False: Pole Positions</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Predict all drivers that you believe will qualify on pole position.
Scoring: Each true prediction that comes true is 5pts. -3pts for missing predictions, -3pts for any true prediction that doesn't come true.
</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- 456</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- 481</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- 471</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- 541</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- 463</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- 462</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- 398</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487680" y="1371600"/>
          <a:ext cx="11216640" cy="4815840"/>
        </p:xfrm>
        <a:graphic>
          <a:graphicData uri="http://schemas.openxmlformats.org/drawingml/2006/table">
            <a:tbl>
              <a:tblPr firstRow="1" bandRow="1">
                <a:tableStyleId>{5C22544A-7EE6-4342-B048-85BDC9FD1C3A}</a:tableStyleId>
              </a:tblPr>
              <a:tblGrid>
                <a:gridCol w="1121664">
                  <a:extLst>
                    <a:ext uri="{9D8B030D-6E8A-4147-A177-3AD203B41FA5}">
                      <a16:colId xmlns:a16="http://schemas.microsoft.com/office/drawing/2014/main" val="20000"/>
                    </a:ext>
                  </a:extLst>
                </a:gridCol>
                <a:gridCol w="1121664">
                  <a:extLst>
                    <a:ext uri="{9D8B030D-6E8A-4147-A177-3AD203B41FA5}">
                      <a16:colId xmlns:a16="http://schemas.microsoft.com/office/drawing/2014/main" val="20001"/>
                    </a:ext>
                  </a:extLst>
                </a:gridCol>
                <a:gridCol w="1121664">
                  <a:extLst>
                    <a:ext uri="{9D8B030D-6E8A-4147-A177-3AD203B41FA5}">
                      <a16:colId xmlns:a16="http://schemas.microsoft.com/office/drawing/2014/main" val="20002"/>
                    </a:ext>
                  </a:extLst>
                </a:gridCol>
                <a:gridCol w="1121664">
                  <a:extLst>
                    <a:ext uri="{9D8B030D-6E8A-4147-A177-3AD203B41FA5}">
                      <a16:colId xmlns:a16="http://schemas.microsoft.com/office/drawing/2014/main" val="20003"/>
                    </a:ext>
                  </a:extLst>
                </a:gridCol>
                <a:gridCol w="1121664">
                  <a:extLst>
                    <a:ext uri="{9D8B030D-6E8A-4147-A177-3AD203B41FA5}">
                      <a16:colId xmlns:a16="http://schemas.microsoft.com/office/drawing/2014/main" val="20004"/>
                    </a:ext>
                  </a:extLst>
                </a:gridCol>
                <a:gridCol w="1121664">
                  <a:extLst>
                    <a:ext uri="{9D8B030D-6E8A-4147-A177-3AD203B41FA5}">
                      <a16:colId xmlns:a16="http://schemas.microsoft.com/office/drawing/2014/main" val="20005"/>
                    </a:ext>
                  </a:extLst>
                </a:gridCol>
                <a:gridCol w="1121664">
                  <a:extLst>
                    <a:ext uri="{9D8B030D-6E8A-4147-A177-3AD203B41FA5}">
                      <a16:colId xmlns:a16="http://schemas.microsoft.com/office/drawing/2014/main" val="20006"/>
                    </a:ext>
                  </a:extLst>
                </a:gridCol>
                <a:gridCol w="1121664">
                  <a:extLst>
                    <a:ext uri="{9D8B030D-6E8A-4147-A177-3AD203B41FA5}">
                      <a16:colId xmlns:a16="http://schemas.microsoft.com/office/drawing/2014/main" val="20007"/>
                    </a:ext>
                  </a:extLst>
                </a:gridCol>
                <a:gridCol w="1121664">
                  <a:extLst>
                    <a:ext uri="{9D8B030D-6E8A-4147-A177-3AD203B41FA5}">
                      <a16:colId xmlns:a16="http://schemas.microsoft.com/office/drawing/2014/main" val="20008"/>
                    </a:ext>
                  </a:extLst>
                </a:gridCol>
                <a:gridCol w="1121664">
                  <a:extLst>
                    <a:ext uri="{9D8B030D-6E8A-4147-A177-3AD203B41FA5}">
                      <a16:colId xmlns:a16="http://schemas.microsoft.com/office/drawing/2014/main" val="20009"/>
                    </a:ext>
                  </a:extLst>
                </a:gridCol>
              </a:tblGrid>
              <a:tr h="130628">
                <a:tc>
                  <a:txBody>
                    <a:bodyPr/>
                    <a:lstStyle/>
                    <a:p>
                      <a:r>
                        <a:rPr sz="1000"/>
                        <a:t>Driver</a:t>
                      </a:r>
                    </a:p>
                  </a:txBody>
                  <a:tcPr/>
                </a:tc>
                <a:tc>
                  <a:txBody>
                    <a:bodyPr/>
                    <a:lstStyle/>
                    <a:p>
                      <a:r>
                        <a:rPr sz="1000"/>
                        <a:t>Count</a:t>
                      </a:r>
                    </a:p>
                  </a:txBody>
                  <a:tcPr/>
                </a:tc>
                <a:tc>
                  <a:txBody>
                    <a:bodyPr/>
                    <a:lstStyle/>
                    <a:p>
                      <a:r>
                        <a:rPr sz="1000"/>
                        <a:t>True/False</a:t>
                      </a:r>
                    </a:p>
                  </a:txBody>
                  <a:tcPr/>
                </a:tc>
                <a:tc>
                  <a:txBody>
                    <a:bodyPr/>
                    <a:lstStyle/>
                    <a:p>
                      <a:r>
                        <a:rPr sz="1000"/>
                        <a:t>Benedict</a:t>
                      </a:r>
                    </a:p>
                  </a:txBody>
                  <a:tcPr/>
                </a:tc>
                <a:tc>
                  <a:txBody>
                    <a:bodyPr/>
                    <a:lstStyle/>
                    <a:p>
                      <a:r>
                        <a:rPr sz="1000"/>
                        <a:t>Carla</a:t>
                      </a:r>
                    </a:p>
                  </a:txBody>
                  <a:tcPr/>
                </a:tc>
                <a:tc>
                  <a:txBody>
                    <a:bodyPr/>
                    <a:lstStyle/>
                    <a:p>
                      <a:r>
                        <a:rPr sz="1000"/>
                        <a:t>Damian</a:t>
                      </a:r>
                    </a:p>
                  </a:txBody>
                  <a:tcPr/>
                </a:tc>
                <a:tc>
                  <a:txBody>
                    <a:bodyPr/>
                    <a:lstStyle/>
                    <a:p>
                      <a:r>
                        <a:rPr sz="1000"/>
                        <a:t>Jarek</a:t>
                      </a:r>
                    </a:p>
                  </a:txBody>
                  <a:tcPr/>
                </a:tc>
                <a:tc>
                  <a:txBody>
                    <a:bodyPr/>
                    <a:lstStyle/>
                    <a:p>
                      <a:r>
                        <a:rPr sz="1000"/>
                        <a:t>Josh</a:t>
                      </a:r>
                    </a:p>
                  </a:txBody>
                  <a:tcPr/>
                </a:tc>
                <a:tc>
                  <a:txBody>
                    <a:bodyPr/>
                    <a:lstStyle/>
                    <a:p>
                      <a:r>
                        <a:rPr sz="1000"/>
                        <a:t>Kacper</a:t>
                      </a:r>
                    </a:p>
                  </a:txBody>
                  <a:tcPr/>
                </a:tc>
                <a:tc>
                  <a:txBody>
                    <a:bodyPr/>
                    <a:lstStyle/>
                    <a:p>
                      <a:r>
                        <a:rPr sz="1000"/>
                        <a:t>Suley</a:t>
                      </a:r>
                    </a:p>
                  </a:txBody>
                  <a:tcPr/>
                </a:tc>
                <a:extLst>
                  <a:ext uri="{0D108BD9-81ED-4DB2-BD59-A6C34878D82A}">
                    <a16:rowId xmlns:a16="http://schemas.microsoft.com/office/drawing/2014/main" val="10000"/>
                  </a:ext>
                </a:extLst>
              </a:tr>
              <a:tr h="130628">
                <a:tc>
                  <a:txBody>
                    <a:bodyPr/>
                    <a:lstStyle/>
                    <a:p>
                      <a:pPr algn="ctr"/>
                      <a:r>
                        <a:rPr sz="1000"/>
                        <a:t>Max Verstappen</a:t>
                      </a:r>
                    </a:p>
                  </a:txBody>
                  <a:tcPr marT="38100" marB="38100">
                    <a:solidFill>
                      <a:srgbClr val="FFFFFF"/>
                    </a:solidFill>
                  </a:tcPr>
                </a:tc>
                <a:tc>
                  <a:txBody>
                    <a:bodyPr/>
                    <a:lstStyle/>
                    <a:p>
                      <a:pPr algn="ctr"/>
                      <a:r>
                        <a:rPr sz="1000"/>
                        <a:t>8</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1"/>
                  </a:ext>
                </a:extLst>
              </a:tr>
              <a:tr h="130628">
                <a:tc>
                  <a:txBody>
                    <a:bodyPr/>
                    <a:lstStyle/>
                    <a:p>
                      <a:pPr algn="ctr"/>
                      <a:r>
                        <a:rPr sz="1000"/>
                        <a:t>Sergio Perez</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02"/>
                  </a:ext>
                </a:extLst>
              </a:tr>
              <a:tr h="130628">
                <a:tc>
                  <a:txBody>
                    <a:bodyPr/>
                    <a:lstStyle/>
                    <a:p>
                      <a:pPr algn="ctr"/>
                      <a:r>
                        <a:rPr sz="1000"/>
                        <a:t>Lewis Hamilton</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3"/>
                  </a:ext>
                </a:extLst>
              </a:tr>
              <a:tr h="130628">
                <a:tc>
                  <a:txBody>
                    <a:bodyPr/>
                    <a:lstStyle/>
                    <a:p>
                      <a:pPr algn="ctr"/>
                      <a:r>
                        <a:rPr sz="1000"/>
                        <a:t>Fernando Alonso</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4"/>
                  </a:ext>
                </a:extLst>
              </a:tr>
              <a:tr h="130628">
                <a:tc>
                  <a:txBody>
                    <a:bodyPr/>
                    <a:lstStyle/>
                    <a:p>
                      <a:pPr algn="ctr"/>
                      <a:r>
                        <a:rPr sz="1000"/>
                        <a:t>Charles Leclerc</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5"/>
                  </a:ext>
                </a:extLst>
              </a:tr>
              <a:tr h="130628">
                <a:tc>
                  <a:txBody>
                    <a:bodyPr/>
                    <a:lstStyle/>
                    <a:p>
                      <a:pPr algn="ctr"/>
                      <a:r>
                        <a:rPr sz="1000"/>
                        <a:t>Lando Norris</a:t>
                      </a:r>
                    </a:p>
                  </a:txBody>
                  <a:tcPr marT="38100" marB="38100">
                    <a:solidFill>
                      <a:srgbClr val="FFFFFF"/>
                    </a:solidFill>
                  </a:tcPr>
                </a:tc>
                <a:tc>
                  <a:txBody>
                    <a:bodyPr/>
                    <a:lstStyle/>
                    <a:p>
                      <a:pPr algn="ctr"/>
                      <a:r>
                        <a:rPr sz="1000"/>
                        <a:t>8</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06"/>
                  </a:ext>
                </a:extLst>
              </a:tr>
              <a:tr h="130628">
                <a:tc>
                  <a:txBody>
                    <a:bodyPr/>
                    <a:lstStyle/>
                    <a:p>
                      <a:pPr algn="ctr"/>
                      <a:r>
                        <a:rPr sz="1000"/>
                        <a:t>Carlos Sainz</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07"/>
                  </a:ext>
                </a:extLst>
              </a:tr>
              <a:tr h="130628">
                <a:tc>
                  <a:txBody>
                    <a:bodyPr/>
                    <a:lstStyle/>
                    <a:p>
                      <a:pPr algn="ctr"/>
                      <a:r>
                        <a:rPr sz="1000"/>
                        <a:t>George Russell</a:t>
                      </a:r>
                    </a:p>
                  </a:txBody>
                  <a:tcPr marT="38100" marB="38100">
                    <a:solidFill>
                      <a:srgbClr val="FFFFFF"/>
                    </a:solidFill>
                  </a:tcPr>
                </a:tc>
                <a:tc>
                  <a:txBody>
                    <a:bodyPr/>
                    <a:lstStyle/>
                    <a:p>
                      <a:pPr algn="ctr"/>
                      <a:r>
                        <a:rPr sz="1000"/>
                        <a:t>4</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08"/>
                  </a:ext>
                </a:extLst>
              </a:tr>
              <a:tr h="130628">
                <a:tc>
                  <a:txBody>
                    <a:bodyPr/>
                    <a:lstStyle/>
                    <a:p>
                      <a:pPr algn="ctr"/>
                      <a:r>
                        <a:rPr sz="1000"/>
                        <a:t>Oscar Piastri</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09"/>
                  </a:ext>
                </a:extLst>
              </a:tr>
              <a:tr h="130628">
                <a:tc>
                  <a:txBody>
                    <a:bodyPr/>
                    <a:lstStyle/>
                    <a:p>
                      <a:pPr algn="ctr"/>
                      <a:r>
                        <a:rPr sz="1000"/>
                        <a:t>Lance Stroll</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0"/>
                  </a:ext>
                </a:extLst>
              </a:tr>
              <a:tr h="130628">
                <a:tc>
                  <a:txBody>
                    <a:bodyPr/>
                    <a:lstStyle/>
                    <a:p>
                      <a:pPr algn="ctr"/>
                      <a:r>
                        <a:rPr sz="1000"/>
                        <a:t>Pierre Gasly</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1"/>
                  </a:ext>
                </a:extLst>
              </a:tr>
              <a:tr h="130628">
                <a:tc>
                  <a:txBody>
                    <a:bodyPr/>
                    <a:lstStyle/>
                    <a:p>
                      <a:pPr algn="ctr"/>
                      <a:r>
                        <a:rPr sz="1000"/>
                        <a:t>Esteban Ocon</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2"/>
                  </a:ext>
                </a:extLst>
              </a:tr>
              <a:tr h="130628">
                <a:tc>
                  <a:txBody>
                    <a:bodyPr/>
                    <a:lstStyle/>
                    <a:p>
                      <a:pPr algn="ctr"/>
                      <a:r>
                        <a:rPr sz="1000"/>
                        <a:t>Alexander Albon</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3"/>
                  </a:ext>
                </a:extLst>
              </a:tr>
              <a:tr h="130628">
                <a:tc>
                  <a:txBody>
                    <a:bodyPr/>
                    <a:lstStyle/>
                    <a:p>
                      <a:pPr algn="ctr"/>
                      <a:r>
                        <a:rPr sz="1000"/>
                        <a:t>Yuki Tsunoda</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4"/>
                  </a:ext>
                </a:extLst>
              </a:tr>
              <a:tr h="130628">
                <a:tc>
                  <a:txBody>
                    <a:bodyPr/>
                    <a:lstStyle/>
                    <a:p>
                      <a:pPr algn="ctr"/>
                      <a:r>
                        <a:rPr sz="1000"/>
                        <a:t>Valtteri Bottas</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5"/>
                  </a:ext>
                </a:extLst>
              </a:tr>
              <a:tr h="130628">
                <a:tc>
                  <a:txBody>
                    <a:bodyPr/>
                    <a:lstStyle/>
                    <a:p>
                      <a:pPr algn="ctr"/>
                      <a:r>
                        <a:rPr sz="1000"/>
                        <a:t>Nico Hulkenberg</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6"/>
                  </a:ext>
                </a:extLst>
              </a:tr>
              <a:tr h="130628">
                <a:tc>
                  <a:txBody>
                    <a:bodyPr/>
                    <a:lstStyle/>
                    <a:p>
                      <a:pPr algn="ctr"/>
                      <a:r>
                        <a:rPr sz="1000"/>
                        <a:t>Daniel Ricciardo</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7"/>
                  </a:ext>
                </a:extLst>
              </a:tr>
              <a:tr h="130628">
                <a:tc>
                  <a:txBody>
                    <a:bodyPr/>
                    <a:lstStyle/>
                    <a:p>
                      <a:pPr algn="ctr"/>
                      <a:r>
                        <a:rPr sz="1000"/>
                        <a:t>Zhou Guanyu</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8"/>
                  </a:ext>
                </a:extLst>
              </a:tr>
              <a:tr h="130628">
                <a:tc>
                  <a:txBody>
                    <a:bodyPr/>
                    <a:lstStyle/>
                    <a:p>
                      <a:pPr algn="ctr"/>
                      <a:r>
                        <a:rPr sz="1000"/>
                        <a:t>Kevin Magnussen</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9"/>
                  </a:ext>
                </a:extLst>
              </a:tr>
              <a:tr h="130640">
                <a:tc>
                  <a:txBody>
                    <a:bodyPr/>
                    <a:lstStyle/>
                    <a:p>
                      <a:pPr algn="ctr"/>
                      <a:r>
                        <a:rPr sz="1000"/>
                        <a:t>Logan Sargeant</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20"/>
                  </a:ext>
                </a:extLst>
              </a:tr>
            </a:tbl>
          </a:graphicData>
        </a:graphic>
      </p:graphicFrame>
      <p:sp>
        <p:nvSpPr>
          <p:cNvPr id="3" name="Rectangle 2"/>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True/False: Pole Positions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487680" y="1371600"/>
          <a:ext cx="11216640" cy="5044440"/>
        </p:xfrm>
        <a:graphic>
          <a:graphicData uri="http://schemas.openxmlformats.org/drawingml/2006/table">
            <a:tbl>
              <a:tblPr firstRow="1" bandRow="1">
                <a:tableStyleId>{5C22544A-7EE6-4342-B048-85BDC9FD1C3A}</a:tableStyleId>
              </a:tblPr>
              <a:tblGrid>
                <a:gridCol w="1121664">
                  <a:extLst>
                    <a:ext uri="{9D8B030D-6E8A-4147-A177-3AD203B41FA5}">
                      <a16:colId xmlns:a16="http://schemas.microsoft.com/office/drawing/2014/main" val="20000"/>
                    </a:ext>
                  </a:extLst>
                </a:gridCol>
                <a:gridCol w="1121664">
                  <a:extLst>
                    <a:ext uri="{9D8B030D-6E8A-4147-A177-3AD203B41FA5}">
                      <a16:colId xmlns:a16="http://schemas.microsoft.com/office/drawing/2014/main" val="20001"/>
                    </a:ext>
                  </a:extLst>
                </a:gridCol>
                <a:gridCol w="1121664">
                  <a:extLst>
                    <a:ext uri="{9D8B030D-6E8A-4147-A177-3AD203B41FA5}">
                      <a16:colId xmlns:a16="http://schemas.microsoft.com/office/drawing/2014/main" val="20002"/>
                    </a:ext>
                  </a:extLst>
                </a:gridCol>
                <a:gridCol w="1121664">
                  <a:extLst>
                    <a:ext uri="{9D8B030D-6E8A-4147-A177-3AD203B41FA5}">
                      <a16:colId xmlns:a16="http://schemas.microsoft.com/office/drawing/2014/main" val="20003"/>
                    </a:ext>
                  </a:extLst>
                </a:gridCol>
                <a:gridCol w="1121664">
                  <a:extLst>
                    <a:ext uri="{9D8B030D-6E8A-4147-A177-3AD203B41FA5}">
                      <a16:colId xmlns:a16="http://schemas.microsoft.com/office/drawing/2014/main" val="20004"/>
                    </a:ext>
                  </a:extLst>
                </a:gridCol>
                <a:gridCol w="1121664">
                  <a:extLst>
                    <a:ext uri="{9D8B030D-6E8A-4147-A177-3AD203B41FA5}">
                      <a16:colId xmlns:a16="http://schemas.microsoft.com/office/drawing/2014/main" val="20005"/>
                    </a:ext>
                  </a:extLst>
                </a:gridCol>
                <a:gridCol w="1121664">
                  <a:extLst>
                    <a:ext uri="{9D8B030D-6E8A-4147-A177-3AD203B41FA5}">
                      <a16:colId xmlns:a16="http://schemas.microsoft.com/office/drawing/2014/main" val="20006"/>
                    </a:ext>
                  </a:extLst>
                </a:gridCol>
                <a:gridCol w="1121664">
                  <a:extLst>
                    <a:ext uri="{9D8B030D-6E8A-4147-A177-3AD203B41FA5}">
                      <a16:colId xmlns:a16="http://schemas.microsoft.com/office/drawing/2014/main" val="20007"/>
                    </a:ext>
                  </a:extLst>
                </a:gridCol>
                <a:gridCol w="1121664">
                  <a:extLst>
                    <a:ext uri="{9D8B030D-6E8A-4147-A177-3AD203B41FA5}">
                      <a16:colId xmlns:a16="http://schemas.microsoft.com/office/drawing/2014/main" val="20008"/>
                    </a:ext>
                  </a:extLst>
                </a:gridCol>
                <a:gridCol w="1121664">
                  <a:extLst>
                    <a:ext uri="{9D8B030D-6E8A-4147-A177-3AD203B41FA5}">
                      <a16:colId xmlns:a16="http://schemas.microsoft.com/office/drawing/2014/main" val="20009"/>
                    </a:ext>
                  </a:extLst>
                </a:gridCol>
              </a:tblGrid>
              <a:tr h="130628">
                <a:tc>
                  <a:txBody>
                    <a:bodyPr/>
                    <a:lstStyle/>
                    <a:p>
                      <a:r>
                        <a:rPr sz="1000"/>
                        <a:t>Driver</a:t>
                      </a:r>
                    </a:p>
                  </a:txBody>
                  <a:tcPr/>
                </a:tc>
                <a:tc>
                  <a:txBody>
                    <a:bodyPr/>
                    <a:lstStyle/>
                    <a:p>
                      <a:r>
                        <a:rPr sz="1000"/>
                        <a:t>Count</a:t>
                      </a:r>
                    </a:p>
                  </a:txBody>
                  <a:tcPr/>
                </a:tc>
                <a:tc>
                  <a:txBody>
                    <a:bodyPr/>
                    <a:lstStyle/>
                    <a:p>
                      <a:r>
                        <a:rPr sz="1000"/>
                        <a:t>True/False</a:t>
                      </a:r>
                    </a:p>
                  </a:txBody>
                  <a:tcPr/>
                </a:tc>
                <a:tc>
                  <a:txBody>
                    <a:bodyPr/>
                    <a:lstStyle/>
                    <a:p>
                      <a:r>
                        <a:rPr sz="1000"/>
                        <a:t>Benedict</a:t>
                      </a:r>
                    </a:p>
                  </a:txBody>
                  <a:tcPr/>
                </a:tc>
                <a:tc>
                  <a:txBody>
                    <a:bodyPr/>
                    <a:lstStyle/>
                    <a:p>
                      <a:r>
                        <a:rPr sz="1000"/>
                        <a:t>Carla</a:t>
                      </a:r>
                    </a:p>
                  </a:txBody>
                  <a:tcPr/>
                </a:tc>
                <a:tc>
                  <a:txBody>
                    <a:bodyPr/>
                    <a:lstStyle/>
                    <a:p>
                      <a:r>
                        <a:rPr sz="1000"/>
                        <a:t>Damian</a:t>
                      </a:r>
                    </a:p>
                  </a:txBody>
                  <a:tcPr/>
                </a:tc>
                <a:tc>
                  <a:txBody>
                    <a:bodyPr/>
                    <a:lstStyle/>
                    <a:p>
                      <a:r>
                        <a:rPr sz="1000"/>
                        <a:t>Jarek</a:t>
                      </a:r>
                    </a:p>
                  </a:txBody>
                  <a:tcPr/>
                </a:tc>
                <a:tc>
                  <a:txBody>
                    <a:bodyPr/>
                    <a:lstStyle/>
                    <a:p>
                      <a:r>
                        <a:rPr sz="1000"/>
                        <a:t>Josh</a:t>
                      </a:r>
                    </a:p>
                  </a:txBody>
                  <a:tcPr/>
                </a:tc>
                <a:tc>
                  <a:txBody>
                    <a:bodyPr/>
                    <a:lstStyle/>
                    <a:p>
                      <a:r>
                        <a:rPr sz="1000"/>
                        <a:t>Kacper</a:t>
                      </a:r>
                    </a:p>
                  </a:txBody>
                  <a:tcPr/>
                </a:tc>
                <a:tc>
                  <a:txBody>
                    <a:bodyPr/>
                    <a:lstStyle/>
                    <a:p>
                      <a:r>
                        <a:rPr sz="1000"/>
                        <a:t>Suley</a:t>
                      </a:r>
                    </a:p>
                  </a:txBody>
                  <a:tcPr/>
                </a:tc>
                <a:extLst>
                  <a:ext uri="{0D108BD9-81ED-4DB2-BD59-A6C34878D82A}">
                    <a16:rowId xmlns:a16="http://schemas.microsoft.com/office/drawing/2014/main" val="10000"/>
                  </a:ext>
                </a:extLst>
              </a:tr>
              <a:tr h="130628">
                <a:tc>
                  <a:txBody>
                    <a:bodyPr/>
                    <a:lstStyle/>
                    <a:p>
                      <a:pPr algn="ctr"/>
                      <a:r>
                        <a:rPr sz="1000"/>
                        <a:t>Max Verstappen</a:t>
                      </a:r>
                    </a:p>
                  </a:txBody>
                  <a:tcPr marT="38100" marB="38100">
                    <a:solidFill>
                      <a:srgbClr val="FFFFFF"/>
                    </a:solidFill>
                  </a:tcPr>
                </a:tc>
                <a:tc>
                  <a:txBody>
                    <a:bodyPr/>
                    <a:lstStyle/>
                    <a:p>
                      <a:pPr algn="ctr"/>
                      <a:r>
                        <a:rPr sz="1000"/>
                        <a:t>8</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1"/>
                  </a:ext>
                </a:extLst>
              </a:tr>
              <a:tr h="130628">
                <a:tc>
                  <a:txBody>
                    <a:bodyPr/>
                    <a:lstStyle/>
                    <a:p>
                      <a:pPr algn="ctr"/>
                      <a:r>
                        <a:rPr sz="1000"/>
                        <a:t>Sergio Perez</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-3</a:t>
                      </a:r>
                    </a:p>
                  </a:txBody>
                  <a:tcPr marT="38100" marB="38100">
                    <a:solidFill>
                      <a:srgbClr val="E8002D"/>
                    </a:solidFill>
                  </a:tcPr>
                </a:tc>
                <a:tc>
                  <a:txBody>
                    <a:bodyPr/>
                    <a:lstStyle/>
                    <a:p>
                      <a:pPr algn="ctr"/>
                      <a:r>
                        <a:rPr sz="1000"/>
                        <a:t>-3</a:t>
                      </a:r>
                    </a:p>
                  </a:txBody>
                  <a:tcPr marT="38100" marB="38100">
                    <a:solidFill>
                      <a:srgbClr val="FAC205"/>
                    </a:solidFill>
                  </a:tcPr>
                </a:tc>
                <a:tc>
                  <a:txBody>
                    <a:bodyPr/>
                    <a:lstStyle/>
                    <a:p>
                      <a:pPr algn="ctr"/>
                      <a:r>
                        <a:rPr sz="1000"/>
                        <a:t>-3</a:t>
                      </a:r>
                    </a:p>
                  </a:txBody>
                  <a:tcPr marT="38100" marB="38100">
                    <a:solidFill>
                      <a:srgbClr val="028F1E"/>
                    </a:solidFill>
                  </a:tcPr>
                </a:tc>
                <a:tc>
                  <a:txBody>
                    <a:bodyPr/>
                    <a:lstStyle/>
                    <a:p>
                      <a:pPr algn="ctr"/>
                      <a:r>
                        <a:rPr sz="1000"/>
                        <a:t>-3</a:t>
                      </a:r>
                    </a:p>
                  </a:txBody>
                  <a:tcPr marT="38100" marB="38100">
                    <a:solidFill>
                      <a:srgbClr val="FF5B00"/>
                    </a:solidFill>
                  </a:tcPr>
                </a:tc>
                <a:tc>
                  <a:txBody>
                    <a:bodyPr/>
                    <a:lstStyle/>
                    <a:p>
                      <a:pPr algn="ctr"/>
                      <a:r>
                        <a:rPr sz="1000"/>
                        <a:t>-3</a:t>
                      </a:r>
                    </a:p>
                  </a:txBody>
                  <a:tcPr marT="38100" marB="38100">
                    <a:solidFill>
                      <a:srgbClr val="13EAC9"/>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02"/>
                  </a:ext>
                </a:extLst>
              </a:tr>
              <a:tr h="130628">
                <a:tc>
                  <a:txBody>
                    <a:bodyPr/>
                    <a:lstStyle/>
                    <a:p>
                      <a:pPr algn="ctr"/>
                      <a:r>
                        <a:rPr sz="1000"/>
                        <a:t>Lewis Hamilton</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-3</a:t>
                      </a:r>
                    </a:p>
                  </a:txBody>
                  <a:tcPr marT="38100" marB="38100">
                    <a:solidFill>
                      <a:srgbClr val="FAC205"/>
                    </a:solidFill>
                  </a:tcPr>
                </a:tc>
                <a:tc>
                  <a:txBody>
                    <a:bodyPr/>
                    <a:lstStyle/>
                    <a:p>
                      <a:pPr algn="ctr"/>
                      <a:r>
                        <a:rPr sz="1000"/>
                        <a:t>-3</a:t>
                      </a:r>
                    </a:p>
                  </a:txBody>
                  <a:tcPr marT="38100" marB="38100">
                    <a:solidFill>
                      <a:srgbClr val="028F1E"/>
                    </a:solidFill>
                  </a:tcPr>
                </a:tc>
                <a:tc>
                  <a:txBody>
                    <a:bodyPr/>
                    <a:lstStyle/>
                    <a:p>
                      <a:pPr algn="ctr"/>
                      <a:r>
                        <a:rPr sz="1000"/>
                        <a:t>-3</a:t>
                      </a:r>
                    </a:p>
                  </a:txBody>
                  <a:tcPr marT="38100" marB="38100">
                    <a:solidFill>
                      <a:srgbClr val="FF5B00"/>
                    </a:solidFill>
                  </a:tcPr>
                </a:tc>
                <a:tc>
                  <a:txBody>
                    <a:bodyPr/>
                    <a:lstStyle/>
                    <a:p>
                      <a:pPr algn="ctr"/>
                      <a:r>
                        <a:rPr sz="1000"/>
                        <a:t>-3</a:t>
                      </a:r>
                    </a:p>
                  </a:txBody>
                  <a:tcPr marT="38100" marB="38100">
                    <a:solidFill>
                      <a:srgbClr val="13EAC9"/>
                    </a:solidFill>
                  </a:tcPr>
                </a:tc>
                <a:tc>
                  <a:txBody>
                    <a:bodyPr/>
                    <a:lstStyle/>
                    <a:p>
                      <a:pPr algn="ctr"/>
                      <a:r>
                        <a:rPr sz="1000"/>
                        <a:t>-3</a:t>
                      </a:r>
                    </a:p>
                  </a:txBody>
                  <a:tcPr marT="38100" marB="38100">
                    <a:solidFill>
                      <a:srgbClr val="9A0EEA"/>
                    </a:solidFill>
                  </a:tcPr>
                </a:tc>
                <a:extLst>
                  <a:ext uri="{0D108BD9-81ED-4DB2-BD59-A6C34878D82A}">
                    <a16:rowId xmlns:a16="http://schemas.microsoft.com/office/drawing/2014/main" val="10003"/>
                  </a:ext>
                </a:extLst>
              </a:tr>
              <a:tr h="130628">
                <a:tc>
                  <a:txBody>
                    <a:bodyPr/>
                    <a:lstStyle/>
                    <a:p>
                      <a:pPr algn="ctr"/>
                      <a:r>
                        <a:rPr sz="1000"/>
                        <a:t>Fernando Alonso</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-3</a:t>
                      </a:r>
                    </a:p>
                  </a:txBody>
                  <a:tcPr marT="38100" marB="38100">
                    <a:solidFill>
                      <a:srgbClr val="13EAC9"/>
                    </a:solidFill>
                  </a:tcPr>
                </a:tc>
                <a:tc>
                  <a:txBody>
                    <a:bodyPr/>
                    <a:lstStyle/>
                    <a:p>
                      <a:pPr algn="ctr"/>
                      <a:r>
                        <a:rPr sz="1000"/>
                        <a:t>-3</a:t>
                      </a:r>
                    </a:p>
                  </a:txBody>
                  <a:tcPr marT="38100" marB="38100">
                    <a:solidFill>
                      <a:srgbClr val="9A0EEA"/>
                    </a:solidFill>
                  </a:tcPr>
                </a:tc>
                <a:extLst>
                  <a:ext uri="{0D108BD9-81ED-4DB2-BD59-A6C34878D82A}">
                    <a16:rowId xmlns:a16="http://schemas.microsoft.com/office/drawing/2014/main" val="10004"/>
                  </a:ext>
                </a:extLst>
              </a:tr>
              <a:tr h="130628">
                <a:tc>
                  <a:txBody>
                    <a:bodyPr/>
                    <a:lstStyle/>
                    <a:p>
                      <a:pPr algn="ctr"/>
                      <a:r>
                        <a:rPr sz="1000"/>
                        <a:t>Charles Leclerc</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5"/>
                  </a:ext>
                </a:extLst>
              </a:tr>
              <a:tr h="130628">
                <a:tc>
                  <a:txBody>
                    <a:bodyPr/>
                    <a:lstStyle/>
                    <a:p>
                      <a:pPr algn="ctr"/>
                      <a:r>
                        <a:rPr sz="1000"/>
                        <a:t>Lando Norris</a:t>
                      </a:r>
                    </a:p>
                  </a:txBody>
                  <a:tcPr marT="38100" marB="38100">
                    <a:solidFill>
                      <a:srgbClr val="FFFFFF"/>
                    </a:solidFill>
                  </a:tcPr>
                </a:tc>
                <a:tc>
                  <a:txBody>
                    <a:bodyPr/>
                    <a:lstStyle/>
                    <a:p>
                      <a:pPr algn="ctr"/>
                      <a:r>
                        <a:rPr sz="1000"/>
                        <a:t>8</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028F1E"/>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13EAC9"/>
                    </a:solidFill>
                  </a:tcPr>
                </a:tc>
                <a:tc>
                  <a:txBody>
                    <a:bodyPr/>
                    <a:lstStyle/>
                    <a:p>
                      <a:pPr algn="ctr"/>
                      <a:r>
                        <a:rPr sz="1000"/>
                        <a:t>-3</a:t>
                      </a:r>
                    </a:p>
                  </a:txBody>
                  <a:tcPr marT="38100" marB="38100">
                    <a:solidFill>
                      <a:srgbClr val="FFFFFF"/>
                    </a:solidFill>
                  </a:tcPr>
                </a:tc>
                <a:extLst>
                  <a:ext uri="{0D108BD9-81ED-4DB2-BD59-A6C34878D82A}">
                    <a16:rowId xmlns:a16="http://schemas.microsoft.com/office/drawing/2014/main" val="10006"/>
                  </a:ext>
                </a:extLst>
              </a:tr>
              <a:tr h="130628">
                <a:tc>
                  <a:txBody>
                    <a:bodyPr/>
                    <a:lstStyle/>
                    <a:p>
                      <a:pPr algn="ctr"/>
                      <a:r>
                        <a:rPr sz="1000"/>
                        <a:t>Carlos Sainz</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-3</a:t>
                      </a:r>
                    </a:p>
                  </a:txBody>
                  <a:tcPr marT="38100" marB="38100">
                    <a:solidFill>
                      <a:srgbClr val="FFFFFF"/>
                    </a:solidFill>
                  </a:tcPr>
                </a:tc>
                <a:extLst>
                  <a:ext uri="{0D108BD9-81ED-4DB2-BD59-A6C34878D82A}">
                    <a16:rowId xmlns:a16="http://schemas.microsoft.com/office/drawing/2014/main" val="10007"/>
                  </a:ext>
                </a:extLst>
              </a:tr>
              <a:tr h="130628">
                <a:tc>
                  <a:txBody>
                    <a:bodyPr/>
                    <a:lstStyle/>
                    <a:p>
                      <a:pPr algn="ctr"/>
                      <a:r>
                        <a:rPr sz="1000"/>
                        <a:t>George Russell</a:t>
                      </a:r>
                    </a:p>
                  </a:txBody>
                  <a:tcPr marT="38100" marB="38100">
                    <a:solidFill>
                      <a:srgbClr val="FFFFFF"/>
                    </a:solidFill>
                  </a:tcPr>
                </a:tc>
                <a:tc>
                  <a:txBody>
                    <a:bodyPr/>
                    <a:lstStyle/>
                    <a:p>
                      <a:pPr algn="ctr"/>
                      <a:r>
                        <a:rPr sz="1000"/>
                        <a:t>4</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-3</a:t>
                      </a:r>
                    </a:p>
                  </a:txBody>
                  <a:tcPr marT="38100" marB="38100">
                    <a:solidFill>
                      <a:srgbClr val="FFFFFF"/>
                    </a:solidFill>
                  </a:tcPr>
                </a:tc>
                <a:extLst>
                  <a:ext uri="{0D108BD9-81ED-4DB2-BD59-A6C34878D82A}">
                    <a16:rowId xmlns:a16="http://schemas.microsoft.com/office/drawing/2014/main" val="10008"/>
                  </a:ext>
                </a:extLst>
              </a:tr>
              <a:tr h="130628">
                <a:tc>
                  <a:txBody>
                    <a:bodyPr/>
                    <a:lstStyle/>
                    <a:p>
                      <a:pPr algn="ctr"/>
                      <a:r>
                        <a:rPr sz="1000"/>
                        <a:t>Oscar Piastri</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-3</a:t>
                      </a:r>
                    </a:p>
                  </a:txBody>
                  <a:tcPr marT="38100" marB="38100">
                    <a:solidFill>
                      <a:srgbClr val="E8002D"/>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-3</a:t>
                      </a:r>
                    </a:p>
                  </a:txBody>
                  <a:tcPr marT="38100" marB="38100">
                    <a:solidFill>
                      <a:srgbClr val="13EAC9"/>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09"/>
                  </a:ext>
                </a:extLst>
              </a:tr>
              <a:tr h="130628">
                <a:tc>
                  <a:txBody>
                    <a:bodyPr/>
                    <a:lstStyle/>
                    <a:p>
                      <a:pPr algn="ctr"/>
                      <a:r>
                        <a:rPr sz="1000"/>
                        <a:t>Lance Stroll</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0"/>
                  </a:ext>
                </a:extLst>
              </a:tr>
              <a:tr h="130628">
                <a:tc>
                  <a:txBody>
                    <a:bodyPr/>
                    <a:lstStyle/>
                    <a:p>
                      <a:pPr algn="ctr"/>
                      <a:r>
                        <a:rPr sz="1000"/>
                        <a:t>Pierre Gasly</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1"/>
                  </a:ext>
                </a:extLst>
              </a:tr>
              <a:tr h="130628">
                <a:tc>
                  <a:txBody>
                    <a:bodyPr/>
                    <a:lstStyle/>
                    <a:p>
                      <a:pPr algn="ctr"/>
                      <a:r>
                        <a:rPr sz="1000"/>
                        <a:t>Esteban Ocon</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2"/>
                  </a:ext>
                </a:extLst>
              </a:tr>
              <a:tr h="130628">
                <a:tc>
                  <a:txBody>
                    <a:bodyPr/>
                    <a:lstStyle/>
                    <a:p>
                      <a:pPr algn="ctr"/>
                      <a:r>
                        <a:rPr sz="1000"/>
                        <a:t>Alexander Albon</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3"/>
                  </a:ext>
                </a:extLst>
              </a:tr>
              <a:tr h="130628">
                <a:tc>
                  <a:txBody>
                    <a:bodyPr/>
                    <a:lstStyle/>
                    <a:p>
                      <a:pPr algn="ctr"/>
                      <a:r>
                        <a:rPr sz="1000"/>
                        <a:t>Yuki Tsunoda</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4"/>
                  </a:ext>
                </a:extLst>
              </a:tr>
              <a:tr h="130628">
                <a:tc>
                  <a:txBody>
                    <a:bodyPr/>
                    <a:lstStyle/>
                    <a:p>
                      <a:pPr algn="ctr"/>
                      <a:r>
                        <a:rPr sz="1000"/>
                        <a:t>Valtteri Bottas</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5"/>
                  </a:ext>
                </a:extLst>
              </a:tr>
              <a:tr h="130628">
                <a:tc>
                  <a:txBody>
                    <a:bodyPr/>
                    <a:lstStyle/>
                    <a:p>
                      <a:pPr algn="ctr"/>
                      <a:r>
                        <a:rPr sz="1000"/>
                        <a:t>Nico Hulkenberg</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6"/>
                  </a:ext>
                </a:extLst>
              </a:tr>
              <a:tr h="130628">
                <a:tc>
                  <a:txBody>
                    <a:bodyPr/>
                    <a:lstStyle/>
                    <a:p>
                      <a:pPr algn="ctr"/>
                      <a:r>
                        <a:rPr sz="1000"/>
                        <a:t>Daniel Ricciardo</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7"/>
                  </a:ext>
                </a:extLst>
              </a:tr>
              <a:tr h="130628">
                <a:tc>
                  <a:txBody>
                    <a:bodyPr/>
                    <a:lstStyle/>
                    <a:p>
                      <a:pPr algn="ctr"/>
                      <a:r>
                        <a:rPr sz="1000"/>
                        <a:t>Zhou Guanyu</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8"/>
                  </a:ext>
                </a:extLst>
              </a:tr>
              <a:tr h="130628">
                <a:tc>
                  <a:txBody>
                    <a:bodyPr/>
                    <a:lstStyle/>
                    <a:p>
                      <a:pPr algn="ctr"/>
                      <a:r>
                        <a:rPr sz="1000"/>
                        <a:t>Kevin Magnussen</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9"/>
                  </a:ext>
                </a:extLst>
              </a:tr>
              <a:tr h="124690">
                <a:tc>
                  <a:txBody>
                    <a:bodyPr/>
                    <a:lstStyle/>
                    <a:p>
                      <a:pPr algn="ctr"/>
                      <a:r>
                        <a:rPr sz="1000"/>
                        <a:t>Logan Sargeant</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20"/>
                  </a:ext>
                </a:extLst>
              </a:tr>
              <a:tr h="124710">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17</a:t>
                      </a:r>
                    </a:p>
                  </a:txBody>
                  <a:tcPr marT="38100" marB="38100">
                    <a:solidFill>
                      <a:srgbClr val="FFFFFF"/>
                    </a:solidFill>
                  </a:tcPr>
                </a:tc>
                <a:tc>
                  <a:txBody>
                    <a:bodyPr/>
                    <a:lstStyle/>
                    <a:p>
                      <a:pPr algn="ctr"/>
                      <a:r>
                        <a:rPr sz="1000"/>
                        <a:t>-5</a:t>
                      </a:r>
                    </a:p>
                  </a:txBody>
                  <a:tcPr marT="38100" marB="38100">
                    <a:solidFill>
                      <a:srgbClr val="FFFFFF"/>
                    </a:solidFill>
                  </a:tcPr>
                </a:tc>
                <a:tc>
                  <a:txBody>
                    <a:bodyPr/>
                    <a:lstStyle/>
                    <a:p>
                      <a:pPr algn="ctr"/>
                      <a:r>
                        <a:rPr sz="1000"/>
                        <a:t>11</a:t>
                      </a:r>
                    </a:p>
                  </a:txBody>
                  <a:tcPr marT="38100" marB="38100">
                    <a:solidFill>
                      <a:srgbClr val="FFFFFF"/>
                    </a:solidFill>
                  </a:tcPr>
                </a:tc>
                <a:tc>
                  <a:txBody>
                    <a:bodyPr/>
                    <a:lstStyle/>
                    <a:p>
                      <a:pPr algn="ctr"/>
                      <a:r>
                        <a:rPr sz="1000"/>
                        <a:t>19</a:t>
                      </a:r>
                    </a:p>
                  </a:txBody>
                  <a:tcPr marT="38100" marB="38100">
                    <a:solidFill>
                      <a:srgbClr val="FFFFFF"/>
                    </a:solidFill>
                  </a:tcPr>
                </a:tc>
                <a:tc>
                  <a:txBody>
                    <a:bodyPr/>
                    <a:lstStyle/>
                    <a:p>
                      <a:pPr algn="ctr"/>
                      <a:r>
                        <a:rPr sz="1000"/>
                        <a:t>11</a:t>
                      </a:r>
                    </a:p>
                  </a:txBody>
                  <a:tcPr marT="38100" marB="38100">
                    <a:solidFill>
                      <a:srgbClr val="FFFFFF"/>
                    </a:solidFill>
                  </a:tcPr>
                </a:tc>
                <a:tc>
                  <a:txBody>
                    <a:bodyPr/>
                    <a:lstStyle/>
                    <a:p>
                      <a:pPr algn="ctr"/>
                      <a:r>
                        <a:rPr sz="1000"/>
                        <a:t>13</a:t>
                      </a:r>
                    </a:p>
                  </a:txBody>
                  <a:tcPr marT="38100" marB="38100">
                    <a:solidFill>
                      <a:srgbClr val="FFFFFF"/>
                    </a:solidFill>
                  </a:tcPr>
                </a:tc>
                <a:tc>
                  <a:txBody>
                    <a:bodyPr/>
                    <a:lstStyle/>
                    <a:p>
                      <a:pPr algn="ctr"/>
                      <a:r>
                        <a:rPr sz="1000"/>
                        <a:t>-5</a:t>
                      </a:r>
                    </a:p>
                  </a:txBody>
                  <a:tcPr marT="38100" marB="38100">
                    <a:solidFill>
                      <a:srgbClr val="FFFFFF"/>
                    </a:solidFill>
                  </a:tcPr>
                </a:tc>
                <a:extLst>
                  <a:ext uri="{0D108BD9-81ED-4DB2-BD59-A6C34878D82A}">
                    <a16:rowId xmlns:a16="http://schemas.microsoft.com/office/drawing/2014/main" val="10021"/>
                  </a:ext>
                </a:extLst>
              </a:tr>
            </a:tbl>
          </a:graphicData>
        </a:graphic>
      </p:graphicFrame>
      <p:sp>
        <p:nvSpPr>
          <p:cNvPr id="3" name="Rectangle 2"/>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True/False: Pole Positions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364480" y="379476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473</a:t>
            </a:r>
          </a:p>
        </p:txBody>
      </p:sp>
      <p:sp>
        <p:nvSpPr>
          <p:cNvPr id="3" name="Rounded Rectangle 2"/>
          <p:cNvSpPr/>
          <p:nvPr/>
        </p:nvSpPr>
        <p:spPr>
          <a:xfrm>
            <a:off x="6437376" y="233172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476</a:t>
            </a:r>
          </a:p>
        </p:txBody>
      </p:sp>
      <p:sp>
        <p:nvSpPr>
          <p:cNvPr id="4" name="Rounded Rectangle 3"/>
          <p:cNvSpPr/>
          <p:nvPr/>
        </p:nvSpPr>
        <p:spPr>
          <a:xfrm>
            <a:off x="4291584" y="233172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482</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560</a:t>
            </a:r>
          </a:p>
        </p:txBody>
      </p:sp>
      <p:sp>
        <p:nvSpPr>
          <p:cNvPr id="6" name="Rounded Rectangle 5"/>
          <p:cNvSpPr/>
          <p:nvPr/>
        </p:nvSpPr>
        <p:spPr>
          <a:xfrm>
            <a:off x="2682240" y="379476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474</a:t>
            </a:r>
          </a:p>
        </p:txBody>
      </p:sp>
      <p:sp>
        <p:nvSpPr>
          <p:cNvPr id="7" name="Rounded Rectangle 6"/>
          <p:cNvSpPr/>
          <p:nvPr/>
        </p:nvSpPr>
        <p:spPr>
          <a:xfrm>
            <a:off x="8583168" y="233172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475</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393</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True/False: Pole Positions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True/False: Fastest Laps</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Predict all drivers that you believe will get a fastest lap.
Scoring: Each true prediction that comes true is 5pts. -3pts for missing predictions, -3pts for any true prediction that doesn't come true.
</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- 473</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- 476</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- 482</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- 560</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- 474</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- 475</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- 393</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487680" y="1371600"/>
          <a:ext cx="11216640" cy="4815840"/>
        </p:xfrm>
        <a:graphic>
          <a:graphicData uri="http://schemas.openxmlformats.org/drawingml/2006/table">
            <a:tbl>
              <a:tblPr firstRow="1" bandRow="1">
                <a:tableStyleId>{5C22544A-7EE6-4342-B048-85BDC9FD1C3A}</a:tableStyleId>
              </a:tblPr>
              <a:tblGrid>
                <a:gridCol w="1121664">
                  <a:extLst>
                    <a:ext uri="{9D8B030D-6E8A-4147-A177-3AD203B41FA5}">
                      <a16:colId xmlns:a16="http://schemas.microsoft.com/office/drawing/2014/main" val="20000"/>
                    </a:ext>
                  </a:extLst>
                </a:gridCol>
                <a:gridCol w="1121664">
                  <a:extLst>
                    <a:ext uri="{9D8B030D-6E8A-4147-A177-3AD203B41FA5}">
                      <a16:colId xmlns:a16="http://schemas.microsoft.com/office/drawing/2014/main" val="20001"/>
                    </a:ext>
                  </a:extLst>
                </a:gridCol>
                <a:gridCol w="1121664">
                  <a:extLst>
                    <a:ext uri="{9D8B030D-6E8A-4147-A177-3AD203B41FA5}">
                      <a16:colId xmlns:a16="http://schemas.microsoft.com/office/drawing/2014/main" val="20002"/>
                    </a:ext>
                  </a:extLst>
                </a:gridCol>
                <a:gridCol w="1121664">
                  <a:extLst>
                    <a:ext uri="{9D8B030D-6E8A-4147-A177-3AD203B41FA5}">
                      <a16:colId xmlns:a16="http://schemas.microsoft.com/office/drawing/2014/main" val="20003"/>
                    </a:ext>
                  </a:extLst>
                </a:gridCol>
                <a:gridCol w="1121664">
                  <a:extLst>
                    <a:ext uri="{9D8B030D-6E8A-4147-A177-3AD203B41FA5}">
                      <a16:colId xmlns:a16="http://schemas.microsoft.com/office/drawing/2014/main" val="20004"/>
                    </a:ext>
                  </a:extLst>
                </a:gridCol>
                <a:gridCol w="1121664">
                  <a:extLst>
                    <a:ext uri="{9D8B030D-6E8A-4147-A177-3AD203B41FA5}">
                      <a16:colId xmlns:a16="http://schemas.microsoft.com/office/drawing/2014/main" val="20005"/>
                    </a:ext>
                  </a:extLst>
                </a:gridCol>
                <a:gridCol w="1121664">
                  <a:extLst>
                    <a:ext uri="{9D8B030D-6E8A-4147-A177-3AD203B41FA5}">
                      <a16:colId xmlns:a16="http://schemas.microsoft.com/office/drawing/2014/main" val="20006"/>
                    </a:ext>
                  </a:extLst>
                </a:gridCol>
                <a:gridCol w="1121664">
                  <a:extLst>
                    <a:ext uri="{9D8B030D-6E8A-4147-A177-3AD203B41FA5}">
                      <a16:colId xmlns:a16="http://schemas.microsoft.com/office/drawing/2014/main" val="20007"/>
                    </a:ext>
                  </a:extLst>
                </a:gridCol>
                <a:gridCol w="1121664">
                  <a:extLst>
                    <a:ext uri="{9D8B030D-6E8A-4147-A177-3AD203B41FA5}">
                      <a16:colId xmlns:a16="http://schemas.microsoft.com/office/drawing/2014/main" val="20008"/>
                    </a:ext>
                  </a:extLst>
                </a:gridCol>
                <a:gridCol w="1121664">
                  <a:extLst>
                    <a:ext uri="{9D8B030D-6E8A-4147-A177-3AD203B41FA5}">
                      <a16:colId xmlns:a16="http://schemas.microsoft.com/office/drawing/2014/main" val="20009"/>
                    </a:ext>
                  </a:extLst>
                </a:gridCol>
              </a:tblGrid>
              <a:tr h="130628">
                <a:tc>
                  <a:txBody>
                    <a:bodyPr/>
                    <a:lstStyle/>
                    <a:p>
                      <a:r>
                        <a:rPr sz="1000"/>
                        <a:t>Driver</a:t>
                      </a:r>
                    </a:p>
                  </a:txBody>
                  <a:tcPr/>
                </a:tc>
                <a:tc>
                  <a:txBody>
                    <a:bodyPr/>
                    <a:lstStyle/>
                    <a:p>
                      <a:r>
                        <a:rPr sz="1000"/>
                        <a:t>Count</a:t>
                      </a:r>
                    </a:p>
                  </a:txBody>
                  <a:tcPr/>
                </a:tc>
                <a:tc>
                  <a:txBody>
                    <a:bodyPr/>
                    <a:lstStyle/>
                    <a:p>
                      <a:r>
                        <a:rPr sz="1000"/>
                        <a:t>True/False</a:t>
                      </a:r>
                    </a:p>
                  </a:txBody>
                  <a:tcPr/>
                </a:tc>
                <a:tc>
                  <a:txBody>
                    <a:bodyPr/>
                    <a:lstStyle/>
                    <a:p>
                      <a:r>
                        <a:rPr sz="1000"/>
                        <a:t>Benedict</a:t>
                      </a:r>
                    </a:p>
                  </a:txBody>
                  <a:tcPr/>
                </a:tc>
                <a:tc>
                  <a:txBody>
                    <a:bodyPr/>
                    <a:lstStyle/>
                    <a:p>
                      <a:r>
                        <a:rPr sz="1000"/>
                        <a:t>Carla</a:t>
                      </a:r>
                    </a:p>
                  </a:txBody>
                  <a:tcPr/>
                </a:tc>
                <a:tc>
                  <a:txBody>
                    <a:bodyPr/>
                    <a:lstStyle/>
                    <a:p>
                      <a:r>
                        <a:rPr sz="1000"/>
                        <a:t>Damian</a:t>
                      </a:r>
                    </a:p>
                  </a:txBody>
                  <a:tcPr/>
                </a:tc>
                <a:tc>
                  <a:txBody>
                    <a:bodyPr/>
                    <a:lstStyle/>
                    <a:p>
                      <a:r>
                        <a:rPr sz="1000"/>
                        <a:t>Jarek</a:t>
                      </a:r>
                    </a:p>
                  </a:txBody>
                  <a:tcPr/>
                </a:tc>
                <a:tc>
                  <a:txBody>
                    <a:bodyPr/>
                    <a:lstStyle/>
                    <a:p>
                      <a:r>
                        <a:rPr sz="1000"/>
                        <a:t>Josh</a:t>
                      </a:r>
                    </a:p>
                  </a:txBody>
                  <a:tcPr/>
                </a:tc>
                <a:tc>
                  <a:txBody>
                    <a:bodyPr/>
                    <a:lstStyle/>
                    <a:p>
                      <a:r>
                        <a:rPr sz="1000"/>
                        <a:t>Kacper</a:t>
                      </a:r>
                    </a:p>
                  </a:txBody>
                  <a:tcPr/>
                </a:tc>
                <a:tc>
                  <a:txBody>
                    <a:bodyPr/>
                    <a:lstStyle/>
                    <a:p>
                      <a:r>
                        <a:rPr sz="1000"/>
                        <a:t>Suley</a:t>
                      </a:r>
                    </a:p>
                  </a:txBody>
                  <a:tcPr/>
                </a:tc>
                <a:extLst>
                  <a:ext uri="{0D108BD9-81ED-4DB2-BD59-A6C34878D82A}">
                    <a16:rowId xmlns:a16="http://schemas.microsoft.com/office/drawing/2014/main" val="10000"/>
                  </a:ext>
                </a:extLst>
              </a:tr>
              <a:tr h="130628">
                <a:tc>
                  <a:txBody>
                    <a:bodyPr/>
                    <a:lstStyle/>
                    <a:p>
                      <a:pPr algn="ctr"/>
                      <a:r>
                        <a:rPr sz="1000"/>
                        <a:t>Max Verstappen</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1"/>
                  </a:ext>
                </a:extLst>
              </a:tr>
              <a:tr h="130628">
                <a:tc>
                  <a:txBody>
                    <a:bodyPr/>
                    <a:lstStyle/>
                    <a:p>
                      <a:pPr algn="ctr"/>
                      <a:r>
                        <a:rPr sz="1000"/>
                        <a:t>Sergio Perez</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2"/>
                  </a:ext>
                </a:extLst>
              </a:tr>
              <a:tr h="130628">
                <a:tc>
                  <a:txBody>
                    <a:bodyPr/>
                    <a:lstStyle/>
                    <a:p>
                      <a:pPr algn="ctr"/>
                      <a:r>
                        <a:rPr sz="1000"/>
                        <a:t>Lewis Hamilton</a:t>
                      </a:r>
                    </a:p>
                  </a:txBody>
                  <a:tcPr marT="38100" marB="38100">
                    <a:solidFill>
                      <a:srgbClr val="FFFFFF"/>
                    </a:solidFill>
                  </a:tcPr>
                </a:tc>
                <a:tc>
                  <a:txBody>
                    <a:bodyPr/>
                    <a:lstStyle/>
                    <a:p>
                      <a:pPr algn="ctr"/>
                      <a:r>
                        <a:rPr sz="1000"/>
                        <a:t>2</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3"/>
                  </a:ext>
                </a:extLst>
              </a:tr>
              <a:tr h="130628">
                <a:tc>
                  <a:txBody>
                    <a:bodyPr/>
                    <a:lstStyle/>
                    <a:p>
                      <a:pPr algn="ctr"/>
                      <a:r>
                        <a:rPr sz="1000"/>
                        <a:t>Fernando Alonso</a:t>
                      </a:r>
                    </a:p>
                  </a:txBody>
                  <a:tcPr marT="38100" marB="38100">
                    <a:solidFill>
                      <a:srgbClr val="FFFFFF"/>
                    </a:solidFill>
                  </a:tcPr>
                </a:tc>
                <a:tc>
                  <a:txBody>
                    <a:bodyPr/>
                    <a:lstStyle/>
                    <a:p>
                      <a:pPr algn="ctr"/>
                      <a:r>
                        <a:rPr sz="1000"/>
                        <a:t>2</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4"/>
                  </a:ext>
                </a:extLst>
              </a:tr>
              <a:tr h="130628">
                <a:tc>
                  <a:txBody>
                    <a:bodyPr/>
                    <a:lstStyle/>
                    <a:p>
                      <a:pPr algn="ctr"/>
                      <a:r>
                        <a:rPr sz="1000"/>
                        <a:t>Charles Leclerc</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5"/>
                  </a:ext>
                </a:extLst>
              </a:tr>
              <a:tr h="130628">
                <a:tc>
                  <a:txBody>
                    <a:bodyPr/>
                    <a:lstStyle/>
                    <a:p>
                      <a:pPr algn="ctr"/>
                      <a:r>
                        <a:rPr sz="1000"/>
                        <a:t>Lando Norris</a:t>
                      </a:r>
                    </a:p>
                  </a:txBody>
                  <a:tcPr marT="38100" marB="38100">
                    <a:solidFill>
                      <a:srgbClr val="FFFFFF"/>
                    </a:solidFill>
                  </a:tcPr>
                </a:tc>
                <a:tc>
                  <a:txBody>
                    <a:bodyPr/>
                    <a:lstStyle/>
                    <a:p>
                      <a:pPr algn="ctr"/>
                      <a:r>
                        <a:rPr sz="1000"/>
                        <a:t>6</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6"/>
                  </a:ext>
                </a:extLst>
              </a:tr>
              <a:tr h="130628">
                <a:tc>
                  <a:txBody>
                    <a:bodyPr/>
                    <a:lstStyle/>
                    <a:p>
                      <a:pPr algn="ctr"/>
                      <a:r>
                        <a:rPr sz="1000"/>
                        <a:t>Carlos Sainz</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7"/>
                  </a:ext>
                </a:extLst>
              </a:tr>
              <a:tr h="130628">
                <a:tc>
                  <a:txBody>
                    <a:bodyPr/>
                    <a:lstStyle/>
                    <a:p>
                      <a:pPr algn="ctr"/>
                      <a:r>
                        <a:rPr sz="1000"/>
                        <a:t>George Russell</a:t>
                      </a:r>
                    </a:p>
                  </a:txBody>
                  <a:tcPr marT="38100" marB="38100">
                    <a:solidFill>
                      <a:srgbClr val="FFFFFF"/>
                    </a:solidFill>
                  </a:tcPr>
                </a:tc>
                <a:tc>
                  <a:txBody>
                    <a:bodyPr/>
                    <a:lstStyle/>
                    <a:p>
                      <a:pPr algn="ctr"/>
                      <a:r>
                        <a:rPr sz="1000"/>
                        <a:t>2</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8"/>
                  </a:ext>
                </a:extLst>
              </a:tr>
              <a:tr h="130628">
                <a:tc>
                  <a:txBody>
                    <a:bodyPr/>
                    <a:lstStyle/>
                    <a:p>
                      <a:pPr algn="ctr"/>
                      <a:r>
                        <a:rPr sz="1000"/>
                        <a:t>Oscar Piastri</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9"/>
                  </a:ext>
                </a:extLst>
              </a:tr>
              <a:tr h="130628">
                <a:tc>
                  <a:txBody>
                    <a:bodyPr/>
                    <a:lstStyle/>
                    <a:p>
                      <a:pPr algn="ctr"/>
                      <a:r>
                        <a:rPr sz="1000"/>
                        <a:t>Lance Stroll</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0"/>
                  </a:ext>
                </a:extLst>
              </a:tr>
              <a:tr h="130628">
                <a:tc>
                  <a:txBody>
                    <a:bodyPr/>
                    <a:lstStyle/>
                    <a:p>
                      <a:pPr algn="ctr"/>
                      <a:r>
                        <a:rPr sz="1000"/>
                        <a:t>Pierre Gasly</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1"/>
                  </a:ext>
                </a:extLst>
              </a:tr>
              <a:tr h="130628">
                <a:tc>
                  <a:txBody>
                    <a:bodyPr/>
                    <a:lstStyle/>
                    <a:p>
                      <a:pPr algn="ctr"/>
                      <a:r>
                        <a:rPr sz="1000"/>
                        <a:t>Esteban Ocon</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2"/>
                  </a:ext>
                </a:extLst>
              </a:tr>
              <a:tr h="130628">
                <a:tc>
                  <a:txBody>
                    <a:bodyPr/>
                    <a:lstStyle/>
                    <a:p>
                      <a:pPr algn="ctr"/>
                      <a:r>
                        <a:rPr sz="1000"/>
                        <a:t>Alexander Albon</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3"/>
                  </a:ext>
                </a:extLst>
              </a:tr>
              <a:tr h="130628">
                <a:tc>
                  <a:txBody>
                    <a:bodyPr/>
                    <a:lstStyle/>
                    <a:p>
                      <a:pPr algn="ctr"/>
                      <a:r>
                        <a:rPr sz="1000"/>
                        <a:t>Yuki Tsunoda</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4"/>
                  </a:ext>
                </a:extLst>
              </a:tr>
              <a:tr h="130628">
                <a:tc>
                  <a:txBody>
                    <a:bodyPr/>
                    <a:lstStyle/>
                    <a:p>
                      <a:pPr algn="ctr"/>
                      <a:r>
                        <a:rPr sz="1000"/>
                        <a:t>Valtteri Bottas</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5"/>
                  </a:ext>
                </a:extLst>
              </a:tr>
              <a:tr h="130628">
                <a:tc>
                  <a:txBody>
                    <a:bodyPr/>
                    <a:lstStyle/>
                    <a:p>
                      <a:pPr algn="ctr"/>
                      <a:r>
                        <a:rPr sz="1000"/>
                        <a:t>Nico Hulkenberg</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6"/>
                  </a:ext>
                </a:extLst>
              </a:tr>
              <a:tr h="130628">
                <a:tc>
                  <a:txBody>
                    <a:bodyPr/>
                    <a:lstStyle/>
                    <a:p>
                      <a:pPr algn="ctr"/>
                      <a:r>
                        <a:rPr sz="1000"/>
                        <a:t>Daniel Ricciardo</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7"/>
                  </a:ext>
                </a:extLst>
              </a:tr>
              <a:tr h="130628">
                <a:tc>
                  <a:txBody>
                    <a:bodyPr/>
                    <a:lstStyle/>
                    <a:p>
                      <a:pPr algn="ctr"/>
                      <a:r>
                        <a:rPr sz="1000"/>
                        <a:t>Zhou Guanyu</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8"/>
                  </a:ext>
                </a:extLst>
              </a:tr>
              <a:tr h="130628">
                <a:tc>
                  <a:txBody>
                    <a:bodyPr/>
                    <a:lstStyle/>
                    <a:p>
                      <a:pPr algn="ctr"/>
                      <a:r>
                        <a:rPr sz="1000"/>
                        <a:t>Kevin Magnussen</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9"/>
                  </a:ext>
                </a:extLst>
              </a:tr>
              <a:tr h="130640">
                <a:tc>
                  <a:txBody>
                    <a:bodyPr/>
                    <a:lstStyle/>
                    <a:p>
                      <a:pPr algn="ctr"/>
                      <a:r>
                        <a:rPr sz="1000"/>
                        <a:t>Logan Sargeant</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20"/>
                  </a:ext>
                </a:extLst>
              </a:tr>
            </a:tbl>
          </a:graphicData>
        </a:graphic>
      </p:graphicFrame>
      <p:sp>
        <p:nvSpPr>
          <p:cNvPr id="3" name="Rectangle 2"/>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True/False: Fastest Laps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487680" y="1371600"/>
          <a:ext cx="11216640" cy="5044440"/>
        </p:xfrm>
        <a:graphic>
          <a:graphicData uri="http://schemas.openxmlformats.org/drawingml/2006/table">
            <a:tbl>
              <a:tblPr firstRow="1" bandRow="1">
                <a:tableStyleId>{5C22544A-7EE6-4342-B048-85BDC9FD1C3A}</a:tableStyleId>
              </a:tblPr>
              <a:tblGrid>
                <a:gridCol w="1121664">
                  <a:extLst>
                    <a:ext uri="{9D8B030D-6E8A-4147-A177-3AD203B41FA5}">
                      <a16:colId xmlns:a16="http://schemas.microsoft.com/office/drawing/2014/main" val="20000"/>
                    </a:ext>
                  </a:extLst>
                </a:gridCol>
                <a:gridCol w="1121664">
                  <a:extLst>
                    <a:ext uri="{9D8B030D-6E8A-4147-A177-3AD203B41FA5}">
                      <a16:colId xmlns:a16="http://schemas.microsoft.com/office/drawing/2014/main" val="20001"/>
                    </a:ext>
                  </a:extLst>
                </a:gridCol>
                <a:gridCol w="1121664">
                  <a:extLst>
                    <a:ext uri="{9D8B030D-6E8A-4147-A177-3AD203B41FA5}">
                      <a16:colId xmlns:a16="http://schemas.microsoft.com/office/drawing/2014/main" val="20002"/>
                    </a:ext>
                  </a:extLst>
                </a:gridCol>
                <a:gridCol w="1121664">
                  <a:extLst>
                    <a:ext uri="{9D8B030D-6E8A-4147-A177-3AD203B41FA5}">
                      <a16:colId xmlns:a16="http://schemas.microsoft.com/office/drawing/2014/main" val="20003"/>
                    </a:ext>
                  </a:extLst>
                </a:gridCol>
                <a:gridCol w="1121664">
                  <a:extLst>
                    <a:ext uri="{9D8B030D-6E8A-4147-A177-3AD203B41FA5}">
                      <a16:colId xmlns:a16="http://schemas.microsoft.com/office/drawing/2014/main" val="20004"/>
                    </a:ext>
                  </a:extLst>
                </a:gridCol>
                <a:gridCol w="1121664">
                  <a:extLst>
                    <a:ext uri="{9D8B030D-6E8A-4147-A177-3AD203B41FA5}">
                      <a16:colId xmlns:a16="http://schemas.microsoft.com/office/drawing/2014/main" val="20005"/>
                    </a:ext>
                  </a:extLst>
                </a:gridCol>
                <a:gridCol w="1121664">
                  <a:extLst>
                    <a:ext uri="{9D8B030D-6E8A-4147-A177-3AD203B41FA5}">
                      <a16:colId xmlns:a16="http://schemas.microsoft.com/office/drawing/2014/main" val="20006"/>
                    </a:ext>
                  </a:extLst>
                </a:gridCol>
                <a:gridCol w="1121664">
                  <a:extLst>
                    <a:ext uri="{9D8B030D-6E8A-4147-A177-3AD203B41FA5}">
                      <a16:colId xmlns:a16="http://schemas.microsoft.com/office/drawing/2014/main" val="20007"/>
                    </a:ext>
                  </a:extLst>
                </a:gridCol>
                <a:gridCol w="1121664">
                  <a:extLst>
                    <a:ext uri="{9D8B030D-6E8A-4147-A177-3AD203B41FA5}">
                      <a16:colId xmlns:a16="http://schemas.microsoft.com/office/drawing/2014/main" val="20008"/>
                    </a:ext>
                  </a:extLst>
                </a:gridCol>
                <a:gridCol w="1121664">
                  <a:extLst>
                    <a:ext uri="{9D8B030D-6E8A-4147-A177-3AD203B41FA5}">
                      <a16:colId xmlns:a16="http://schemas.microsoft.com/office/drawing/2014/main" val="20009"/>
                    </a:ext>
                  </a:extLst>
                </a:gridCol>
              </a:tblGrid>
              <a:tr h="130628">
                <a:tc>
                  <a:txBody>
                    <a:bodyPr/>
                    <a:lstStyle/>
                    <a:p>
                      <a:r>
                        <a:rPr sz="1000"/>
                        <a:t>Driver</a:t>
                      </a:r>
                    </a:p>
                  </a:txBody>
                  <a:tcPr/>
                </a:tc>
                <a:tc>
                  <a:txBody>
                    <a:bodyPr/>
                    <a:lstStyle/>
                    <a:p>
                      <a:r>
                        <a:rPr sz="1000"/>
                        <a:t>Count</a:t>
                      </a:r>
                    </a:p>
                  </a:txBody>
                  <a:tcPr/>
                </a:tc>
                <a:tc>
                  <a:txBody>
                    <a:bodyPr/>
                    <a:lstStyle/>
                    <a:p>
                      <a:r>
                        <a:rPr sz="1000"/>
                        <a:t>True/False</a:t>
                      </a:r>
                    </a:p>
                  </a:txBody>
                  <a:tcPr/>
                </a:tc>
                <a:tc>
                  <a:txBody>
                    <a:bodyPr/>
                    <a:lstStyle/>
                    <a:p>
                      <a:r>
                        <a:rPr sz="1000"/>
                        <a:t>Benedict</a:t>
                      </a:r>
                    </a:p>
                  </a:txBody>
                  <a:tcPr/>
                </a:tc>
                <a:tc>
                  <a:txBody>
                    <a:bodyPr/>
                    <a:lstStyle/>
                    <a:p>
                      <a:r>
                        <a:rPr sz="1000"/>
                        <a:t>Carla</a:t>
                      </a:r>
                    </a:p>
                  </a:txBody>
                  <a:tcPr/>
                </a:tc>
                <a:tc>
                  <a:txBody>
                    <a:bodyPr/>
                    <a:lstStyle/>
                    <a:p>
                      <a:r>
                        <a:rPr sz="1000"/>
                        <a:t>Damian</a:t>
                      </a:r>
                    </a:p>
                  </a:txBody>
                  <a:tcPr/>
                </a:tc>
                <a:tc>
                  <a:txBody>
                    <a:bodyPr/>
                    <a:lstStyle/>
                    <a:p>
                      <a:r>
                        <a:rPr sz="1000"/>
                        <a:t>Jarek</a:t>
                      </a:r>
                    </a:p>
                  </a:txBody>
                  <a:tcPr/>
                </a:tc>
                <a:tc>
                  <a:txBody>
                    <a:bodyPr/>
                    <a:lstStyle/>
                    <a:p>
                      <a:r>
                        <a:rPr sz="1000"/>
                        <a:t>Josh</a:t>
                      </a:r>
                    </a:p>
                  </a:txBody>
                  <a:tcPr/>
                </a:tc>
                <a:tc>
                  <a:txBody>
                    <a:bodyPr/>
                    <a:lstStyle/>
                    <a:p>
                      <a:r>
                        <a:rPr sz="1000"/>
                        <a:t>Kacper</a:t>
                      </a:r>
                    </a:p>
                  </a:txBody>
                  <a:tcPr/>
                </a:tc>
                <a:tc>
                  <a:txBody>
                    <a:bodyPr/>
                    <a:lstStyle/>
                    <a:p>
                      <a:r>
                        <a:rPr sz="1000"/>
                        <a:t>Suley</a:t>
                      </a:r>
                    </a:p>
                  </a:txBody>
                  <a:tcPr/>
                </a:tc>
                <a:extLst>
                  <a:ext uri="{0D108BD9-81ED-4DB2-BD59-A6C34878D82A}">
                    <a16:rowId xmlns:a16="http://schemas.microsoft.com/office/drawing/2014/main" val="10000"/>
                  </a:ext>
                </a:extLst>
              </a:tr>
              <a:tr h="130628">
                <a:tc>
                  <a:txBody>
                    <a:bodyPr/>
                    <a:lstStyle/>
                    <a:p>
                      <a:pPr algn="ctr"/>
                      <a:r>
                        <a:rPr sz="1000"/>
                        <a:t>Max Verstappen</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1"/>
                  </a:ext>
                </a:extLst>
              </a:tr>
              <a:tr h="130628">
                <a:tc>
                  <a:txBody>
                    <a:bodyPr/>
                    <a:lstStyle/>
                    <a:p>
                      <a:pPr algn="ctr"/>
                      <a:r>
                        <a:rPr sz="1000"/>
                        <a:t>Sergio Perez</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2"/>
                  </a:ext>
                </a:extLst>
              </a:tr>
              <a:tr h="130628">
                <a:tc>
                  <a:txBody>
                    <a:bodyPr/>
                    <a:lstStyle/>
                    <a:p>
                      <a:pPr algn="ctr"/>
                      <a:r>
                        <a:rPr sz="1000"/>
                        <a:t>Lewis Hamilton</a:t>
                      </a:r>
                    </a:p>
                  </a:txBody>
                  <a:tcPr marT="38100" marB="38100">
                    <a:solidFill>
                      <a:srgbClr val="FFFFFF"/>
                    </a:solidFill>
                  </a:tcPr>
                </a:tc>
                <a:tc>
                  <a:txBody>
                    <a:bodyPr/>
                    <a:lstStyle/>
                    <a:p>
                      <a:pPr algn="ctr"/>
                      <a:r>
                        <a:rPr sz="1000"/>
                        <a:t>2</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3"/>
                  </a:ext>
                </a:extLst>
              </a:tr>
              <a:tr h="130628">
                <a:tc>
                  <a:txBody>
                    <a:bodyPr/>
                    <a:lstStyle/>
                    <a:p>
                      <a:pPr algn="ctr"/>
                      <a:r>
                        <a:rPr sz="1000"/>
                        <a:t>Fernando Alonso</a:t>
                      </a:r>
                    </a:p>
                  </a:txBody>
                  <a:tcPr marT="38100" marB="38100">
                    <a:solidFill>
                      <a:srgbClr val="FFFFFF"/>
                    </a:solidFill>
                  </a:tcPr>
                </a:tc>
                <a:tc>
                  <a:txBody>
                    <a:bodyPr/>
                    <a:lstStyle/>
                    <a:p>
                      <a:pPr algn="ctr"/>
                      <a:r>
                        <a:rPr sz="1000"/>
                        <a:t>2</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4"/>
                  </a:ext>
                </a:extLst>
              </a:tr>
              <a:tr h="130628">
                <a:tc>
                  <a:txBody>
                    <a:bodyPr/>
                    <a:lstStyle/>
                    <a:p>
                      <a:pPr algn="ctr"/>
                      <a:r>
                        <a:rPr sz="1000"/>
                        <a:t>Charles Leclerc</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5"/>
                  </a:ext>
                </a:extLst>
              </a:tr>
              <a:tr h="130628">
                <a:tc>
                  <a:txBody>
                    <a:bodyPr/>
                    <a:lstStyle/>
                    <a:p>
                      <a:pPr algn="ctr"/>
                      <a:r>
                        <a:rPr sz="1000"/>
                        <a:t>Lando Norris</a:t>
                      </a:r>
                    </a:p>
                  </a:txBody>
                  <a:tcPr marT="38100" marB="38100">
                    <a:solidFill>
                      <a:srgbClr val="FFFFFF"/>
                    </a:solidFill>
                  </a:tcPr>
                </a:tc>
                <a:tc>
                  <a:txBody>
                    <a:bodyPr/>
                    <a:lstStyle/>
                    <a:p>
                      <a:pPr algn="ctr"/>
                      <a:r>
                        <a:rPr sz="1000"/>
                        <a:t>6</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E8002D"/>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028F1E"/>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6"/>
                  </a:ext>
                </a:extLst>
              </a:tr>
              <a:tr h="130628">
                <a:tc>
                  <a:txBody>
                    <a:bodyPr/>
                    <a:lstStyle/>
                    <a:p>
                      <a:pPr algn="ctr"/>
                      <a:r>
                        <a:rPr sz="1000"/>
                        <a:t>Carlos Sainz</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E8002D"/>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7"/>
                  </a:ext>
                </a:extLst>
              </a:tr>
              <a:tr h="130628">
                <a:tc>
                  <a:txBody>
                    <a:bodyPr/>
                    <a:lstStyle/>
                    <a:p>
                      <a:pPr algn="ctr"/>
                      <a:r>
                        <a:rPr sz="1000"/>
                        <a:t>George Russell</a:t>
                      </a:r>
                    </a:p>
                  </a:txBody>
                  <a:tcPr marT="38100" marB="38100">
                    <a:solidFill>
                      <a:srgbClr val="FFFFFF"/>
                    </a:solidFill>
                  </a:tcPr>
                </a:tc>
                <a:tc>
                  <a:txBody>
                    <a:bodyPr/>
                    <a:lstStyle/>
                    <a:p>
                      <a:pPr algn="ctr"/>
                      <a:r>
                        <a:rPr sz="1000"/>
                        <a:t>2</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8"/>
                  </a:ext>
                </a:extLst>
              </a:tr>
              <a:tr h="130628">
                <a:tc>
                  <a:txBody>
                    <a:bodyPr/>
                    <a:lstStyle/>
                    <a:p>
                      <a:pPr algn="ctr"/>
                      <a:r>
                        <a:rPr sz="1000"/>
                        <a:t>Oscar Piastri</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E8002D"/>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028F1E"/>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9"/>
                  </a:ext>
                </a:extLst>
              </a:tr>
              <a:tr h="130628">
                <a:tc>
                  <a:txBody>
                    <a:bodyPr/>
                    <a:lstStyle/>
                    <a:p>
                      <a:pPr algn="ctr"/>
                      <a:r>
                        <a:rPr sz="1000"/>
                        <a:t>Lance Stroll</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0"/>
                  </a:ext>
                </a:extLst>
              </a:tr>
              <a:tr h="130628">
                <a:tc>
                  <a:txBody>
                    <a:bodyPr/>
                    <a:lstStyle/>
                    <a:p>
                      <a:pPr algn="ctr"/>
                      <a:r>
                        <a:rPr sz="1000"/>
                        <a:t>Pierre Gasly</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1"/>
                  </a:ext>
                </a:extLst>
              </a:tr>
              <a:tr h="130628">
                <a:tc>
                  <a:txBody>
                    <a:bodyPr/>
                    <a:lstStyle/>
                    <a:p>
                      <a:pPr algn="ctr"/>
                      <a:r>
                        <a:rPr sz="1000"/>
                        <a:t>Esteban Ocon</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extLst>
                  <a:ext uri="{0D108BD9-81ED-4DB2-BD59-A6C34878D82A}">
                    <a16:rowId xmlns:a16="http://schemas.microsoft.com/office/drawing/2014/main" val="10012"/>
                  </a:ext>
                </a:extLst>
              </a:tr>
              <a:tr h="130628">
                <a:tc>
                  <a:txBody>
                    <a:bodyPr/>
                    <a:lstStyle/>
                    <a:p>
                      <a:pPr algn="ctr"/>
                      <a:r>
                        <a:rPr sz="1000"/>
                        <a:t>Alexander Albon</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-3</a:t>
                      </a:r>
                    </a:p>
                  </a:txBody>
                  <a:tcPr marT="38100" marB="38100">
                    <a:solidFill>
                      <a:srgbClr val="FF5B00"/>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3"/>
                  </a:ext>
                </a:extLst>
              </a:tr>
              <a:tr h="130628">
                <a:tc>
                  <a:txBody>
                    <a:bodyPr/>
                    <a:lstStyle/>
                    <a:p>
                      <a:pPr algn="ctr"/>
                      <a:r>
                        <a:rPr sz="1000"/>
                        <a:t>Yuki Tsunoda</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4"/>
                  </a:ext>
                </a:extLst>
              </a:tr>
              <a:tr h="130628">
                <a:tc>
                  <a:txBody>
                    <a:bodyPr/>
                    <a:lstStyle/>
                    <a:p>
                      <a:pPr algn="ctr"/>
                      <a:r>
                        <a:rPr sz="1000"/>
                        <a:t>Valtteri Bottas</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5"/>
                  </a:ext>
                </a:extLst>
              </a:tr>
              <a:tr h="130628">
                <a:tc>
                  <a:txBody>
                    <a:bodyPr/>
                    <a:lstStyle/>
                    <a:p>
                      <a:pPr algn="ctr"/>
                      <a:r>
                        <a:rPr sz="1000"/>
                        <a:t>Nico Hulkenberg</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6"/>
                  </a:ext>
                </a:extLst>
              </a:tr>
              <a:tr h="130628">
                <a:tc>
                  <a:txBody>
                    <a:bodyPr/>
                    <a:lstStyle/>
                    <a:p>
                      <a:pPr algn="ctr"/>
                      <a:r>
                        <a:rPr sz="1000"/>
                        <a:t>Daniel Ricciardo</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extLst>
                  <a:ext uri="{0D108BD9-81ED-4DB2-BD59-A6C34878D82A}">
                    <a16:rowId xmlns:a16="http://schemas.microsoft.com/office/drawing/2014/main" val="10017"/>
                  </a:ext>
                </a:extLst>
              </a:tr>
              <a:tr h="130628">
                <a:tc>
                  <a:txBody>
                    <a:bodyPr/>
                    <a:lstStyle/>
                    <a:p>
                      <a:pPr algn="ctr"/>
                      <a:r>
                        <a:rPr sz="1000"/>
                        <a:t>Zhou Guanyu</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8"/>
                  </a:ext>
                </a:extLst>
              </a:tr>
              <a:tr h="130628">
                <a:tc>
                  <a:txBody>
                    <a:bodyPr/>
                    <a:lstStyle/>
                    <a:p>
                      <a:pPr algn="ctr"/>
                      <a:r>
                        <a:rPr sz="1000"/>
                        <a:t>Kevin Magnussen</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extLst>
                  <a:ext uri="{0D108BD9-81ED-4DB2-BD59-A6C34878D82A}">
                    <a16:rowId xmlns:a16="http://schemas.microsoft.com/office/drawing/2014/main" val="10019"/>
                  </a:ext>
                </a:extLst>
              </a:tr>
              <a:tr h="124690">
                <a:tc>
                  <a:txBody>
                    <a:bodyPr/>
                    <a:lstStyle/>
                    <a:p>
                      <a:pPr algn="ctr"/>
                      <a:r>
                        <a:rPr sz="1000"/>
                        <a:t>Logan Sargeant</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20"/>
                  </a:ext>
                </a:extLst>
              </a:tr>
              <a:tr h="124710">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12</a:t>
                      </a:r>
                    </a:p>
                  </a:txBody>
                  <a:tcPr marT="38100" marB="38100">
                    <a:solidFill>
                      <a:srgbClr val="FFFFFF"/>
                    </a:solidFill>
                  </a:tcPr>
                </a:tc>
                <a:tc>
                  <a:txBody>
                    <a:bodyPr/>
                    <a:lstStyle/>
                    <a:p>
                      <a:pPr algn="ctr"/>
                      <a:r>
                        <a:rPr sz="1000"/>
                        <a:t>36</a:t>
                      </a:r>
                    </a:p>
                  </a:txBody>
                  <a:tcPr marT="38100" marB="38100">
                    <a:solidFill>
                      <a:srgbClr val="FFFFFF"/>
                    </a:solidFill>
                  </a:tcPr>
                </a:tc>
                <a:tc>
                  <a:txBody>
                    <a:bodyPr/>
                    <a:lstStyle/>
                    <a:p>
                      <a:pPr algn="ctr"/>
                      <a:r>
                        <a:rPr sz="1000"/>
                        <a:t>12</a:t>
                      </a:r>
                    </a:p>
                  </a:txBody>
                  <a:tcPr marT="38100" marB="38100">
                    <a:solidFill>
                      <a:srgbClr val="FFFFFF"/>
                    </a:solidFill>
                  </a:tcPr>
                </a:tc>
                <a:tc>
                  <a:txBody>
                    <a:bodyPr/>
                    <a:lstStyle/>
                    <a:p>
                      <a:pPr algn="ctr"/>
                      <a:r>
                        <a:rPr sz="1000"/>
                        <a:t>36</a:t>
                      </a:r>
                    </a:p>
                  </a:txBody>
                  <a:tcPr marT="38100" marB="38100">
                    <a:solidFill>
                      <a:srgbClr val="FFFFFF"/>
                    </a:solidFill>
                  </a:tcPr>
                </a:tc>
                <a:tc>
                  <a:txBody>
                    <a:bodyPr/>
                    <a:lstStyle/>
                    <a:p>
                      <a:pPr algn="ctr"/>
                      <a:r>
                        <a:rPr sz="1000"/>
                        <a:t>9</a:t>
                      </a:r>
                    </a:p>
                  </a:txBody>
                  <a:tcPr marT="38100" marB="38100">
                    <a:solidFill>
                      <a:srgbClr val="FFFFFF"/>
                    </a:solidFill>
                  </a:tcPr>
                </a:tc>
                <a:tc>
                  <a:txBody>
                    <a:bodyPr/>
                    <a:lstStyle/>
                    <a:p>
                      <a:pPr algn="ctr"/>
                      <a:r>
                        <a:rPr sz="1000"/>
                        <a:t>-4</a:t>
                      </a:r>
                    </a:p>
                  </a:txBody>
                  <a:tcPr marT="38100" marB="38100">
                    <a:solidFill>
                      <a:srgbClr val="FFFFFF"/>
                    </a:solidFill>
                  </a:tcPr>
                </a:tc>
                <a:tc>
                  <a:txBody>
                    <a:bodyPr/>
                    <a:lstStyle/>
                    <a:p>
                      <a:pPr algn="ctr"/>
                      <a:r>
                        <a:rPr sz="1000"/>
                        <a:t>36</a:t>
                      </a:r>
                    </a:p>
                  </a:txBody>
                  <a:tcPr marT="38100" marB="38100">
                    <a:solidFill>
                      <a:srgbClr val="FFFFFF"/>
                    </a:solidFill>
                  </a:tcPr>
                </a:tc>
                <a:extLst>
                  <a:ext uri="{0D108BD9-81ED-4DB2-BD59-A6C34878D82A}">
                    <a16:rowId xmlns:a16="http://schemas.microsoft.com/office/drawing/2014/main" val="10021"/>
                  </a:ext>
                </a:extLst>
              </a:tr>
            </a:tbl>
          </a:graphicData>
        </a:graphic>
      </p:graphicFrame>
      <p:sp>
        <p:nvSpPr>
          <p:cNvPr id="3" name="Rectangle 2"/>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True/False: Fastest Laps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583168" y="233172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485</a:t>
            </a:r>
          </a:p>
        </p:txBody>
      </p:sp>
      <p:sp>
        <p:nvSpPr>
          <p:cNvPr id="3" name="Rounded Rectangle 2"/>
          <p:cNvSpPr/>
          <p:nvPr/>
        </p:nvSpPr>
        <p:spPr>
          <a:xfrm>
            <a:off x="4291584" y="233172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512</a:t>
            </a:r>
          </a:p>
        </p:txBody>
      </p:sp>
      <p:sp>
        <p:nvSpPr>
          <p:cNvPr id="4" name="Rounded Rectangle 3"/>
          <p:cNvSpPr/>
          <p:nvPr/>
        </p:nvSpPr>
        <p:spPr>
          <a:xfrm>
            <a:off x="6437376" y="233172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494</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596</a:t>
            </a:r>
          </a:p>
        </p:txBody>
      </p:sp>
      <p:sp>
        <p:nvSpPr>
          <p:cNvPr id="6" name="Rounded Rectangle 5"/>
          <p:cNvSpPr/>
          <p:nvPr/>
        </p:nvSpPr>
        <p:spPr>
          <a:xfrm>
            <a:off x="2682240" y="379476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483</a:t>
            </a:r>
          </a:p>
        </p:txBody>
      </p:sp>
      <p:sp>
        <p:nvSpPr>
          <p:cNvPr id="7" name="Rounded Rectangle 6"/>
          <p:cNvSpPr/>
          <p:nvPr/>
        </p:nvSpPr>
        <p:spPr>
          <a:xfrm>
            <a:off x="5364480" y="379476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471</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429</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True/False: Fastest Laps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True/False: 5+ Q1 Eliminations</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Predict all drivers that you believe will be eliminated 5 or more times in Q1.
Scoring: Each true prediction that comes true is 5pts. -3pts for missing predictions, -3pts for any true prediction that doesn't come true.
</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- 485</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- 512</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- 494</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- 596</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- 483</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- 471</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- 429</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487680" y="1371600"/>
          <a:ext cx="11216640" cy="4815840"/>
        </p:xfrm>
        <a:graphic>
          <a:graphicData uri="http://schemas.openxmlformats.org/drawingml/2006/table">
            <a:tbl>
              <a:tblPr firstRow="1" bandRow="1">
                <a:tableStyleId>{5C22544A-7EE6-4342-B048-85BDC9FD1C3A}</a:tableStyleId>
              </a:tblPr>
              <a:tblGrid>
                <a:gridCol w="1121664">
                  <a:extLst>
                    <a:ext uri="{9D8B030D-6E8A-4147-A177-3AD203B41FA5}">
                      <a16:colId xmlns:a16="http://schemas.microsoft.com/office/drawing/2014/main" val="20000"/>
                    </a:ext>
                  </a:extLst>
                </a:gridCol>
                <a:gridCol w="1121664">
                  <a:extLst>
                    <a:ext uri="{9D8B030D-6E8A-4147-A177-3AD203B41FA5}">
                      <a16:colId xmlns:a16="http://schemas.microsoft.com/office/drawing/2014/main" val="20001"/>
                    </a:ext>
                  </a:extLst>
                </a:gridCol>
                <a:gridCol w="1121664">
                  <a:extLst>
                    <a:ext uri="{9D8B030D-6E8A-4147-A177-3AD203B41FA5}">
                      <a16:colId xmlns:a16="http://schemas.microsoft.com/office/drawing/2014/main" val="20002"/>
                    </a:ext>
                  </a:extLst>
                </a:gridCol>
                <a:gridCol w="1121664">
                  <a:extLst>
                    <a:ext uri="{9D8B030D-6E8A-4147-A177-3AD203B41FA5}">
                      <a16:colId xmlns:a16="http://schemas.microsoft.com/office/drawing/2014/main" val="20003"/>
                    </a:ext>
                  </a:extLst>
                </a:gridCol>
                <a:gridCol w="1121664">
                  <a:extLst>
                    <a:ext uri="{9D8B030D-6E8A-4147-A177-3AD203B41FA5}">
                      <a16:colId xmlns:a16="http://schemas.microsoft.com/office/drawing/2014/main" val="20004"/>
                    </a:ext>
                  </a:extLst>
                </a:gridCol>
                <a:gridCol w="1121664">
                  <a:extLst>
                    <a:ext uri="{9D8B030D-6E8A-4147-A177-3AD203B41FA5}">
                      <a16:colId xmlns:a16="http://schemas.microsoft.com/office/drawing/2014/main" val="20005"/>
                    </a:ext>
                  </a:extLst>
                </a:gridCol>
                <a:gridCol w="1121664">
                  <a:extLst>
                    <a:ext uri="{9D8B030D-6E8A-4147-A177-3AD203B41FA5}">
                      <a16:colId xmlns:a16="http://schemas.microsoft.com/office/drawing/2014/main" val="20006"/>
                    </a:ext>
                  </a:extLst>
                </a:gridCol>
                <a:gridCol w="1121664">
                  <a:extLst>
                    <a:ext uri="{9D8B030D-6E8A-4147-A177-3AD203B41FA5}">
                      <a16:colId xmlns:a16="http://schemas.microsoft.com/office/drawing/2014/main" val="20007"/>
                    </a:ext>
                  </a:extLst>
                </a:gridCol>
                <a:gridCol w="1121664">
                  <a:extLst>
                    <a:ext uri="{9D8B030D-6E8A-4147-A177-3AD203B41FA5}">
                      <a16:colId xmlns:a16="http://schemas.microsoft.com/office/drawing/2014/main" val="20008"/>
                    </a:ext>
                  </a:extLst>
                </a:gridCol>
                <a:gridCol w="1121664">
                  <a:extLst>
                    <a:ext uri="{9D8B030D-6E8A-4147-A177-3AD203B41FA5}">
                      <a16:colId xmlns:a16="http://schemas.microsoft.com/office/drawing/2014/main" val="20009"/>
                    </a:ext>
                  </a:extLst>
                </a:gridCol>
              </a:tblGrid>
              <a:tr h="130628">
                <a:tc>
                  <a:txBody>
                    <a:bodyPr/>
                    <a:lstStyle/>
                    <a:p>
                      <a:r>
                        <a:rPr sz="1000"/>
                        <a:t>Driver</a:t>
                      </a:r>
                    </a:p>
                  </a:txBody>
                  <a:tcPr/>
                </a:tc>
                <a:tc>
                  <a:txBody>
                    <a:bodyPr/>
                    <a:lstStyle/>
                    <a:p>
                      <a:r>
                        <a:rPr sz="1000"/>
                        <a:t>Count</a:t>
                      </a:r>
                    </a:p>
                  </a:txBody>
                  <a:tcPr/>
                </a:tc>
                <a:tc>
                  <a:txBody>
                    <a:bodyPr/>
                    <a:lstStyle/>
                    <a:p>
                      <a:r>
                        <a:rPr sz="1000"/>
                        <a:t>True/False</a:t>
                      </a:r>
                    </a:p>
                  </a:txBody>
                  <a:tcPr/>
                </a:tc>
                <a:tc>
                  <a:txBody>
                    <a:bodyPr/>
                    <a:lstStyle/>
                    <a:p>
                      <a:r>
                        <a:rPr sz="1000"/>
                        <a:t>Benedict</a:t>
                      </a:r>
                    </a:p>
                  </a:txBody>
                  <a:tcPr/>
                </a:tc>
                <a:tc>
                  <a:txBody>
                    <a:bodyPr/>
                    <a:lstStyle/>
                    <a:p>
                      <a:r>
                        <a:rPr sz="1000"/>
                        <a:t>Carla</a:t>
                      </a:r>
                    </a:p>
                  </a:txBody>
                  <a:tcPr/>
                </a:tc>
                <a:tc>
                  <a:txBody>
                    <a:bodyPr/>
                    <a:lstStyle/>
                    <a:p>
                      <a:r>
                        <a:rPr sz="1000"/>
                        <a:t>Damian</a:t>
                      </a:r>
                    </a:p>
                  </a:txBody>
                  <a:tcPr/>
                </a:tc>
                <a:tc>
                  <a:txBody>
                    <a:bodyPr/>
                    <a:lstStyle/>
                    <a:p>
                      <a:r>
                        <a:rPr sz="1000"/>
                        <a:t>Jarek</a:t>
                      </a:r>
                    </a:p>
                  </a:txBody>
                  <a:tcPr/>
                </a:tc>
                <a:tc>
                  <a:txBody>
                    <a:bodyPr/>
                    <a:lstStyle/>
                    <a:p>
                      <a:r>
                        <a:rPr sz="1000"/>
                        <a:t>Josh</a:t>
                      </a:r>
                    </a:p>
                  </a:txBody>
                  <a:tcPr/>
                </a:tc>
                <a:tc>
                  <a:txBody>
                    <a:bodyPr/>
                    <a:lstStyle/>
                    <a:p>
                      <a:r>
                        <a:rPr sz="1000"/>
                        <a:t>Kacper</a:t>
                      </a:r>
                    </a:p>
                  </a:txBody>
                  <a:tcPr/>
                </a:tc>
                <a:tc>
                  <a:txBody>
                    <a:bodyPr/>
                    <a:lstStyle/>
                    <a:p>
                      <a:r>
                        <a:rPr sz="1000"/>
                        <a:t>Suley</a:t>
                      </a:r>
                    </a:p>
                  </a:txBody>
                  <a:tcPr/>
                </a:tc>
                <a:extLst>
                  <a:ext uri="{0D108BD9-81ED-4DB2-BD59-A6C34878D82A}">
                    <a16:rowId xmlns:a16="http://schemas.microsoft.com/office/drawing/2014/main" val="10000"/>
                  </a:ext>
                </a:extLst>
              </a:tr>
              <a:tr h="130628">
                <a:tc>
                  <a:txBody>
                    <a:bodyPr/>
                    <a:lstStyle/>
                    <a:p>
                      <a:pPr algn="ctr"/>
                      <a:r>
                        <a:rPr sz="1000"/>
                        <a:t>Max Verstappen</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01"/>
                  </a:ext>
                </a:extLst>
              </a:tr>
              <a:tr h="130628">
                <a:tc>
                  <a:txBody>
                    <a:bodyPr/>
                    <a:lstStyle/>
                    <a:p>
                      <a:pPr algn="ctr"/>
                      <a:r>
                        <a:rPr sz="1000"/>
                        <a:t>Sergio Perez</a:t>
                      </a:r>
                    </a:p>
                  </a:txBody>
                  <a:tcPr marT="38100" marB="38100">
                    <a:solidFill>
                      <a:srgbClr val="FFFFFF"/>
                    </a:solidFill>
                  </a:tcPr>
                </a:tc>
                <a:tc>
                  <a:txBody>
                    <a:bodyPr/>
                    <a:lstStyle/>
                    <a:p>
                      <a:pPr algn="ctr"/>
                      <a:r>
                        <a:rPr sz="1000"/>
                        <a:t>6</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02"/>
                  </a:ext>
                </a:extLst>
              </a:tr>
              <a:tr h="130628">
                <a:tc>
                  <a:txBody>
                    <a:bodyPr/>
                    <a:lstStyle/>
                    <a:p>
                      <a:pPr algn="ctr"/>
                      <a:r>
                        <a:rPr sz="1000"/>
                        <a:t>Lewis Hamilton</a:t>
                      </a:r>
                    </a:p>
                  </a:txBody>
                  <a:tcPr marT="38100" marB="38100">
                    <a:solidFill>
                      <a:srgbClr val="FFFFFF"/>
                    </a:solidFill>
                  </a:tcPr>
                </a:tc>
                <a:tc>
                  <a:txBody>
                    <a:bodyPr/>
                    <a:lstStyle/>
                    <a:p>
                      <a:pPr algn="ctr"/>
                      <a:r>
                        <a:rPr sz="1000"/>
                        <a:t>4</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03"/>
                  </a:ext>
                </a:extLst>
              </a:tr>
              <a:tr h="130628">
                <a:tc>
                  <a:txBody>
                    <a:bodyPr/>
                    <a:lstStyle/>
                    <a:p>
                      <a:pPr algn="ctr"/>
                      <a:r>
                        <a:rPr sz="1000"/>
                        <a:t>Fernando Alonso</a:t>
                      </a:r>
                    </a:p>
                  </a:txBody>
                  <a:tcPr marT="38100" marB="38100">
                    <a:solidFill>
                      <a:srgbClr val="FFFFFF"/>
                    </a:solidFill>
                  </a:tcPr>
                </a:tc>
                <a:tc>
                  <a:txBody>
                    <a:bodyPr/>
                    <a:lstStyle/>
                    <a:p>
                      <a:pPr algn="ctr"/>
                      <a:r>
                        <a:rPr sz="1000"/>
                        <a:t>2</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04"/>
                  </a:ext>
                </a:extLst>
              </a:tr>
              <a:tr h="130628">
                <a:tc>
                  <a:txBody>
                    <a:bodyPr/>
                    <a:lstStyle/>
                    <a:p>
                      <a:pPr algn="ctr"/>
                      <a:r>
                        <a:rPr sz="1000"/>
                        <a:t>Charles Leclerc</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05"/>
                  </a:ext>
                </a:extLst>
              </a:tr>
              <a:tr h="130628">
                <a:tc>
                  <a:txBody>
                    <a:bodyPr/>
                    <a:lstStyle/>
                    <a:p>
                      <a:pPr algn="ctr"/>
                      <a:r>
                        <a:rPr sz="1000"/>
                        <a:t>Lando Norris</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06"/>
                  </a:ext>
                </a:extLst>
              </a:tr>
              <a:tr h="130628">
                <a:tc>
                  <a:txBody>
                    <a:bodyPr/>
                    <a:lstStyle/>
                    <a:p>
                      <a:pPr algn="ctr"/>
                      <a:r>
                        <a:rPr sz="1000"/>
                        <a:t>Carlos Sainz</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07"/>
                  </a:ext>
                </a:extLst>
              </a:tr>
              <a:tr h="130628">
                <a:tc>
                  <a:txBody>
                    <a:bodyPr/>
                    <a:lstStyle/>
                    <a:p>
                      <a:pPr algn="ctr"/>
                      <a:r>
                        <a:rPr sz="1000"/>
                        <a:t>George Russell</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08"/>
                  </a:ext>
                </a:extLst>
              </a:tr>
              <a:tr h="130628">
                <a:tc>
                  <a:txBody>
                    <a:bodyPr/>
                    <a:lstStyle/>
                    <a:p>
                      <a:pPr algn="ctr"/>
                      <a:r>
                        <a:rPr sz="1000"/>
                        <a:t>Oscar Piastri</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09"/>
                  </a:ext>
                </a:extLst>
              </a:tr>
              <a:tr h="130628">
                <a:tc>
                  <a:txBody>
                    <a:bodyPr/>
                    <a:lstStyle/>
                    <a:p>
                      <a:pPr algn="ctr"/>
                      <a:r>
                        <a:rPr sz="1000"/>
                        <a:t>Lance Stroll</a:t>
                      </a:r>
                    </a:p>
                  </a:txBody>
                  <a:tcPr marT="38100" marB="38100">
                    <a:solidFill>
                      <a:srgbClr val="FFFFFF"/>
                    </a:solidFill>
                  </a:tcPr>
                </a:tc>
                <a:tc>
                  <a:txBody>
                    <a:bodyPr/>
                    <a:lstStyle/>
                    <a:p>
                      <a:pPr algn="ctr"/>
                      <a:r>
                        <a:rPr sz="1000"/>
                        <a:t>5</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10"/>
                  </a:ext>
                </a:extLst>
              </a:tr>
              <a:tr h="130628">
                <a:tc>
                  <a:txBody>
                    <a:bodyPr/>
                    <a:lstStyle/>
                    <a:p>
                      <a:pPr algn="ctr"/>
                      <a:r>
                        <a:rPr sz="1000"/>
                        <a:t>Pierre Gasly</a:t>
                      </a:r>
                    </a:p>
                  </a:txBody>
                  <a:tcPr marT="38100" marB="38100">
                    <a:solidFill>
                      <a:srgbClr val="FFFFFF"/>
                    </a:solidFill>
                  </a:tcPr>
                </a:tc>
                <a:tc>
                  <a:txBody>
                    <a:bodyPr/>
                    <a:lstStyle/>
                    <a:p>
                      <a:pPr algn="ctr"/>
                      <a:r>
                        <a:rPr sz="1000"/>
                        <a:t>8</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11"/>
                  </a:ext>
                </a:extLst>
              </a:tr>
              <a:tr h="130628">
                <a:tc>
                  <a:txBody>
                    <a:bodyPr/>
                    <a:lstStyle/>
                    <a:p>
                      <a:pPr algn="ctr"/>
                      <a:r>
                        <a:rPr sz="1000"/>
                        <a:t>Esteban Ocon</a:t>
                      </a:r>
                    </a:p>
                  </a:txBody>
                  <a:tcPr marT="38100" marB="38100">
                    <a:solidFill>
                      <a:srgbClr val="FFFFFF"/>
                    </a:solidFill>
                  </a:tcPr>
                </a:tc>
                <a:tc>
                  <a:txBody>
                    <a:bodyPr/>
                    <a:lstStyle/>
                    <a:p>
                      <a:pPr algn="ctr"/>
                      <a:r>
                        <a:rPr sz="1000"/>
                        <a:t>9</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12"/>
                  </a:ext>
                </a:extLst>
              </a:tr>
              <a:tr h="130628">
                <a:tc>
                  <a:txBody>
                    <a:bodyPr/>
                    <a:lstStyle/>
                    <a:p>
                      <a:pPr algn="ctr"/>
                      <a:r>
                        <a:rPr sz="1000"/>
                        <a:t>Alexander Albon</a:t>
                      </a:r>
                    </a:p>
                  </a:txBody>
                  <a:tcPr marT="38100" marB="38100">
                    <a:solidFill>
                      <a:srgbClr val="FFFFFF"/>
                    </a:solidFill>
                  </a:tcPr>
                </a:tc>
                <a:tc>
                  <a:txBody>
                    <a:bodyPr/>
                    <a:lstStyle/>
                    <a:p>
                      <a:pPr algn="ctr"/>
                      <a:r>
                        <a:rPr sz="1000"/>
                        <a:t>6</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3"/>
                  </a:ext>
                </a:extLst>
              </a:tr>
              <a:tr h="130628">
                <a:tc>
                  <a:txBody>
                    <a:bodyPr/>
                    <a:lstStyle/>
                    <a:p>
                      <a:pPr algn="ctr"/>
                      <a:r>
                        <a:rPr sz="1000"/>
                        <a:t>Yuki Tsunoda</a:t>
                      </a:r>
                    </a:p>
                  </a:txBody>
                  <a:tcPr marT="38100" marB="38100">
                    <a:solidFill>
                      <a:srgbClr val="FFFFFF"/>
                    </a:solidFill>
                  </a:tcPr>
                </a:tc>
                <a:tc>
                  <a:txBody>
                    <a:bodyPr/>
                    <a:lstStyle/>
                    <a:p>
                      <a:pPr algn="ctr"/>
                      <a:r>
                        <a:rPr sz="1000"/>
                        <a:t>4</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14"/>
                  </a:ext>
                </a:extLst>
              </a:tr>
              <a:tr h="130628">
                <a:tc>
                  <a:txBody>
                    <a:bodyPr/>
                    <a:lstStyle/>
                    <a:p>
                      <a:pPr algn="ctr"/>
                      <a:r>
                        <a:rPr sz="1000"/>
                        <a:t>Valtteri Bottas</a:t>
                      </a:r>
                    </a:p>
                  </a:txBody>
                  <a:tcPr marT="38100" marB="38100">
                    <a:solidFill>
                      <a:srgbClr val="FFFFFF"/>
                    </a:solidFill>
                  </a:tcPr>
                </a:tc>
                <a:tc>
                  <a:txBody>
                    <a:bodyPr/>
                    <a:lstStyle/>
                    <a:p>
                      <a:pPr algn="ctr"/>
                      <a:r>
                        <a:rPr sz="1000"/>
                        <a:t>14</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15"/>
                  </a:ext>
                </a:extLst>
              </a:tr>
              <a:tr h="130628">
                <a:tc>
                  <a:txBody>
                    <a:bodyPr/>
                    <a:lstStyle/>
                    <a:p>
                      <a:pPr algn="ctr"/>
                      <a:r>
                        <a:rPr sz="1000"/>
                        <a:t>Nico Hulkenberg</a:t>
                      </a:r>
                    </a:p>
                  </a:txBody>
                  <a:tcPr marT="38100" marB="38100">
                    <a:solidFill>
                      <a:srgbClr val="FFFFFF"/>
                    </a:solidFill>
                  </a:tcPr>
                </a:tc>
                <a:tc>
                  <a:txBody>
                    <a:bodyPr/>
                    <a:lstStyle/>
                    <a:p>
                      <a:pPr algn="ctr"/>
                      <a:r>
                        <a:rPr sz="1000"/>
                        <a:t>6</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16"/>
                  </a:ext>
                </a:extLst>
              </a:tr>
              <a:tr h="130628">
                <a:tc>
                  <a:txBody>
                    <a:bodyPr/>
                    <a:lstStyle/>
                    <a:p>
                      <a:pPr algn="ctr"/>
                      <a:r>
                        <a:rPr sz="1000"/>
                        <a:t>Daniel Ricciardo</a:t>
                      </a:r>
                    </a:p>
                  </a:txBody>
                  <a:tcPr marT="38100" marB="38100">
                    <a:solidFill>
                      <a:srgbClr val="FFFFFF"/>
                    </a:solidFill>
                  </a:tcPr>
                </a:tc>
                <a:tc>
                  <a:txBody>
                    <a:bodyPr/>
                    <a:lstStyle/>
                    <a:p>
                      <a:pPr algn="ctr"/>
                      <a:r>
                        <a:rPr sz="1000"/>
                        <a:t>4</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17"/>
                  </a:ext>
                </a:extLst>
              </a:tr>
              <a:tr h="130628">
                <a:tc>
                  <a:txBody>
                    <a:bodyPr/>
                    <a:lstStyle/>
                    <a:p>
                      <a:pPr algn="ctr"/>
                      <a:r>
                        <a:rPr sz="1000"/>
                        <a:t>Zhou Guanyu</a:t>
                      </a:r>
                    </a:p>
                  </a:txBody>
                  <a:tcPr marT="38100" marB="38100">
                    <a:solidFill>
                      <a:srgbClr val="FFFFFF"/>
                    </a:solidFill>
                  </a:tcPr>
                </a:tc>
                <a:tc>
                  <a:txBody>
                    <a:bodyPr/>
                    <a:lstStyle/>
                    <a:p>
                      <a:pPr algn="ctr"/>
                      <a:r>
                        <a:rPr sz="1000"/>
                        <a:t>20</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18"/>
                  </a:ext>
                </a:extLst>
              </a:tr>
              <a:tr h="130628">
                <a:tc>
                  <a:txBody>
                    <a:bodyPr/>
                    <a:lstStyle/>
                    <a:p>
                      <a:pPr algn="ctr"/>
                      <a:r>
                        <a:rPr sz="1000"/>
                        <a:t>Kevin Magnussen</a:t>
                      </a:r>
                    </a:p>
                  </a:txBody>
                  <a:tcPr marT="38100" marB="38100">
                    <a:solidFill>
                      <a:srgbClr val="FFFFFF"/>
                    </a:solidFill>
                  </a:tcPr>
                </a:tc>
                <a:tc>
                  <a:txBody>
                    <a:bodyPr/>
                    <a:lstStyle/>
                    <a:p>
                      <a:pPr algn="ctr"/>
                      <a:r>
                        <a:rPr sz="1000"/>
                        <a:t>8</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19"/>
                  </a:ext>
                </a:extLst>
              </a:tr>
              <a:tr h="130640">
                <a:tc>
                  <a:txBody>
                    <a:bodyPr/>
                    <a:lstStyle/>
                    <a:p>
                      <a:pPr algn="ctr"/>
                      <a:r>
                        <a:rPr sz="1000"/>
                        <a:t>Logan Sargeant</a:t>
                      </a:r>
                    </a:p>
                  </a:txBody>
                  <a:tcPr marT="38100" marB="38100">
                    <a:solidFill>
                      <a:srgbClr val="FFFFFF"/>
                    </a:solidFill>
                  </a:tcPr>
                </a:tc>
                <a:tc>
                  <a:txBody>
                    <a:bodyPr/>
                    <a:lstStyle/>
                    <a:p>
                      <a:pPr algn="ctr"/>
                      <a:r>
                        <a:rPr sz="1000"/>
                        <a:t>9</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20"/>
                  </a:ext>
                </a:extLst>
              </a:tr>
            </a:tbl>
          </a:graphicData>
        </a:graphic>
      </p:graphicFrame>
      <p:sp>
        <p:nvSpPr>
          <p:cNvPr id="3" name="Rectangle 2"/>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True/False: 5+ Q1 Eliminations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487680" y="1371600"/>
          <a:ext cx="11216640" cy="5044440"/>
        </p:xfrm>
        <a:graphic>
          <a:graphicData uri="http://schemas.openxmlformats.org/drawingml/2006/table">
            <a:tbl>
              <a:tblPr firstRow="1" bandRow="1">
                <a:tableStyleId>{5C22544A-7EE6-4342-B048-85BDC9FD1C3A}</a:tableStyleId>
              </a:tblPr>
              <a:tblGrid>
                <a:gridCol w="1121664">
                  <a:extLst>
                    <a:ext uri="{9D8B030D-6E8A-4147-A177-3AD203B41FA5}">
                      <a16:colId xmlns:a16="http://schemas.microsoft.com/office/drawing/2014/main" val="20000"/>
                    </a:ext>
                  </a:extLst>
                </a:gridCol>
                <a:gridCol w="1121664">
                  <a:extLst>
                    <a:ext uri="{9D8B030D-6E8A-4147-A177-3AD203B41FA5}">
                      <a16:colId xmlns:a16="http://schemas.microsoft.com/office/drawing/2014/main" val="20001"/>
                    </a:ext>
                  </a:extLst>
                </a:gridCol>
                <a:gridCol w="1121664">
                  <a:extLst>
                    <a:ext uri="{9D8B030D-6E8A-4147-A177-3AD203B41FA5}">
                      <a16:colId xmlns:a16="http://schemas.microsoft.com/office/drawing/2014/main" val="20002"/>
                    </a:ext>
                  </a:extLst>
                </a:gridCol>
                <a:gridCol w="1121664">
                  <a:extLst>
                    <a:ext uri="{9D8B030D-6E8A-4147-A177-3AD203B41FA5}">
                      <a16:colId xmlns:a16="http://schemas.microsoft.com/office/drawing/2014/main" val="20003"/>
                    </a:ext>
                  </a:extLst>
                </a:gridCol>
                <a:gridCol w="1121664">
                  <a:extLst>
                    <a:ext uri="{9D8B030D-6E8A-4147-A177-3AD203B41FA5}">
                      <a16:colId xmlns:a16="http://schemas.microsoft.com/office/drawing/2014/main" val="20004"/>
                    </a:ext>
                  </a:extLst>
                </a:gridCol>
                <a:gridCol w="1121664">
                  <a:extLst>
                    <a:ext uri="{9D8B030D-6E8A-4147-A177-3AD203B41FA5}">
                      <a16:colId xmlns:a16="http://schemas.microsoft.com/office/drawing/2014/main" val="20005"/>
                    </a:ext>
                  </a:extLst>
                </a:gridCol>
                <a:gridCol w="1121664">
                  <a:extLst>
                    <a:ext uri="{9D8B030D-6E8A-4147-A177-3AD203B41FA5}">
                      <a16:colId xmlns:a16="http://schemas.microsoft.com/office/drawing/2014/main" val="20006"/>
                    </a:ext>
                  </a:extLst>
                </a:gridCol>
                <a:gridCol w="1121664">
                  <a:extLst>
                    <a:ext uri="{9D8B030D-6E8A-4147-A177-3AD203B41FA5}">
                      <a16:colId xmlns:a16="http://schemas.microsoft.com/office/drawing/2014/main" val="20007"/>
                    </a:ext>
                  </a:extLst>
                </a:gridCol>
                <a:gridCol w="1121664">
                  <a:extLst>
                    <a:ext uri="{9D8B030D-6E8A-4147-A177-3AD203B41FA5}">
                      <a16:colId xmlns:a16="http://schemas.microsoft.com/office/drawing/2014/main" val="20008"/>
                    </a:ext>
                  </a:extLst>
                </a:gridCol>
                <a:gridCol w="1121664">
                  <a:extLst>
                    <a:ext uri="{9D8B030D-6E8A-4147-A177-3AD203B41FA5}">
                      <a16:colId xmlns:a16="http://schemas.microsoft.com/office/drawing/2014/main" val="20009"/>
                    </a:ext>
                  </a:extLst>
                </a:gridCol>
              </a:tblGrid>
              <a:tr h="130628">
                <a:tc>
                  <a:txBody>
                    <a:bodyPr/>
                    <a:lstStyle/>
                    <a:p>
                      <a:r>
                        <a:rPr sz="1000"/>
                        <a:t>Driver</a:t>
                      </a:r>
                    </a:p>
                  </a:txBody>
                  <a:tcPr/>
                </a:tc>
                <a:tc>
                  <a:txBody>
                    <a:bodyPr/>
                    <a:lstStyle/>
                    <a:p>
                      <a:r>
                        <a:rPr sz="1000"/>
                        <a:t>Count</a:t>
                      </a:r>
                    </a:p>
                  </a:txBody>
                  <a:tcPr/>
                </a:tc>
                <a:tc>
                  <a:txBody>
                    <a:bodyPr/>
                    <a:lstStyle/>
                    <a:p>
                      <a:r>
                        <a:rPr sz="1000"/>
                        <a:t>True/False</a:t>
                      </a:r>
                    </a:p>
                  </a:txBody>
                  <a:tcPr/>
                </a:tc>
                <a:tc>
                  <a:txBody>
                    <a:bodyPr/>
                    <a:lstStyle/>
                    <a:p>
                      <a:r>
                        <a:rPr sz="1000"/>
                        <a:t>Benedict</a:t>
                      </a:r>
                    </a:p>
                  </a:txBody>
                  <a:tcPr/>
                </a:tc>
                <a:tc>
                  <a:txBody>
                    <a:bodyPr/>
                    <a:lstStyle/>
                    <a:p>
                      <a:r>
                        <a:rPr sz="1000"/>
                        <a:t>Carla</a:t>
                      </a:r>
                    </a:p>
                  </a:txBody>
                  <a:tcPr/>
                </a:tc>
                <a:tc>
                  <a:txBody>
                    <a:bodyPr/>
                    <a:lstStyle/>
                    <a:p>
                      <a:r>
                        <a:rPr sz="1000"/>
                        <a:t>Damian</a:t>
                      </a:r>
                    </a:p>
                  </a:txBody>
                  <a:tcPr/>
                </a:tc>
                <a:tc>
                  <a:txBody>
                    <a:bodyPr/>
                    <a:lstStyle/>
                    <a:p>
                      <a:r>
                        <a:rPr sz="1000"/>
                        <a:t>Jarek</a:t>
                      </a:r>
                    </a:p>
                  </a:txBody>
                  <a:tcPr/>
                </a:tc>
                <a:tc>
                  <a:txBody>
                    <a:bodyPr/>
                    <a:lstStyle/>
                    <a:p>
                      <a:r>
                        <a:rPr sz="1000"/>
                        <a:t>Josh</a:t>
                      </a:r>
                    </a:p>
                  </a:txBody>
                  <a:tcPr/>
                </a:tc>
                <a:tc>
                  <a:txBody>
                    <a:bodyPr/>
                    <a:lstStyle/>
                    <a:p>
                      <a:r>
                        <a:rPr sz="1000"/>
                        <a:t>Kacper</a:t>
                      </a:r>
                    </a:p>
                  </a:txBody>
                  <a:tcPr/>
                </a:tc>
                <a:tc>
                  <a:txBody>
                    <a:bodyPr/>
                    <a:lstStyle/>
                    <a:p>
                      <a:r>
                        <a:rPr sz="1000"/>
                        <a:t>Suley</a:t>
                      </a:r>
                    </a:p>
                  </a:txBody>
                  <a:tcPr/>
                </a:tc>
                <a:extLst>
                  <a:ext uri="{0D108BD9-81ED-4DB2-BD59-A6C34878D82A}">
                    <a16:rowId xmlns:a16="http://schemas.microsoft.com/office/drawing/2014/main" val="10000"/>
                  </a:ext>
                </a:extLst>
              </a:tr>
              <a:tr h="130628">
                <a:tc>
                  <a:txBody>
                    <a:bodyPr/>
                    <a:lstStyle/>
                    <a:p>
                      <a:pPr algn="ctr"/>
                      <a:r>
                        <a:rPr sz="1000"/>
                        <a:t>Max Verstappen</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01"/>
                  </a:ext>
                </a:extLst>
              </a:tr>
              <a:tr h="130628">
                <a:tc>
                  <a:txBody>
                    <a:bodyPr/>
                    <a:lstStyle/>
                    <a:p>
                      <a:pPr algn="ctr"/>
                      <a:r>
                        <a:rPr sz="1000"/>
                        <a:t>Sergio Perez</a:t>
                      </a:r>
                    </a:p>
                  </a:txBody>
                  <a:tcPr marT="38100" marB="38100">
                    <a:solidFill>
                      <a:srgbClr val="FFFFFF"/>
                    </a:solidFill>
                  </a:tcPr>
                </a:tc>
                <a:tc>
                  <a:txBody>
                    <a:bodyPr/>
                    <a:lstStyle/>
                    <a:p>
                      <a:pPr algn="ctr"/>
                      <a:r>
                        <a:rPr sz="1000"/>
                        <a:t>6</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extLst>
                  <a:ext uri="{0D108BD9-81ED-4DB2-BD59-A6C34878D82A}">
                    <a16:rowId xmlns:a16="http://schemas.microsoft.com/office/drawing/2014/main" val="10002"/>
                  </a:ext>
                </a:extLst>
              </a:tr>
              <a:tr h="130628">
                <a:tc>
                  <a:txBody>
                    <a:bodyPr/>
                    <a:lstStyle/>
                    <a:p>
                      <a:pPr algn="ctr"/>
                      <a:r>
                        <a:rPr sz="1000"/>
                        <a:t>Lewis Hamilton</a:t>
                      </a:r>
                    </a:p>
                  </a:txBody>
                  <a:tcPr marT="38100" marB="38100">
                    <a:solidFill>
                      <a:srgbClr val="FFFFFF"/>
                    </a:solidFill>
                  </a:tcPr>
                </a:tc>
                <a:tc>
                  <a:txBody>
                    <a:bodyPr/>
                    <a:lstStyle/>
                    <a:p>
                      <a:pPr algn="ctr"/>
                      <a:r>
                        <a:rPr sz="1000"/>
                        <a:t>4</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03"/>
                  </a:ext>
                </a:extLst>
              </a:tr>
              <a:tr h="130628">
                <a:tc>
                  <a:txBody>
                    <a:bodyPr/>
                    <a:lstStyle/>
                    <a:p>
                      <a:pPr algn="ctr"/>
                      <a:r>
                        <a:rPr sz="1000"/>
                        <a:t>Fernando Alonso</a:t>
                      </a:r>
                    </a:p>
                  </a:txBody>
                  <a:tcPr marT="38100" marB="38100">
                    <a:solidFill>
                      <a:srgbClr val="FFFFFF"/>
                    </a:solidFill>
                  </a:tcPr>
                </a:tc>
                <a:tc>
                  <a:txBody>
                    <a:bodyPr/>
                    <a:lstStyle/>
                    <a:p>
                      <a:pPr algn="ctr"/>
                      <a:r>
                        <a:rPr sz="1000"/>
                        <a:t>2</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04"/>
                  </a:ext>
                </a:extLst>
              </a:tr>
              <a:tr h="130628">
                <a:tc>
                  <a:txBody>
                    <a:bodyPr/>
                    <a:lstStyle/>
                    <a:p>
                      <a:pPr algn="ctr"/>
                      <a:r>
                        <a:rPr sz="1000"/>
                        <a:t>Charles Leclerc</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05"/>
                  </a:ext>
                </a:extLst>
              </a:tr>
              <a:tr h="130628">
                <a:tc>
                  <a:txBody>
                    <a:bodyPr/>
                    <a:lstStyle/>
                    <a:p>
                      <a:pPr algn="ctr"/>
                      <a:r>
                        <a:rPr sz="1000"/>
                        <a:t>Lando Norris</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06"/>
                  </a:ext>
                </a:extLst>
              </a:tr>
              <a:tr h="130628">
                <a:tc>
                  <a:txBody>
                    <a:bodyPr/>
                    <a:lstStyle/>
                    <a:p>
                      <a:pPr algn="ctr"/>
                      <a:r>
                        <a:rPr sz="1000"/>
                        <a:t>Carlos Sainz</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07"/>
                  </a:ext>
                </a:extLst>
              </a:tr>
              <a:tr h="130628">
                <a:tc>
                  <a:txBody>
                    <a:bodyPr/>
                    <a:lstStyle/>
                    <a:p>
                      <a:pPr algn="ctr"/>
                      <a:r>
                        <a:rPr sz="1000"/>
                        <a:t>George Russell</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08"/>
                  </a:ext>
                </a:extLst>
              </a:tr>
              <a:tr h="130628">
                <a:tc>
                  <a:txBody>
                    <a:bodyPr/>
                    <a:lstStyle/>
                    <a:p>
                      <a:pPr algn="ctr"/>
                      <a:r>
                        <a:rPr sz="1000"/>
                        <a:t>Oscar Piastri</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09"/>
                  </a:ext>
                </a:extLst>
              </a:tr>
              <a:tr h="130628">
                <a:tc>
                  <a:txBody>
                    <a:bodyPr/>
                    <a:lstStyle/>
                    <a:p>
                      <a:pPr algn="ctr"/>
                      <a:r>
                        <a:rPr sz="1000"/>
                        <a:t>Lance Stroll</a:t>
                      </a:r>
                    </a:p>
                  </a:txBody>
                  <a:tcPr marT="38100" marB="38100">
                    <a:solidFill>
                      <a:srgbClr val="FFFFFF"/>
                    </a:solidFill>
                  </a:tcPr>
                </a:tc>
                <a:tc>
                  <a:txBody>
                    <a:bodyPr/>
                    <a:lstStyle/>
                    <a:p>
                      <a:pPr algn="ctr"/>
                      <a:r>
                        <a:rPr sz="1000"/>
                        <a:t>5</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10"/>
                  </a:ext>
                </a:extLst>
              </a:tr>
              <a:tr h="130628">
                <a:tc>
                  <a:txBody>
                    <a:bodyPr/>
                    <a:lstStyle/>
                    <a:p>
                      <a:pPr algn="ctr"/>
                      <a:r>
                        <a:rPr sz="1000"/>
                        <a:t>Pierre Gasly</a:t>
                      </a:r>
                    </a:p>
                  </a:txBody>
                  <a:tcPr marT="38100" marB="38100">
                    <a:solidFill>
                      <a:srgbClr val="FFFFFF"/>
                    </a:solidFill>
                  </a:tcPr>
                </a:tc>
                <a:tc>
                  <a:txBody>
                    <a:bodyPr/>
                    <a:lstStyle/>
                    <a:p>
                      <a:pPr algn="ctr"/>
                      <a:r>
                        <a:rPr sz="1000"/>
                        <a:t>8</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E8002D"/>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028F1E"/>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11"/>
                  </a:ext>
                </a:extLst>
              </a:tr>
              <a:tr h="130628">
                <a:tc>
                  <a:txBody>
                    <a:bodyPr/>
                    <a:lstStyle/>
                    <a:p>
                      <a:pPr algn="ctr"/>
                      <a:r>
                        <a:rPr sz="1000"/>
                        <a:t>Esteban Ocon</a:t>
                      </a:r>
                    </a:p>
                  </a:txBody>
                  <a:tcPr marT="38100" marB="38100">
                    <a:solidFill>
                      <a:srgbClr val="FFFFFF"/>
                    </a:solidFill>
                  </a:tcPr>
                </a:tc>
                <a:tc>
                  <a:txBody>
                    <a:bodyPr/>
                    <a:lstStyle/>
                    <a:p>
                      <a:pPr algn="ctr"/>
                      <a:r>
                        <a:rPr sz="1000"/>
                        <a:t>9</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12"/>
                  </a:ext>
                </a:extLst>
              </a:tr>
              <a:tr h="130628">
                <a:tc>
                  <a:txBody>
                    <a:bodyPr/>
                    <a:lstStyle/>
                    <a:p>
                      <a:pPr algn="ctr"/>
                      <a:r>
                        <a:rPr sz="1000"/>
                        <a:t>Alexander Albon</a:t>
                      </a:r>
                    </a:p>
                  </a:txBody>
                  <a:tcPr marT="38100" marB="38100">
                    <a:solidFill>
                      <a:srgbClr val="FFFFFF"/>
                    </a:solidFill>
                  </a:tcPr>
                </a:tc>
                <a:tc>
                  <a:txBody>
                    <a:bodyPr/>
                    <a:lstStyle/>
                    <a:p>
                      <a:pPr algn="ctr"/>
                      <a:r>
                        <a:rPr sz="1000"/>
                        <a:t>6</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E8002D"/>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028F1E"/>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13EAC9"/>
                    </a:solidFill>
                  </a:tcPr>
                </a:tc>
                <a:tc>
                  <a:txBody>
                    <a:bodyPr/>
                    <a:lstStyle/>
                    <a:p>
                      <a:pPr algn="ctr"/>
                      <a:r>
                        <a:rPr sz="1000"/>
                        <a:t>-3</a:t>
                      </a:r>
                    </a:p>
                  </a:txBody>
                  <a:tcPr marT="38100" marB="38100">
                    <a:solidFill>
                      <a:srgbClr val="FFFFFF"/>
                    </a:solidFill>
                  </a:tcPr>
                </a:tc>
                <a:extLst>
                  <a:ext uri="{0D108BD9-81ED-4DB2-BD59-A6C34878D82A}">
                    <a16:rowId xmlns:a16="http://schemas.microsoft.com/office/drawing/2014/main" val="10013"/>
                  </a:ext>
                </a:extLst>
              </a:tr>
              <a:tr h="130628">
                <a:tc>
                  <a:txBody>
                    <a:bodyPr/>
                    <a:lstStyle/>
                    <a:p>
                      <a:pPr algn="ctr"/>
                      <a:r>
                        <a:rPr sz="1000"/>
                        <a:t>Yuki Tsunoda</a:t>
                      </a:r>
                    </a:p>
                  </a:txBody>
                  <a:tcPr marT="38100" marB="38100">
                    <a:solidFill>
                      <a:srgbClr val="FFFFFF"/>
                    </a:solidFill>
                  </a:tcPr>
                </a:tc>
                <a:tc>
                  <a:txBody>
                    <a:bodyPr/>
                    <a:lstStyle/>
                    <a:p>
                      <a:pPr algn="ctr"/>
                      <a:r>
                        <a:rPr sz="1000"/>
                        <a:t>4</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-3</a:t>
                      </a:r>
                    </a:p>
                  </a:txBody>
                  <a:tcPr marT="38100" marB="38100">
                    <a:solidFill>
                      <a:srgbClr val="E8002D"/>
                    </a:solidFill>
                  </a:tcPr>
                </a:tc>
                <a:tc>
                  <a:txBody>
                    <a:bodyPr/>
                    <a:lstStyle/>
                    <a:p>
                      <a:pPr algn="ctr"/>
                      <a:r>
                        <a:rPr sz="1000"/>
                        <a:t>-3</a:t>
                      </a:r>
                    </a:p>
                  </a:txBody>
                  <a:tcPr marT="38100" marB="38100">
                    <a:solidFill>
                      <a:srgbClr val="FAC205"/>
                    </a:solidFill>
                  </a:tcPr>
                </a:tc>
                <a:tc>
                  <a:txBody>
                    <a:bodyPr/>
                    <a:lstStyle/>
                    <a:p>
                      <a:pPr algn="ctr"/>
                      <a:r>
                        <a:rPr sz="1000"/>
                        <a:t>-3</a:t>
                      </a:r>
                    </a:p>
                  </a:txBody>
                  <a:tcPr marT="38100" marB="38100">
                    <a:solidFill>
                      <a:srgbClr val="028F1E"/>
                    </a:solidFill>
                  </a:tcPr>
                </a:tc>
                <a:tc>
                  <a:txBody>
                    <a:bodyPr/>
                    <a:lstStyle/>
                    <a:p>
                      <a:pPr algn="ctr"/>
                      <a:r>
                        <a:rPr sz="1000"/>
                        <a:t>-3</a:t>
                      </a:r>
                    </a:p>
                  </a:txBody>
                  <a:tcPr marT="38100" marB="38100">
                    <a:solidFill>
                      <a:srgbClr val="FF5B00"/>
                    </a:solidFill>
                  </a:tcPr>
                </a:tc>
                <a:tc>
                  <a:txBody>
                    <a:bodyPr/>
                    <a:lstStyle/>
                    <a:p>
                      <a:pPr algn="ctr"/>
                      <a:r>
                        <a:rPr sz="1000"/>
                        <a:t>-3</a:t>
                      </a:r>
                    </a:p>
                  </a:txBody>
                  <a:tcPr marT="38100" marB="38100">
                    <a:solidFill>
                      <a:srgbClr val="13EAC9"/>
                    </a:solidFill>
                  </a:tcPr>
                </a:tc>
                <a:tc>
                  <a:txBody>
                    <a:bodyPr/>
                    <a:lstStyle/>
                    <a:p>
                      <a:pPr algn="ctr"/>
                      <a:r>
                        <a:rPr sz="1000"/>
                        <a:t>-3</a:t>
                      </a:r>
                    </a:p>
                  </a:txBody>
                  <a:tcPr marT="38100" marB="38100">
                    <a:solidFill>
                      <a:srgbClr val="9A0EEA"/>
                    </a:solidFill>
                  </a:tcPr>
                </a:tc>
                <a:extLst>
                  <a:ext uri="{0D108BD9-81ED-4DB2-BD59-A6C34878D82A}">
                    <a16:rowId xmlns:a16="http://schemas.microsoft.com/office/drawing/2014/main" val="10014"/>
                  </a:ext>
                </a:extLst>
              </a:tr>
              <a:tr h="130628">
                <a:tc>
                  <a:txBody>
                    <a:bodyPr/>
                    <a:lstStyle/>
                    <a:p>
                      <a:pPr algn="ctr"/>
                      <a:r>
                        <a:rPr sz="1000"/>
                        <a:t>Valtteri Bottas</a:t>
                      </a:r>
                    </a:p>
                  </a:txBody>
                  <a:tcPr marT="38100" marB="38100">
                    <a:solidFill>
                      <a:srgbClr val="FFFFFF"/>
                    </a:solidFill>
                  </a:tcPr>
                </a:tc>
                <a:tc>
                  <a:txBody>
                    <a:bodyPr/>
                    <a:lstStyle/>
                    <a:p>
                      <a:pPr algn="ctr"/>
                      <a:r>
                        <a:rPr sz="1000"/>
                        <a:t>14</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15"/>
                  </a:ext>
                </a:extLst>
              </a:tr>
              <a:tr h="130628">
                <a:tc>
                  <a:txBody>
                    <a:bodyPr/>
                    <a:lstStyle/>
                    <a:p>
                      <a:pPr algn="ctr"/>
                      <a:r>
                        <a:rPr sz="1000"/>
                        <a:t>Nico Hulkenberg</a:t>
                      </a:r>
                    </a:p>
                  </a:txBody>
                  <a:tcPr marT="38100" marB="38100">
                    <a:solidFill>
                      <a:srgbClr val="FFFFFF"/>
                    </a:solidFill>
                  </a:tcPr>
                </a:tc>
                <a:tc>
                  <a:txBody>
                    <a:bodyPr/>
                    <a:lstStyle/>
                    <a:p>
                      <a:pPr algn="ctr"/>
                      <a:r>
                        <a:rPr sz="1000"/>
                        <a:t>6</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16"/>
                  </a:ext>
                </a:extLst>
              </a:tr>
              <a:tr h="130628">
                <a:tc>
                  <a:txBody>
                    <a:bodyPr/>
                    <a:lstStyle/>
                    <a:p>
                      <a:pPr algn="ctr"/>
                      <a:r>
                        <a:rPr sz="1000"/>
                        <a:t>Daniel Ricciardo</a:t>
                      </a:r>
                    </a:p>
                  </a:txBody>
                  <a:tcPr marT="38100" marB="38100">
                    <a:solidFill>
                      <a:srgbClr val="FFFFFF"/>
                    </a:solidFill>
                  </a:tcPr>
                </a:tc>
                <a:tc>
                  <a:txBody>
                    <a:bodyPr/>
                    <a:lstStyle/>
                    <a:p>
                      <a:pPr algn="ctr"/>
                      <a:r>
                        <a:rPr sz="1000"/>
                        <a:t>4</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-3</a:t>
                      </a:r>
                    </a:p>
                  </a:txBody>
                  <a:tcPr marT="38100" marB="38100">
                    <a:solidFill>
                      <a:srgbClr val="E8002D"/>
                    </a:solidFill>
                  </a:tcPr>
                </a:tc>
                <a:tc>
                  <a:txBody>
                    <a:bodyPr/>
                    <a:lstStyle/>
                    <a:p>
                      <a:pPr algn="ctr"/>
                      <a:r>
                        <a:rPr sz="1000"/>
                        <a:t>-3</a:t>
                      </a:r>
                    </a:p>
                  </a:txBody>
                  <a:tcPr marT="38100" marB="38100">
                    <a:solidFill>
                      <a:srgbClr val="FAC205"/>
                    </a:solidFill>
                  </a:tcPr>
                </a:tc>
                <a:tc>
                  <a:txBody>
                    <a:bodyPr/>
                    <a:lstStyle/>
                    <a:p>
                      <a:pPr algn="ctr"/>
                      <a:r>
                        <a:rPr sz="1000"/>
                        <a:t>-3</a:t>
                      </a:r>
                    </a:p>
                  </a:txBody>
                  <a:tcPr marT="38100" marB="38100">
                    <a:solidFill>
                      <a:srgbClr val="028F1E"/>
                    </a:solidFill>
                  </a:tcPr>
                </a:tc>
                <a:tc>
                  <a:txBody>
                    <a:bodyPr/>
                    <a:lstStyle/>
                    <a:p>
                      <a:pPr algn="ctr"/>
                      <a:r>
                        <a:rPr sz="1000"/>
                        <a:t>+0</a:t>
                      </a:r>
                    </a:p>
                  </a:txBody>
                  <a:tcPr marT="38100" marB="38100">
                    <a:solidFill>
                      <a:srgbClr val="FFFFFF"/>
                    </a:solidFill>
                  </a:tcPr>
                </a:tc>
                <a:tc>
                  <a:txBody>
                    <a:bodyPr/>
                    <a:lstStyle/>
                    <a:p>
                      <a:pPr algn="ctr"/>
                      <a:r>
                        <a:rPr sz="1000"/>
                        <a:t>-3</a:t>
                      </a:r>
                    </a:p>
                  </a:txBody>
                  <a:tcPr marT="38100" marB="38100">
                    <a:solidFill>
                      <a:srgbClr val="13EAC9"/>
                    </a:solidFill>
                  </a:tcPr>
                </a:tc>
                <a:tc>
                  <a:txBody>
                    <a:bodyPr/>
                    <a:lstStyle/>
                    <a:p>
                      <a:pPr algn="ctr"/>
                      <a:r>
                        <a:rPr sz="1000"/>
                        <a:t>-3</a:t>
                      </a:r>
                    </a:p>
                  </a:txBody>
                  <a:tcPr marT="38100" marB="38100">
                    <a:solidFill>
                      <a:srgbClr val="9A0EEA"/>
                    </a:solidFill>
                  </a:tcPr>
                </a:tc>
                <a:extLst>
                  <a:ext uri="{0D108BD9-81ED-4DB2-BD59-A6C34878D82A}">
                    <a16:rowId xmlns:a16="http://schemas.microsoft.com/office/drawing/2014/main" val="10017"/>
                  </a:ext>
                </a:extLst>
              </a:tr>
              <a:tr h="130628">
                <a:tc>
                  <a:txBody>
                    <a:bodyPr/>
                    <a:lstStyle/>
                    <a:p>
                      <a:pPr algn="ctr"/>
                      <a:r>
                        <a:rPr sz="1000"/>
                        <a:t>Zhou Guanyu</a:t>
                      </a:r>
                    </a:p>
                  </a:txBody>
                  <a:tcPr marT="38100" marB="38100">
                    <a:solidFill>
                      <a:srgbClr val="FFFFFF"/>
                    </a:solidFill>
                  </a:tcPr>
                </a:tc>
                <a:tc>
                  <a:txBody>
                    <a:bodyPr/>
                    <a:lstStyle/>
                    <a:p>
                      <a:pPr algn="ctr"/>
                      <a:r>
                        <a:rPr sz="1000"/>
                        <a:t>20</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18"/>
                  </a:ext>
                </a:extLst>
              </a:tr>
              <a:tr h="130628">
                <a:tc>
                  <a:txBody>
                    <a:bodyPr/>
                    <a:lstStyle/>
                    <a:p>
                      <a:pPr algn="ctr"/>
                      <a:r>
                        <a:rPr sz="1000"/>
                        <a:t>Kevin Magnussen</a:t>
                      </a:r>
                    </a:p>
                  </a:txBody>
                  <a:tcPr marT="38100" marB="38100">
                    <a:solidFill>
                      <a:srgbClr val="FFFFFF"/>
                    </a:solidFill>
                  </a:tcPr>
                </a:tc>
                <a:tc>
                  <a:txBody>
                    <a:bodyPr/>
                    <a:lstStyle/>
                    <a:p>
                      <a:pPr algn="ctr"/>
                      <a:r>
                        <a:rPr sz="1000"/>
                        <a:t>8</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19"/>
                  </a:ext>
                </a:extLst>
              </a:tr>
              <a:tr h="124690">
                <a:tc>
                  <a:txBody>
                    <a:bodyPr/>
                    <a:lstStyle/>
                    <a:p>
                      <a:pPr algn="ctr"/>
                      <a:r>
                        <a:rPr sz="1000"/>
                        <a:t>Logan Sargeant</a:t>
                      </a:r>
                    </a:p>
                  </a:txBody>
                  <a:tcPr marT="38100" marB="38100">
                    <a:solidFill>
                      <a:srgbClr val="FFFFFF"/>
                    </a:solidFill>
                  </a:tcPr>
                </a:tc>
                <a:tc>
                  <a:txBody>
                    <a:bodyPr/>
                    <a:lstStyle/>
                    <a:p>
                      <a:pPr algn="ctr"/>
                      <a:r>
                        <a:rPr sz="1000"/>
                        <a:t>9</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20"/>
                  </a:ext>
                </a:extLst>
              </a:tr>
              <a:tr h="124710">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26</a:t>
                      </a:r>
                    </a:p>
                  </a:txBody>
                  <a:tcPr marT="38100" marB="38100">
                    <a:solidFill>
                      <a:srgbClr val="FFFFFF"/>
                    </a:solidFill>
                  </a:tcPr>
                </a:tc>
                <a:tc>
                  <a:txBody>
                    <a:bodyPr/>
                    <a:lstStyle/>
                    <a:p>
                      <a:pPr algn="ctr"/>
                      <a:r>
                        <a:rPr sz="1000"/>
                        <a:t>36</a:t>
                      </a:r>
                    </a:p>
                  </a:txBody>
                  <a:tcPr marT="38100" marB="38100">
                    <a:solidFill>
                      <a:srgbClr val="FFFFFF"/>
                    </a:solidFill>
                  </a:tcPr>
                </a:tc>
                <a:tc>
                  <a:txBody>
                    <a:bodyPr/>
                    <a:lstStyle/>
                    <a:p>
                      <a:pPr algn="ctr"/>
                      <a:r>
                        <a:rPr sz="1000"/>
                        <a:t>4</a:t>
                      </a:r>
                    </a:p>
                  </a:txBody>
                  <a:tcPr marT="38100" marB="38100">
                    <a:solidFill>
                      <a:srgbClr val="FFFFFF"/>
                    </a:solidFill>
                  </a:tcPr>
                </a:tc>
                <a:tc>
                  <a:txBody>
                    <a:bodyPr/>
                    <a:lstStyle/>
                    <a:p>
                      <a:pPr algn="ctr"/>
                      <a:r>
                        <a:rPr sz="1000"/>
                        <a:t>36</a:t>
                      </a:r>
                    </a:p>
                  </a:txBody>
                  <a:tcPr marT="38100" marB="38100">
                    <a:solidFill>
                      <a:srgbClr val="FFFFFF"/>
                    </a:solidFill>
                  </a:tcPr>
                </a:tc>
                <a:tc>
                  <a:txBody>
                    <a:bodyPr/>
                    <a:lstStyle/>
                    <a:p>
                      <a:pPr algn="ctr"/>
                      <a:r>
                        <a:rPr sz="1000"/>
                        <a:t>23</a:t>
                      </a:r>
                    </a:p>
                  </a:txBody>
                  <a:tcPr marT="38100" marB="38100">
                    <a:solidFill>
                      <a:srgbClr val="FFFFFF"/>
                    </a:solidFill>
                  </a:tcPr>
                </a:tc>
                <a:tc>
                  <a:txBody>
                    <a:bodyPr/>
                    <a:lstStyle/>
                    <a:p>
                      <a:pPr algn="ctr"/>
                      <a:r>
                        <a:rPr sz="1000"/>
                        <a:t>36</a:t>
                      </a:r>
                    </a:p>
                  </a:txBody>
                  <a:tcPr marT="38100" marB="38100">
                    <a:solidFill>
                      <a:srgbClr val="FFFFFF"/>
                    </a:solidFill>
                  </a:tcPr>
                </a:tc>
                <a:tc>
                  <a:txBody>
                    <a:bodyPr/>
                    <a:lstStyle/>
                    <a:p>
                      <a:pPr algn="ctr"/>
                      <a:r>
                        <a:rPr sz="1000"/>
                        <a:t>28</a:t>
                      </a:r>
                    </a:p>
                  </a:txBody>
                  <a:tcPr marT="38100" marB="38100">
                    <a:solidFill>
                      <a:srgbClr val="FFFFFF"/>
                    </a:solidFill>
                  </a:tcPr>
                </a:tc>
                <a:extLst>
                  <a:ext uri="{0D108BD9-81ED-4DB2-BD59-A6C34878D82A}">
                    <a16:rowId xmlns:a16="http://schemas.microsoft.com/office/drawing/2014/main" val="10021"/>
                  </a:ext>
                </a:extLst>
              </a:tr>
            </a:tbl>
          </a:graphicData>
        </a:graphic>
      </p:graphicFrame>
      <p:sp>
        <p:nvSpPr>
          <p:cNvPr id="3" name="Rectangle 2"/>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True/False: 5+ Q1 Eliminations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437376" y="233172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511</a:t>
            </a:r>
          </a:p>
        </p:txBody>
      </p:sp>
      <p:sp>
        <p:nvSpPr>
          <p:cNvPr id="3" name="Rounded Rectangle 2"/>
          <p:cNvSpPr/>
          <p:nvPr/>
        </p:nvSpPr>
        <p:spPr>
          <a:xfrm>
            <a:off x="4291584" y="233172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548</a:t>
            </a:r>
          </a:p>
        </p:txBody>
      </p:sp>
      <p:sp>
        <p:nvSpPr>
          <p:cNvPr id="4" name="Rounded Rectangle 3"/>
          <p:cNvSpPr/>
          <p:nvPr/>
        </p:nvSpPr>
        <p:spPr>
          <a:xfrm>
            <a:off x="5364480" y="379476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498</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632</a:t>
            </a:r>
          </a:p>
        </p:txBody>
      </p:sp>
      <p:sp>
        <p:nvSpPr>
          <p:cNvPr id="6" name="Rounded Rectangle 5"/>
          <p:cNvSpPr/>
          <p:nvPr/>
        </p:nvSpPr>
        <p:spPr>
          <a:xfrm>
            <a:off x="2682240" y="379476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506</a:t>
            </a:r>
          </a:p>
        </p:txBody>
      </p:sp>
      <p:sp>
        <p:nvSpPr>
          <p:cNvPr id="7" name="Rounded Rectangle 6"/>
          <p:cNvSpPr/>
          <p:nvPr/>
        </p:nvSpPr>
        <p:spPr>
          <a:xfrm>
            <a:off x="8583168" y="233172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507</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457</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True/False: 5+ Q1 Eliminations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True/False: Monaco Top 10</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Predict all drivers that you believe will finish in the top 10 at Monaco.
Scoring: Each true prediction that comes true is 5pts. -3pts for missing predictions, -3pts for any true prediction that doesn't come true.
</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- 511</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- 548</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- 498</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- 632</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- 506</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- 507</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- 457</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487680" y="1371600"/>
          <a:ext cx="11216640" cy="4815840"/>
        </p:xfrm>
        <a:graphic>
          <a:graphicData uri="http://schemas.openxmlformats.org/drawingml/2006/table">
            <a:tbl>
              <a:tblPr firstRow="1" bandRow="1">
                <a:tableStyleId>{5C22544A-7EE6-4342-B048-85BDC9FD1C3A}</a:tableStyleId>
              </a:tblPr>
              <a:tblGrid>
                <a:gridCol w="1121664">
                  <a:extLst>
                    <a:ext uri="{9D8B030D-6E8A-4147-A177-3AD203B41FA5}">
                      <a16:colId xmlns:a16="http://schemas.microsoft.com/office/drawing/2014/main" val="20000"/>
                    </a:ext>
                  </a:extLst>
                </a:gridCol>
                <a:gridCol w="1121664">
                  <a:extLst>
                    <a:ext uri="{9D8B030D-6E8A-4147-A177-3AD203B41FA5}">
                      <a16:colId xmlns:a16="http://schemas.microsoft.com/office/drawing/2014/main" val="20001"/>
                    </a:ext>
                  </a:extLst>
                </a:gridCol>
                <a:gridCol w="1121664">
                  <a:extLst>
                    <a:ext uri="{9D8B030D-6E8A-4147-A177-3AD203B41FA5}">
                      <a16:colId xmlns:a16="http://schemas.microsoft.com/office/drawing/2014/main" val="20002"/>
                    </a:ext>
                  </a:extLst>
                </a:gridCol>
                <a:gridCol w="1121664">
                  <a:extLst>
                    <a:ext uri="{9D8B030D-6E8A-4147-A177-3AD203B41FA5}">
                      <a16:colId xmlns:a16="http://schemas.microsoft.com/office/drawing/2014/main" val="20003"/>
                    </a:ext>
                  </a:extLst>
                </a:gridCol>
                <a:gridCol w="1121664">
                  <a:extLst>
                    <a:ext uri="{9D8B030D-6E8A-4147-A177-3AD203B41FA5}">
                      <a16:colId xmlns:a16="http://schemas.microsoft.com/office/drawing/2014/main" val="20004"/>
                    </a:ext>
                  </a:extLst>
                </a:gridCol>
                <a:gridCol w="1121664">
                  <a:extLst>
                    <a:ext uri="{9D8B030D-6E8A-4147-A177-3AD203B41FA5}">
                      <a16:colId xmlns:a16="http://schemas.microsoft.com/office/drawing/2014/main" val="20005"/>
                    </a:ext>
                  </a:extLst>
                </a:gridCol>
                <a:gridCol w="1121664">
                  <a:extLst>
                    <a:ext uri="{9D8B030D-6E8A-4147-A177-3AD203B41FA5}">
                      <a16:colId xmlns:a16="http://schemas.microsoft.com/office/drawing/2014/main" val="20006"/>
                    </a:ext>
                  </a:extLst>
                </a:gridCol>
                <a:gridCol w="1121664">
                  <a:extLst>
                    <a:ext uri="{9D8B030D-6E8A-4147-A177-3AD203B41FA5}">
                      <a16:colId xmlns:a16="http://schemas.microsoft.com/office/drawing/2014/main" val="20007"/>
                    </a:ext>
                  </a:extLst>
                </a:gridCol>
                <a:gridCol w="1121664">
                  <a:extLst>
                    <a:ext uri="{9D8B030D-6E8A-4147-A177-3AD203B41FA5}">
                      <a16:colId xmlns:a16="http://schemas.microsoft.com/office/drawing/2014/main" val="20008"/>
                    </a:ext>
                  </a:extLst>
                </a:gridCol>
                <a:gridCol w="1121664">
                  <a:extLst>
                    <a:ext uri="{9D8B030D-6E8A-4147-A177-3AD203B41FA5}">
                      <a16:colId xmlns:a16="http://schemas.microsoft.com/office/drawing/2014/main" val="20009"/>
                    </a:ext>
                  </a:extLst>
                </a:gridCol>
              </a:tblGrid>
              <a:tr h="130628">
                <a:tc>
                  <a:txBody>
                    <a:bodyPr/>
                    <a:lstStyle/>
                    <a:p>
                      <a:r>
                        <a:rPr sz="1000"/>
                        <a:t>Driver</a:t>
                      </a:r>
                    </a:p>
                  </a:txBody>
                  <a:tcPr/>
                </a:tc>
                <a:tc>
                  <a:txBody>
                    <a:bodyPr/>
                    <a:lstStyle/>
                    <a:p>
                      <a:r>
                        <a:rPr sz="1000"/>
                        <a:t>Count</a:t>
                      </a:r>
                    </a:p>
                  </a:txBody>
                  <a:tcPr/>
                </a:tc>
                <a:tc>
                  <a:txBody>
                    <a:bodyPr/>
                    <a:lstStyle/>
                    <a:p>
                      <a:r>
                        <a:rPr sz="1000"/>
                        <a:t>True/False</a:t>
                      </a:r>
                    </a:p>
                  </a:txBody>
                  <a:tcPr/>
                </a:tc>
                <a:tc>
                  <a:txBody>
                    <a:bodyPr/>
                    <a:lstStyle/>
                    <a:p>
                      <a:r>
                        <a:rPr sz="1000"/>
                        <a:t>Benedict</a:t>
                      </a:r>
                    </a:p>
                  </a:txBody>
                  <a:tcPr/>
                </a:tc>
                <a:tc>
                  <a:txBody>
                    <a:bodyPr/>
                    <a:lstStyle/>
                    <a:p>
                      <a:r>
                        <a:rPr sz="1000"/>
                        <a:t>Carla</a:t>
                      </a:r>
                    </a:p>
                  </a:txBody>
                  <a:tcPr/>
                </a:tc>
                <a:tc>
                  <a:txBody>
                    <a:bodyPr/>
                    <a:lstStyle/>
                    <a:p>
                      <a:r>
                        <a:rPr sz="1000"/>
                        <a:t>Damian</a:t>
                      </a:r>
                    </a:p>
                  </a:txBody>
                  <a:tcPr/>
                </a:tc>
                <a:tc>
                  <a:txBody>
                    <a:bodyPr/>
                    <a:lstStyle/>
                    <a:p>
                      <a:r>
                        <a:rPr sz="1000"/>
                        <a:t>Jarek</a:t>
                      </a:r>
                    </a:p>
                  </a:txBody>
                  <a:tcPr/>
                </a:tc>
                <a:tc>
                  <a:txBody>
                    <a:bodyPr/>
                    <a:lstStyle/>
                    <a:p>
                      <a:r>
                        <a:rPr sz="1000"/>
                        <a:t>Josh</a:t>
                      </a:r>
                    </a:p>
                  </a:txBody>
                  <a:tcPr/>
                </a:tc>
                <a:tc>
                  <a:txBody>
                    <a:bodyPr/>
                    <a:lstStyle/>
                    <a:p>
                      <a:r>
                        <a:rPr sz="1000"/>
                        <a:t>Kacper</a:t>
                      </a:r>
                    </a:p>
                  </a:txBody>
                  <a:tcPr/>
                </a:tc>
                <a:tc>
                  <a:txBody>
                    <a:bodyPr/>
                    <a:lstStyle/>
                    <a:p>
                      <a:r>
                        <a:rPr sz="1000"/>
                        <a:t>Suley</a:t>
                      </a:r>
                    </a:p>
                  </a:txBody>
                  <a:tcPr/>
                </a:tc>
                <a:extLst>
                  <a:ext uri="{0D108BD9-81ED-4DB2-BD59-A6C34878D82A}">
                    <a16:rowId xmlns:a16="http://schemas.microsoft.com/office/drawing/2014/main" val="10000"/>
                  </a:ext>
                </a:extLst>
              </a:tr>
              <a:tr h="130628">
                <a:tc>
                  <a:txBody>
                    <a:bodyPr/>
                    <a:lstStyle/>
                    <a:p>
                      <a:pPr algn="ctr"/>
                      <a:r>
                        <a:rPr sz="1000"/>
                        <a:t>Max Verstappen</a:t>
                      </a:r>
                    </a:p>
                  </a:txBody>
                  <a:tcPr marT="38100" marB="38100">
                    <a:solidFill>
                      <a:srgbClr val="FFFFFF"/>
                    </a:solidFill>
                  </a:tcPr>
                </a:tc>
                <a:tc>
                  <a:txBody>
                    <a:bodyPr/>
                    <a:lstStyle/>
                    <a:p>
                      <a:pPr algn="ctr"/>
                      <a:r>
                        <a:rPr sz="1000"/>
                        <a:t>6</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1"/>
                  </a:ext>
                </a:extLst>
              </a:tr>
              <a:tr h="130628">
                <a:tc>
                  <a:txBody>
                    <a:bodyPr/>
                    <a:lstStyle/>
                    <a:p>
                      <a:pPr algn="ctr"/>
                      <a:r>
                        <a:rPr sz="1000"/>
                        <a:t>Sergio Perez</a:t>
                      </a:r>
                    </a:p>
                  </a:txBody>
                  <a:tcPr marT="38100" marB="38100">
                    <a:solidFill>
                      <a:srgbClr val="FFFFFF"/>
                    </a:solidFill>
                  </a:tcPr>
                </a:tc>
                <a:tc>
                  <a:txBody>
                    <a:bodyPr/>
                    <a:lstStyle/>
                    <a:p>
                      <a:pPr algn="ctr"/>
                      <a:r>
                        <a:rPr sz="1000"/>
                        <a:t>18</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2"/>
                  </a:ext>
                </a:extLst>
              </a:tr>
              <a:tr h="130628">
                <a:tc>
                  <a:txBody>
                    <a:bodyPr/>
                    <a:lstStyle/>
                    <a:p>
                      <a:pPr algn="ctr"/>
                      <a:r>
                        <a:rPr sz="1000"/>
                        <a:t>Lewis Hamilton</a:t>
                      </a:r>
                    </a:p>
                  </a:txBody>
                  <a:tcPr marT="38100" marB="38100">
                    <a:solidFill>
                      <a:srgbClr val="FFFFFF"/>
                    </a:solidFill>
                  </a:tcPr>
                </a:tc>
                <a:tc>
                  <a:txBody>
                    <a:bodyPr/>
                    <a:lstStyle/>
                    <a:p>
                      <a:pPr algn="ctr"/>
                      <a:r>
                        <a:rPr sz="1000"/>
                        <a:t>7</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3"/>
                  </a:ext>
                </a:extLst>
              </a:tr>
              <a:tr h="130628">
                <a:tc>
                  <a:txBody>
                    <a:bodyPr/>
                    <a:lstStyle/>
                    <a:p>
                      <a:pPr algn="ctr"/>
                      <a:r>
                        <a:rPr sz="1000"/>
                        <a:t>Fernando Alonso</a:t>
                      </a:r>
                    </a:p>
                  </a:txBody>
                  <a:tcPr marT="38100" marB="38100">
                    <a:solidFill>
                      <a:srgbClr val="FFFFFF"/>
                    </a:solidFill>
                  </a:tcPr>
                </a:tc>
                <a:tc>
                  <a:txBody>
                    <a:bodyPr/>
                    <a:lstStyle/>
                    <a:p>
                      <a:pPr algn="ctr"/>
                      <a:r>
                        <a:rPr sz="1000"/>
                        <a:t>11</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4"/>
                  </a:ext>
                </a:extLst>
              </a:tr>
              <a:tr h="130628">
                <a:tc>
                  <a:txBody>
                    <a:bodyPr/>
                    <a:lstStyle/>
                    <a:p>
                      <a:pPr algn="ctr"/>
                      <a:r>
                        <a:rPr sz="1000"/>
                        <a:t>Charles Leclerc</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05"/>
                  </a:ext>
                </a:extLst>
              </a:tr>
              <a:tr h="130628">
                <a:tc>
                  <a:txBody>
                    <a:bodyPr/>
                    <a:lstStyle/>
                    <a:p>
                      <a:pPr algn="ctr"/>
                      <a:r>
                        <a:rPr sz="1000"/>
                        <a:t>Lando Norris</a:t>
                      </a:r>
                    </a:p>
                  </a:txBody>
                  <a:tcPr marT="38100" marB="38100">
                    <a:solidFill>
                      <a:srgbClr val="FFFFFF"/>
                    </a:solidFill>
                  </a:tcPr>
                </a:tc>
                <a:tc>
                  <a:txBody>
                    <a:bodyPr/>
                    <a:lstStyle/>
                    <a:p>
                      <a:pPr algn="ctr"/>
                      <a:r>
                        <a:rPr sz="1000"/>
                        <a:t>4</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6"/>
                  </a:ext>
                </a:extLst>
              </a:tr>
              <a:tr h="130628">
                <a:tc>
                  <a:txBody>
                    <a:bodyPr/>
                    <a:lstStyle/>
                    <a:p>
                      <a:pPr algn="ctr"/>
                      <a:r>
                        <a:rPr sz="1000"/>
                        <a:t>Carlos Sainz</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7"/>
                  </a:ext>
                </a:extLst>
              </a:tr>
              <a:tr h="130628">
                <a:tc>
                  <a:txBody>
                    <a:bodyPr/>
                    <a:lstStyle/>
                    <a:p>
                      <a:pPr algn="ctr"/>
                      <a:r>
                        <a:rPr sz="1000"/>
                        <a:t>George Russell</a:t>
                      </a:r>
                    </a:p>
                  </a:txBody>
                  <a:tcPr marT="38100" marB="38100">
                    <a:solidFill>
                      <a:srgbClr val="FFFFFF"/>
                    </a:solidFill>
                  </a:tcPr>
                </a:tc>
                <a:tc>
                  <a:txBody>
                    <a:bodyPr/>
                    <a:lstStyle/>
                    <a:p>
                      <a:pPr algn="ctr"/>
                      <a:r>
                        <a:rPr sz="1000"/>
                        <a:t>5</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8"/>
                  </a:ext>
                </a:extLst>
              </a:tr>
              <a:tr h="130628">
                <a:tc>
                  <a:txBody>
                    <a:bodyPr/>
                    <a:lstStyle/>
                    <a:p>
                      <a:pPr algn="ctr"/>
                      <a:r>
                        <a:rPr sz="1000"/>
                        <a:t>Oscar Piastri</a:t>
                      </a:r>
                    </a:p>
                  </a:txBody>
                  <a:tcPr marT="38100" marB="38100">
                    <a:solidFill>
                      <a:srgbClr val="FFFFFF"/>
                    </a:solidFill>
                  </a:tcPr>
                </a:tc>
                <a:tc>
                  <a:txBody>
                    <a:bodyPr/>
                    <a:lstStyle/>
                    <a:p>
                      <a:pPr algn="ctr"/>
                      <a:r>
                        <a:rPr sz="1000"/>
                        <a:t>2</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040273"/>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9A0EEA"/>
                    </a:solidFill>
                  </a:tcPr>
                </a:tc>
                <a:extLst>
                  <a:ext uri="{0D108BD9-81ED-4DB2-BD59-A6C34878D82A}">
                    <a16:rowId xmlns:a16="http://schemas.microsoft.com/office/drawing/2014/main" val="10009"/>
                  </a:ext>
                </a:extLst>
              </a:tr>
              <a:tr h="130628">
                <a:tc>
                  <a:txBody>
                    <a:bodyPr/>
                    <a:lstStyle/>
                    <a:p>
                      <a:pPr algn="ctr"/>
                      <a:r>
                        <a:rPr sz="1000"/>
                        <a:t>Lance Stroll</a:t>
                      </a:r>
                    </a:p>
                  </a:txBody>
                  <a:tcPr marT="38100" marB="38100">
                    <a:solidFill>
                      <a:srgbClr val="FFFFFF"/>
                    </a:solidFill>
                  </a:tcPr>
                </a:tc>
                <a:tc>
                  <a:txBody>
                    <a:bodyPr/>
                    <a:lstStyle/>
                    <a:p>
                      <a:pPr algn="ctr"/>
                      <a:r>
                        <a:rPr sz="1000"/>
                        <a:t>13</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0"/>
                  </a:ext>
                </a:extLst>
              </a:tr>
              <a:tr h="130628">
                <a:tc>
                  <a:txBody>
                    <a:bodyPr/>
                    <a:lstStyle/>
                    <a:p>
                      <a:pPr algn="ctr"/>
                      <a:r>
                        <a:rPr sz="1000"/>
                        <a:t>Pierre Gasly</a:t>
                      </a:r>
                    </a:p>
                  </a:txBody>
                  <a:tcPr marT="38100" marB="38100">
                    <a:solidFill>
                      <a:srgbClr val="FFFFFF"/>
                    </a:solidFill>
                  </a:tcPr>
                </a:tc>
                <a:tc>
                  <a:txBody>
                    <a:bodyPr/>
                    <a:lstStyle/>
                    <a:p>
                      <a:pPr algn="ctr"/>
                      <a:r>
                        <a:rPr sz="1000"/>
                        <a:t>10</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AC205"/>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13EAC9"/>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1"/>
                  </a:ext>
                </a:extLst>
              </a:tr>
              <a:tr h="130628">
                <a:tc>
                  <a:txBody>
                    <a:bodyPr/>
                    <a:lstStyle/>
                    <a:p>
                      <a:pPr algn="ctr"/>
                      <a:r>
                        <a:rPr sz="1000"/>
                        <a:t>Esteban Ocon</a:t>
                      </a:r>
                    </a:p>
                  </a:txBody>
                  <a:tcPr marT="38100" marB="38100">
                    <a:solidFill>
                      <a:srgbClr val="FFFFFF"/>
                    </a:solidFill>
                  </a:tcPr>
                </a:tc>
                <a:tc>
                  <a:txBody>
                    <a:bodyPr/>
                    <a:lstStyle/>
                    <a:p>
                      <a:pPr algn="ctr"/>
                      <a:r>
                        <a:rPr sz="1000"/>
                        <a:t>17</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5B00"/>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2"/>
                  </a:ext>
                </a:extLst>
              </a:tr>
              <a:tr h="130628">
                <a:tc>
                  <a:txBody>
                    <a:bodyPr/>
                    <a:lstStyle/>
                    <a:p>
                      <a:pPr algn="ctr"/>
                      <a:r>
                        <a:rPr sz="1000"/>
                        <a:t>Alexander Albon</a:t>
                      </a:r>
                    </a:p>
                  </a:txBody>
                  <a:tcPr marT="38100" marB="38100">
                    <a:solidFill>
                      <a:srgbClr val="FFFFFF"/>
                    </a:solidFill>
                  </a:tcPr>
                </a:tc>
                <a:tc>
                  <a:txBody>
                    <a:bodyPr/>
                    <a:lstStyle/>
                    <a:p>
                      <a:pPr algn="ctr"/>
                      <a:r>
                        <a:rPr sz="1000"/>
                        <a:t>9</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3"/>
                  </a:ext>
                </a:extLst>
              </a:tr>
              <a:tr h="130628">
                <a:tc>
                  <a:txBody>
                    <a:bodyPr/>
                    <a:lstStyle/>
                    <a:p>
                      <a:pPr algn="ctr"/>
                      <a:r>
                        <a:rPr sz="1000"/>
                        <a:t>Yuki Tsunoda</a:t>
                      </a:r>
                    </a:p>
                  </a:txBody>
                  <a:tcPr marT="38100" marB="38100">
                    <a:solidFill>
                      <a:srgbClr val="FFFFFF"/>
                    </a:solidFill>
                  </a:tcPr>
                </a:tc>
                <a:tc>
                  <a:txBody>
                    <a:bodyPr/>
                    <a:lstStyle/>
                    <a:p>
                      <a:pPr algn="ctr"/>
                      <a:r>
                        <a:rPr sz="1000"/>
                        <a:t>8</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028F1E"/>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4"/>
                  </a:ext>
                </a:extLst>
              </a:tr>
              <a:tr h="130628">
                <a:tc>
                  <a:txBody>
                    <a:bodyPr/>
                    <a:lstStyle/>
                    <a:p>
                      <a:pPr algn="ctr"/>
                      <a:r>
                        <a:rPr sz="1000"/>
                        <a:t>Valtteri Bottas</a:t>
                      </a:r>
                    </a:p>
                  </a:txBody>
                  <a:tcPr marT="38100" marB="38100">
                    <a:solidFill>
                      <a:srgbClr val="FFFFFF"/>
                    </a:solidFill>
                  </a:tcPr>
                </a:tc>
                <a:tc>
                  <a:txBody>
                    <a:bodyPr/>
                    <a:lstStyle/>
                    <a:p>
                      <a:pPr algn="ctr"/>
                      <a:r>
                        <a:rPr sz="1000"/>
                        <a:t>13</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5"/>
                  </a:ext>
                </a:extLst>
              </a:tr>
              <a:tr h="130628">
                <a:tc>
                  <a:txBody>
                    <a:bodyPr/>
                    <a:lstStyle/>
                    <a:p>
                      <a:pPr algn="ctr"/>
                      <a:r>
                        <a:rPr sz="1000"/>
                        <a:t>Nico Hulkenberg</a:t>
                      </a:r>
                    </a:p>
                  </a:txBody>
                  <a:tcPr marT="38100" marB="38100">
                    <a:solidFill>
                      <a:srgbClr val="FFFFFF"/>
                    </a:solidFill>
                  </a:tcPr>
                </a:tc>
                <a:tc>
                  <a:txBody>
                    <a:bodyPr/>
                    <a:lstStyle/>
                    <a:p>
                      <a:pPr algn="ctr"/>
                      <a:r>
                        <a:rPr sz="1000"/>
                        <a:t>19</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6"/>
                  </a:ext>
                </a:extLst>
              </a:tr>
              <a:tr h="130628">
                <a:tc>
                  <a:txBody>
                    <a:bodyPr/>
                    <a:lstStyle/>
                    <a:p>
                      <a:pPr algn="ctr"/>
                      <a:r>
                        <a:rPr sz="1000"/>
                        <a:t>Daniel Ricciardo</a:t>
                      </a:r>
                    </a:p>
                  </a:txBody>
                  <a:tcPr marT="38100" marB="38100">
                    <a:solidFill>
                      <a:srgbClr val="FFFFFF"/>
                    </a:solidFill>
                  </a:tcPr>
                </a:tc>
                <a:tc>
                  <a:txBody>
                    <a:bodyPr/>
                    <a:lstStyle/>
                    <a:p>
                      <a:pPr algn="ctr"/>
                      <a:r>
                        <a:rPr sz="1000"/>
                        <a:t>12</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E8002D"/>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7"/>
                  </a:ext>
                </a:extLst>
              </a:tr>
              <a:tr h="130628">
                <a:tc>
                  <a:txBody>
                    <a:bodyPr/>
                    <a:lstStyle/>
                    <a:p>
                      <a:pPr algn="ctr"/>
                      <a:r>
                        <a:rPr sz="1000"/>
                        <a:t>Zhou Guanyu</a:t>
                      </a:r>
                    </a:p>
                  </a:txBody>
                  <a:tcPr marT="38100" marB="38100">
                    <a:solidFill>
                      <a:srgbClr val="FFFFFF"/>
                    </a:solidFill>
                  </a:tcPr>
                </a:tc>
                <a:tc>
                  <a:txBody>
                    <a:bodyPr/>
                    <a:lstStyle/>
                    <a:p>
                      <a:pPr algn="ctr"/>
                      <a:r>
                        <a:rPr sz="1000"/>
                        <a:t>16</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8"/>
                  </a:ext>
                </a:extLst>
              </a:tr>
              <a:tr h="130628">
                <a:tc>
                  <a:txBody>
                    <a:bodyPr/>
                    <a:lstStyle/>
                    <a:p>
                      <a:pPr algn="ctr"/>
                      <a:r>
                        <a:rPr sz="1000"/>
                        <a:t>Kevin Magnussen</a:t>
                      </a:r>
                    </a:p>
                  </a:txBody>
                  <a:tcPr marT="38100" marB="38100">
                    <a:solidFill>
                      <a:srgbClr val="FFFFFF"/>
                    </a:solidFill>
                  </a:tcPr>
                </a:tc>
                <a:tc>
                  <a:txBody>
                    <a:bodyPr/>
                    <a:lstStyle/>
                    <a:p>
                      <a:pPr algn="ctr"/>
                      <a:r>
                        <a:rPr sz="1000"/>
                        <a:t>20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19"/>
                  </a:ext>
                </a:extLst>
              </a:tr>
              <a:tr h="130640">
                <a:tc>
                  <a:txBody>
                    <a:bodyPr/>
                    <a:lstStyle/>
                    <a:p>
                      <a:pPr algn="ctr"/>
                      <a:r>
                        <a:rPr sz="1000"/>
                        <a:t>Logan Sargeant</a:t>
                      </a:r>
                    </a:p>
                  </a:txBody>
                  <a:tcPr marT="38100" marB="38100">
                    <a:solidFill>
                      <a:srgbClr val="FFFFFF"/>
                    </a:solidFill>
                  </a:tcPr>
                </a:tc>
                <a:tc>
                  <a:txBody>
                    <a:bodyPr/>
                    <a:lstStyle/>
                    <a:p>
                      <a:pPr algn="ctr"/>
                      <a:r>
                        <a:rPr sz="1000"/>
                        <a:t>15</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extLst>
                  <a:ext uri="{0D108BD9-81ED-4DB2-BD59-A6C34878D82A}">
                    <a16:rowId xmlns:a16="http://schemas.microsoft.com/office/drawing/2014/main" val="10020"/>
                  </a:ext>
                </a:extLst>
              </a:tr>
            </a:tbl>
          </a:graphicData>
        </a:graphic>
      </p:graphicFrame>
      <p:sp>
        <p:nvSpPr>
          <p:cNvPr id="3" name="Rectangle 2"/>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True/False: Monaco Top 10</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487680" y="1371600"/>
          <a:ext cx="11216640" cy="5044440"/>
        </p:xfrm>
        <a:graphic>
          <a:graphicData uri="http://schemas.openxmlformats.org/drawingml/2006/table">
            <a:tbl>
              <a:tblPr firstRow="1" bandRow="1">
                <a:tableStyleId>{5C22544A-7EE6-4342-B048-85BDC9FD1C3A}</a:tableStyleId>
              </a:tblPr>
              <a:tblGrid>
                <a:gridCol w="1121664">
                  <a:extLst>
                    <a:ext uri="{9D8B030D-6E8A-4147-A177-3AD203B41FA5}">
                      <a16:colId xmlns:a16="http://schemas.microsoft.com/office/drawing/2014/main" val="20000"/>
                    </a:ext>
                  </a:extLst>
                </a:gridCol>
                <a:gridCol w="1121664">
                  <a:extLst>
                    <a:ext uri="{9D8B030D-6E8A-4147-A177-3AD203B41FA5}">
                      <a16:colId xmlns:a16="http://schemas.microsoft.com/office/drawing/2014/main" val="20001"/>
                    </a:ext>
                  </a:extLst>
                </a:gridCol>
                <a:gridCol w="1121664">
                  <a:extLst>
                    <a:ext uri="{9D8B030D-6E8A-4147-A177-3AD203B41FA5}">
                      <a16:colId xmlns:a16="http://schemas.microsoft.com/office/drawing/2014/main" val="20002"/>
                    </a:ext>
                  </a:extLst>
                </a:gridCol>
                <a:gridCol w="1121664">
                  <a:extLst>
                    <a:ext uri="{9D8B030D-6E8A-4147-A177-3AD203B41FA5}">
                      <a16:colId xmlns:a16="http://schemas.microsoft.com/office/drawing/2014/main" val="20003"/>
                    </a:ext>
                  </a:extLst>
                </a:gridCol>
                <a:gridCol w="1121664">
                  <a:extLst>
                    <a:ext uri="{9D8B030D-6E8A-4147-A177-3AD203B41FA5}">
                      <a16:colId xmlns:a16="http://schemas.microsoft.com/office/drawing/2014/main" val="20004"/>
                    </a:ext>
                  </a:extLst>
                </a:gridCol>
                <a:gridCol w="1121664">
                  <a:extLst>
                    <a:ext uri="{9D8B030D-6E8A-4147-A177-3AD203B41FA5}">
                      <a16:colId xmlns:a16="http://schemas.microsoft.com/office/drawing/2014/main" val="20005"/>
                    </a:ext>
                  </a:extLst>
                </a:gridCol>
                <a:gridCol w="1121664">
                  <a:extLst>
                    <a:ext uri="{9D8B030D-6E8A-4147-A177-3AD203B41FA5}">
                      <a16:colId xmlns:a16="http://schemas.microsoft.com/office/drawing/2014/main" val="20006"/>
                    </a:ext>
                  </a:extLst>
                </a:gridCol>
                <a:gridCol w="1121664">
                  <a:extLst>
                    <a:ext uri="{9D8B030D-6E8A-4147-A177-3AD203B41FA5}">
                      <a16:colId xmlns:a16="http://schemas.microsoft.com/office/drawing/2014/main" val="20007"/>
                    </a:ext>
                  </a:extLst>
                </a:gridCol>
                <a:gridCol w="1121664">
                  <a:extLst>
                    <a:ext uri="{9D8B030D-6E8A-4147-A177-3AD203B41FA5}">
                      <a16:colId xmlns:a16="http://schemas.microsoft.com/office/drawing/2014/main" val="20008"/>
                    </a:ext>
                  </a:extLst>
                </a:gridCol>
                <a:gridCol w="1121664">
                  <a:extLst>
                    <a:ext uri="{9D8B030D-6E8A-4147-A177-3AD203B41FA5}">
                      <a16:colId xmlns:a16="http://schemas.microsoft.com/office/drawing/2014/main" val="20009"/>
                    </a:ext>
                  </a:extLst>
                </a:gridCol>
              </a:tblGrid>
              <a:tr h="130628">
                <a:tc>
                  <a:txBody>
                    <a:bodyPr/>
                    <a:lstStyle/>
                    <a:p>
                      <a:r>
                        <a:rPr sz="1000"/>
                        <a:t>Driver</a:t>
                      </a:r>
                    </a:p>
                  </a:txBody>
                  <a:tcPr/>
                </a:tc>
                <a:tc>
                  <a:txBody>
                    <a:bodyPr/>
                    <a:lstStyle/>
                    <a:p>
                      <a:r>
                        <a:rPr sz="1000"/>
                        <a:t>Count</a:t>
                      </a:r>
                    </a:p>
                  </a:txBody>
                  <a:tcPr/>
                </a:tc>
                <a:tc>
                  <a:txBody>
                    <a:bodyPr/>
                    <a:lstStyle/>
                    <a:p>
                      <a:r>
                        <a:rPr sz="1000"/>
                        <a:t>True/False</a:t>
                      </a:r>
                    </a:p>
                  </a:txBody>
                  <a:tcPr/>
                </a:tc>
                <a:tc>
                  <a:txBody>
                    <a:bodyPr/>
                    <a:lstStyle/>
                    <a:p>
                      <a:r>
                        <a:rPr sz="1000"/>
                        <a:t>Benedict</a:t>
                      </a:r>
                    </a:p>
                  </a:txBody>
                  <a:tcPr/>
                </a:tc>
                <a:tc>
                  <a:txBody>
                    <a:bodyPr/>
                    <a:lstStyle/>
                    <a:p>
                      <a:r>
                        <a:rPr sz="1000"/>
                        <a:t>Carla</a:t>
                      </a:r>
                    </a:p>
                  </a:txBody>
                  <a:tcPr/>
                </a:tc>
                <a:tc>
                  <a:txBody>
                    <a:bodyPr/>
                    <a:lstStyle/>
                    <a:p>
                      <a:r>
                        <a:rPr sz="1000"/>
                        <a:t>Damian</a:t>
                      </a:r>
                    </a:p>
                  </a:txBody>
                  <a:tcPr/>
                </a:tc>
                <a:tc>
                  <a:txBody>
                    <a:bodyPr/>
                    <a:lstStyle/>
                    <a:p>
                      <a:r>
                        <a:rPr sz="1000"/>
                        <a:t>Jarek</a:t>
                      </a:r>
                    </a:p>
                  </a:txBody>
                  <a:tcPr/>
                </a:tc>
                <a:tc>
                  <a:txBody>
                    <a:bodyPr/>
                    <a:lstStyle/>
                    <a:p>
                      <a:r>
                        <a:rPr sz="1000"/>
                        <a:t>Josh</a:t>
                      </a:r>
                    </a:p>
                  </a:txBody>
                  <a:tcPr/>
                </a:tc>
                <a:tc>
                  <a:txBody>
                    <a:bodyPr/>
                    <a:lstStyle/>
                    <a:p>
                      <a:r>
                        <a:rPr sz="1000"/>
                        <a:t>Kacper</a:t>
                      </a:r>
                    </a:p>
                  </a:txBody>
                  <a:tcPr/>
                </a:tc>
                <a:tc>
                  <a:txBody>
                    <a:bodyPr/>
                    <a:lstStyle/>
                    <a:p>
                      <a:r>
                        <a:rPr sz="1000"/>
                        <a:t>Suley</a:t>
                      </a:r>
                    </a:p>
                  </a:txBody>
                  <a:tcPr/>
                </a:tc>
                <a:extLst>
                  <a:ext uri="{0D108BD9-81ED-4DB2-BD59-A6C34878D82A}">
                    <a16:rowId xmlns:a16="http://schemas.microsoft.com/office/drawing/2014/main" val="10000"/>
                  </a:ext>
                </a:extLst>
              </a:tr>
              <a:tr h="130628">
                <a:tc>
                  <a:txBody>
                    <a:bodyPr/>
                    <a:lstStyle/>
                    <a:p>
                      <a:pPr algn="ctr"/>
                      <a:r>
                        <a:rPr sz="1000"/>
                        <a:t>Max Verstappen</a:t>
                      </a:r>
                    </a:p>
                  </a:txBody>
                  <a:tcPr marT="38100" marB="38100">
                    <a:solidFill>
                      <a:srgbClr val="FFFFFF"/>
                    </a:solidFill>
                  </a:tcPr>
                </a:tc>
                <a:tc>
                  <a:txBody>
                    <a:bodyPr/>
                    <a:lstStyle/>
                    <a:p>
                      <a:pPr algn="ctr"/>
                      <a:r>
                        <a:rPr sz="1000"/>
                        <a:t>6</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1"/>
                  </a:ext>
                </a:extLst>
              </a:tr>
              <a:tr h="130628">
                <a:tc>
                  <a:txBody>
                    <a:bodyPr/>
                    <a:lstStyle/>
                    <a:p>
                      <a:pPr algn="ctr"/>
                      <a:r>
                        <a:rPr sz="1000"/>
                        <a:t>Sergio Perez</a:t>
                      </a:r>
                    </a:p>
                  </a:txBody>
                  <a:tcPr marT="38100" marB="38100">
                    <a:solidFill>
                      <a:srgbClr val="FFFFFF"/>
                    </a:solidFill>
                  </a:tcPr>
                </a:tc>
                <a:tc>
                  <a:txBody>
                    <a:bodyPr/>
                    <a:lstStyle/>
                    <a:p>
                      <a:pPr algn="ctr"/>
                      <a:r>
                        <a:rPr sz="1000"/>
                        <a:t>18</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-3</a:t>
                      </a:r>
                    </a:p>
                  </a:txBody>
                  <a:tcPr marT="38100" marB="38100">
                    <a:solidFill>
                      <a:srgbClr val="040273"/>
                    </a:solidFill>
                  </a:tcPr>
                </a:tc>
                <a:tc>
                  <a:txBody>
                    <a:bodyPr/>
                    <a:lstStyle/>
                    <a:p>
                      <a:pPr algn="ctr"/>
                      <a:r>
                        <a:rPr sz="1000"/>
                        <a:t>-3</a:t>
                      </a:r>
                    </a:p>
                  </a:txBody>
                  <a:tcPr marT="38100" marB="38100">
                    <a:solidFill>
                      <a:srgbClr val="E8002D"/>
                    </a:solidFill>
                  </a:tcPr>
                </a:tc>
                <a:tc>
                  <a:txBody>
                    <a:bodyPr/>
                    <a:lstStyle/>
                    <a:p>
                      <a:pPr algn="ctr"/>
                      <a:r>
                        <a:rPr sz="1000"/>
                        <a:t>-3</a:t>
                      </a:r>
                    </a:p>
                  </a:txBody>
                  <a:tcPr marT="38100" marB="38100">
                    <a:solidFill>
                      <a:srgbClr val="FAC205"/>
                    </a:solidFill>
                  </a:tcPr>
                </a:tc>
                <a:tc>
                  <a:txBody>
                    <a:bodyPr/>
                    <a:lstStyle/>
                    <a:p>
                      <a:pPr algn="ctr"/>
                      <a:r>
                        <a:rPr sz="1000"/>
                        <a:t>-3</a:t>
                      </a:r>
                    </a:p>
                  </a:txBody>
                  <a:tcPr marT="38100" marB="38100">
                    <a:solidFill>
                      <a:srgbClr val="028F1E"/>
                    </a:solidFill>
                  </a:tcPr>
                </a:tc>
                <a:tc>
                  <a:txBody>
                    <a:bodyPr/>
                    <a:lstStyle/>
                    <a:p>
                      <a:pPr algn="ctr"/>
                      <a:r>
                        <a:rPr sz="1000"/>
                        <a:t>-3</a:t>
                      </a:r>
                    </a:p>
                  </a:txBody>
                  <a:tcPr marT="38100" marB="38100">
                    <a:solidFill>
                      <a:srgbClr val="FF5B00"/>
                    </a:solidFill>
                  </a:tcPr>
                </a:tc>
                <a:tc>
                  <a:txBody>
                    <a:bodyPr/>
                    <a:lstStyle/>
                    <a:p>
                      <a:pPr algn="ctr"/>
                      <a:r>
                        <a:rPr sz="1000"/>
                        <a:t>-3</a:t>
                      </a:r>
                    </a:p>
                  </a:txBody>
                  <a:tcPr marT="38100" marB="38100">
                    <a:solidFill>
                      <a:srgbClr val="13EAC9"/>
                    </a:solidFill>
                  </a:tcPr>
                </a:tc>
                <a:tc>
                  <a:txBody>
                    <a:bodyPr/>
                    <a:lstStyle/>
                    <a:p>
                      <a:pPr algn="ctr"/>
                      <a:r>
                        <a:rPr sz="1000"/>
                        <a:t>-3</a:t>
                      </a:r>
                    </a:p>
                  </a:txBody>
                  <a:tcPr marT="38100" marB="38100">
                    <a:solidFill>
                      <a:srgbClr val="9A0EEA"/>
                    </a:solidFill>
                  </a:tcPr>
                </a:tc>
                <a:extLst>
                  <a:ext uri="{0D108BD9-81ED-4DB2-BD59-A6C34878D82A}">
                    <a16:rowId xmlns:a16="http://schemas.microsoft.com/office/drawing/2014/main" val="10002"/>
                  </a:ext>
                </a:extLst>
              </a:tr>
              <a:tr h="130628">
                <a:tc>
                  <a:txBody>
                    <a:bodyPr/>
                    <a:lstStyle/>
                    <a:p>
                      <a:pPr algn="ctr"/>
                      <a:r>
                        <a:rPr sz="1000"/>
                        <a:t>Lewis Hamilton</a:t>
                      </a:r>
                    </a:p>
                  </a:txBody>
                  <a:tcPr marT="38100" marB="38100">
                    <a:solidFill>
                      <a:srgbClr val="FFFFFF"/>
                    </a:solidFill>
                  </a:tcPr>
                </a:tc>
                <a:tc>
                  <a:txBody>
                    <a:bodyPr/>
                    <a:lstStyle/>
                    <a:p>
                      <a:pPr algn="ctr"/>
                      <a:r>
                        <a:rPr sz="1000"/>
                        <a:t>7</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3"/>
                  </a:ext>
                </a:extLst>
              </a:tr>
              <a:tr h="130628">
                <a:tc>
                  <a:txBody>
                    <a:bodyPr/>
                    <a:lstStyle/>
                    <a:p>
                      <a:pPr algn="ctr"/>
                      <a:r>
                        <a:rPr sz="1000"/>
                        <a:t>Fernando Alonso</a:t>
                      </a:r>
                    </a:p>
                  </a:txBody>
                  <a:tcPr marT="38100" marB="38100">
                    <a:solidFill>
                      <a:srgbClr val="FFFFFF"/>
                    </a:solidFill>
                  </a:tcPr>
                </a:tc>
                <a:tc>
                  <a:txBody>
                    <a:bodyPr/>
                    <a:lstStyle/>
                    <a:p>
                      <a:pPr algn="ctr"/>
                      <a:r>
                        <a:rPr sz="1000"/>
                        <a:t>11</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-3</a:t>
                      </a:r>
                    </a:p>
                  </a:txBody>
                  <a:tcPr marT="38100" marB="38100">
                    <a:solidFill>
                      <a:srgbClr val="040273"/>
                    </a:solidFill>
                  </a:tcPr>
                </a:tc>
                <a:tc>
                  <a:txBody>
                    <a:bodyPr/>
                    <a:lstStyle/>
                    <a:p>
                      <a:pPr algn="ctr"/>
                      <a:r>
                        <a:rPr sz="1000"/>
                        <a:t>-3</a:t>
                      </a:r>
                    </a:p>
                  </a:txBody>
                  <a:tcPr marT="38100" marB="38100">
                    <a:solidFill>
                      <a:srgbClr val="E8002D"/>
                    </a:solidFill>
                  </a:tcPr>
                </a:tc>
                <a:tc>
                  <a:txBody>
                    <a:bodyPr/>
                    <a:lstStyle/>
                    <a:p>
                      <a:pPr algn="ctr"/>
                      <a:r>
                        <a:rPr sz="1000"/>
                        <a:t>-3</a:t>
                      </a:r>
                    </a:p>
                  </a:txBody>
                  <a:tcPr marT="38100" marB="38100">
                    <a:solidFill>
                      <a:srgbClr val="FAC205"/>
                    </a:solidFill>
                  </a:tcPr>
                </a:tc>
                <a:tc>
                  <a:txBody>
                    <a:bodyPr/>
                    <a:lstStyle/>
                    <a:p>
                      <a:pPr algn="ctr"/>
                      <a:r>
                        <a:rPr sz="1000"/>
                        <a:t>-3</a:t>
                      </a:r>
                    </a:p>
                  </a:txBody>
                  <a:tcPr marT="38100" marB="38100">
                    <a:solidFill>
                      <a:srgbClr val="028F1E"/>
                    </a:solidFill>
                  </a:tcPr>
                </a:tc>
                <a:tc>
                  <a:txBody>
                    <a:bodyPr/>
                    <a:lstStyle/>
                    <a:p>
                      <a:pPr algn="ctr"/>
                      <a:r>
                        <a:rPr sz="1000"/>
                        <a:t>+0</a:t>
                      </a:r>
                    </a:p>
                  </a:txBody>
                  <a:tcPr marT="38100" marB="38100">
                    <a:solidFill>
                      <a:srgbClr val="FFFFFF"/>
                    </a:solidFill>
                  </a:tcPr>
                </a:tc>
                <a:tc>
                  <a:txBody>
                    <a:bodyPr/>
                    <a:lstStyle/>
                    <a:p>
                      <a:pPr algn="ctr"/>
                      <a:r>
                        <a:rPr sz="1000"/>
                        <a:t>-3</a:t>
                      </a:r>
                    </a:p>
                  </a:txBody>
                  <a:tcPr marT="38100" marB="38100">
                    <a:solidFill>
                      <a:srgbClr val="13EAC9"/>
                    </a:solidFill>
                  </a:tcPr>
                </a:tc>
                <a:tc>
                  <a:txBody>
                    <a:bodyPr/>
                    <a:lstStyle/>
                    <a:p>
                      <a:pPr algn="ctr"/>
                      <a:r>
                        <a:rPr sz="1000"/>
                        <a:t>-3</a:t>
                      </a:r>
                    </a:p>
                  </a:txBody>
                  <a:tcPr marT="38100" marB="38100">
                    <a:solidFill>
                      <a:srgbClr val="9A0EEA"/>
                    </a:solidFill>
                  </a:tcPr>
                </a:tc>
                <a:extLst>
                  <a:ext uri="{0D108BD9-81ED-4DB2-BD59-A6C34878D82A}">
                    <a16:rowId xmlns:a16="http://schemas.microsoft.com/office/drawing/2014/main" val="10004"/>
                  </a:ext>
                </a:extLst>
              </a:tr>
              <a:tr h="130628">
                <a:tc>
                  <a:txBody>
                    <a:bodyPr/>
                    <a:lstStyle/>
                    <a:p>
                      <a:pPr algn="ctr"/>
                      <a:r>
                        <a:rPr sz="1000"/>
                        <a:t>Charles Leclerc</a:t>
                      </a:r>
                    </a:p>
                  </a:txBody>
                  <a:tcPr marT="38100" marB="38100">
                    <a:solidFill>
                      <a:srgbClr val="FFFFFF"/>
                    </a:solidFill>
                  </a:tcPr>
                </a:tc>
                <a:tc>
                  <a:txBody>
                    <a:bodyPr/>
                    <a:lstStyle/>
                    <a:p>
                      <a:pPr algn="ctr"/>
                      <a:r>
                        <a:rPr sz="1000"/>
                        <a:t>1</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-3</a:t>
                      </a:r>
                    </a:p>
                  </a:txBody>
                  <a:tcPr marT="38100" marB="38100">
                    <a:solidFill>
                      <a:srgbClr val="FFFFFF"/>
                    </a:solidFill>
                  </a:tcPr>
                </a:tc>
                <a:extLst>
                  <a:ext uri="{0D108BD9-81ED-4DB2-BD59-A6C34878D82A}">
                    <a16:rowId xmlns:a16="http://schemas.microsoft.com/office/drawing/2014/main" val="10005"/>
                  </a:ext>
                </a:extLst>
              </a:tr>
              <a:tr h="130628">
                <a:tc>
                  <a:txBody>
                    <a:bodyPr/>
                    <a:lstStyle/>
                    <a:p>
                      <a:pPr algn="ctr"/>
                      <a:r>
                        <a:rPr sz="1000"/>
                        <a:t>Lando Norris</a:t>
                      </a:r>
                    </a:p>
                  </a:txBody>
                  <a:tcPr marT="38100" marB="38100">
                    <a:solidFill>
                      <a:srgbClr val="FFFFFF"/>
                    </a:solidFill>
                  </a:tcPr>
                </a:tc>
                <a:tc>
                  <a:txBody>
                    <a:bodyPr/>
                    <a:lstStyle/>
                    <a:p>
                      <a:pPr algn="ctr"/>
                      <a:r>
                        <a:rPr sz="1000"/>
                        <a:t>4</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6"/>
                  </a:ext>
                </a:extLst>
              </a:tr>
              <a:tr h="130628">
                <a:tc>
                  <a:txBody>
                    <a:bodyPr/>
                    <a:lstStyle/>
                    <a:p>
                      <a:pPr algn="ctr"/>
                      <a:r>
                        <a:rPr sz="1000"/>
                        <a:t>Carlos Sainz</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7"/>
                  </a:ext>
                </a:extLst>
              </a:tr>
              <a:tr h="130628">
                <a:tc>
                  <a:txBody>
                    <a:bodyPr/>
                    <a:lstStyle/>
                    <a:p>
                      <a:pPr algn="ctr"/>
                      <a:r>
                        <a:rPr sz="1000"/>
                        <a:t>George Russell</a:t>
                      </a:r>
                    </a:p>
                  </a:txBody>
                  <a:tcPr marT="38100" marB="38100">
                    <a:solidFill>
                      <a:srgbClr val="FFFFFF"/>
                    </a:solidFill>
                  </a:tcPr>
                </a:tc>
                <a:tc>
                  <a:txBody>
                    <a:bodyPr/>
                    <a:lstStyle/>
                    <a:p>
                      <a:pPr algn="ctr"/>
                      <a:r>
                        <a:rPr sz="1000"/>
                        <a:t>5</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8"/>
                  </a:ext>
                </a:extLst>
              </a:tr>
              <a:tr h="130628">
                <a:tc>
                  <a:txBody>
                    <a:bodyPr/>
                    <a:lstStyle/>
                    <a:p>
                      <a:pPr algn="ctr"/>
                      <a:r>
                        <a:rPr sz="1000"/>
                        <a:t>Oscar Piastri</a:t>
                      </a:r>
                    </a:p>
                  </a:txBody>
                  <a:tcPr marT="38100" marB="38100">
                    <a:solidFill>
                      <a:srgbClr val="FFFFFF"/>
                    </a:solidFill>
                  </a:tcPr>
                </a:tc>
                <a:tc>
                  <a:txBody>
                    <a:bodyPr/>
                    <a:lstStyle/>
                    <a:p>
                      <a:pPr algn="ctr"/>
                      <a:r>
                        <a:rPr sz="1000"/>
                        <a:t>2</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+5</a:t>
                      </a:r>
                    </a:p>
                  </a:txBody>
                  <a:tcPr marT="38100" marB="38100">
                    <a:solidFill>
                      <a:srgbClr val="040273"/>
                    </a:solidFill>
                  </a:tcPr>
                </a:tc>
                <a:tc>
                  <a:txBody>
                    <a:bodyPr/>
                    <a:lstStyle/>
                    <a:p>
                      <a:pPr algn="ctr"/>
                      <a:r>
                        <a:rPr sz="1000"/>
                        <a:t>+5</a:t>
                      </a:r>
                    </a:p>
                  </a:txBody>
                  <a:tcPr marT="38100" marB="38100">
                    <a:solidFill>
                      <a:srgbClr val="E8002D"/>
                    </a:solidFill>
                  </a:tcPr>
                </a:tc>
                <a:tc>
                  <a:txBody>
                    <a:bodyPr/>
                    <a:lstStyle/>
                    <a:p>
                      <a:pPr algn="ctr"/>
                      <a:r>
                        <a:rPr sz="1000"/>
                        <a:t>+5</a:t>
                      </a:r>
                    </a:p>
                  </a:txBody>
                  <a:tcPr marT="38100" marB="38100">
                    <a:solidFill>
                      <a:srgbClr val="FAC205"/>
                    </a:solidFill>
                  </a:tcPr>
                </a:tc>
                <a:tc>
                  <a:txBody>
                    <a:bodyPr/>
                    <a:lstStyle/>
                    <a:p>
                      <a:pPr algn="ctr"/>
                      <a:r>
                        <a:rPr sz="1000"/>
                        <a:t>+5</a:t>
                      </a:r>
                    </a:p>
                  </a:txBody>
                  <a:tcPr marT="38100" marB="38100">
                    <a:solidFill>
                      <a:srgbClr val="028F1E"/>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+5</a:t>
                      </a:r>
                    </a:p>
                  </a:txBody>
                  <a:tcPr marT="38100" marB="38100">
                    <a:solidFill>
                      <a:srgbClr val="9A0EEA"/>
                    </a:solidFill>
                  </a:tcPr>
                </a:tc>
                <a:extLst>
                  <a:ext uri="{0D108BD9-81ED-4DB2-BD59-A6C34878D82A}">
                    <a16:rowId xmlns:a16="http://schemas.microsoft.com/office/drawing/2014/main" val="10009"/>
                  </a:ext>
                </a:extLst>
              </a:tr>
              <a:tr h="130628">
                <a:tc>
                  <a:txBody>
                    <a:bodyPr/>
                    <a:lstStyle/>
                    <a:p>
                      <a:pPr algn="ctr"/>
                      <a:r>
                        <a:rPr sz="1000"/>
                        <a:t>Lance Stroll</a:t>
                      </a:r>
                    </a:p>
                  </a:txBody>
                  <a:tcPr marT="38100" marB="38100">
                    <a:solidFill>
                      <a:srgbClr val="FFFFFF"/>
                    </a:solidFill>
                  </a:tcPr>
                </a:tc>
                <a:tc>
                  <a:txBody>
                    <a:bodyPr/>
                    <a:lstStyle/>
                    <a:p>
                      <a:pPr algn="ctr"/>
                      <a:r>
                        <a:rPr sz="1000"/>
                        <a:t>13</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0"/>
                  </a:ext>
                </a:extLst>
              </a:tr>
              <a:tr h="130628">
                <a:tc>
                  <a:txBody>
                    <a:bodyPr/>
                    <a:lstStyle/>
                    <a:p>
                      <a:pPr algn="ctr"/>
                      <a:r>
                        <a:rPr sz="1000"/>
                        <a:t>Pierre Gasly</a:t>
                      </a:r>
                    </a:p>
                  </a:txBody>
                  <a:tcPr marT="38100" marB="38100">
                    <a:solidFill>
                      <a:srgbClr val="FFFFFF"/>
                    </a:solidFill>
                  </a:tcPr>
                </a:tc>
                <a:tc>
                  <a:txBody>
                    <a:bodyPr/>
                    <a:lstStyle/>
                    <a:p>
                      <a:pPr algn="ctr"/>
                      <a:r>
                        <a:rPr sz="1000"/>
                        <a:t>10</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FAC205"/>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FF5B00"/>
                    </a:solidFill>
                  </a:tcPr>
                </a:tc>
                <a:tc>
                  <a:txBody>
                    <a:bodyPr/>
                    <a:lstStyle/>
                    <a:p>
                      <a:pPr algn="ctr"/>
                      <a:r>
                        <a:rPr sz="1000"/>
                        <a:t>+5</a:t>
                      </a:r>
                    </a:p>
                  </a:txBody>
                  <a:tcPr marT="38100" marB="38100">
                    <a:solidFill>
                      <a:srgbClr val="13EAC9"/>
                    </a:solidFill>
                  </a:tcPr>
                </a:tc>
                <a:tc>
                  <a:txBody>
                    <a:bodyPr/>
                    <a:lstStyle/>
                    <a:p>
                      <a:pPr algn="ctr"/>
                      <a:r>
                        <a:rPr sz="1000"/>
                        <a:t>-3</a:t>
                      </a:r>
                    </a:p>
                  </a:txBody>
                  <a:tcPr marT="38100" marB="38100">
                    <a:solidFill>
                      <a:srgbClr val="FFFFFF"/>
                    </a:solidFill>
                  </a:tcPr>
                </a:tc>
                <a:extLst>
                  <a:ext uri="{0D108BD9-81ED-4DB2-BD59-A6C34878D82A}">
                    <a16:rowId xmlns:a16="http://schemas.microsoft.com/office/drawing/2014/main" val="10011"/>
                  </a:ext>
                </a:extLst>
              </a:tr>
              <a:tr h="130628">
                <a:tc>
                  <a:txBody>
                    <a:bodyPr/>
                    <a:lstStyle/>
                    <a:p>
                      <a:pPr algn="ctr"/>
                      <a:r>
                        <a:rPr sz="1000"/>
                        <a:t>Esteban Ocon</a:t>
                      </a:r>
                    </a:p>
                  </a:txBody>
                  <a:tcPr marT="38100" marB="38100">
                    <a:solidFill>
                      <a:srgbClr val="FFFFFF"/>
                    </a:solidFill>
                  </a:tcPr>
                </a:tc>
                <a:tc>
                  <a:txBody>
                    <a:bodyPr/>
                    <a:lstStyle/>
                    <a:p>
                      <a:pPr algn="ctr"/>
                      <a:r>
                        <a:rPr sz="1000"/>
                        <a:t>17</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-3</a:t>
                      </a:r>
                    </a:p>
                  </a:txBody>
                  <a:tcPr marT="38100" marB="38100">
                    <a:solidFill>
                      <a:srgbClr val="E8002D"/>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-3</a:t>
                      </a:r>
                    </a:p>
                  </a:txBody>
                  <a:tcPr marT="38100" marB="38100">
                    <a:solidFill>
                      <a:srgbClr val="FF5B00"/>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2"/>
                  </a:ext>
                </a:extLst>
              </a:tr>
              <a:tr h="130628">
                <a:tc>
                  <a:txBody>
                    <a:bodyPr/>
                    <a:lstStyle/>
                    <a:p>
                      <a:pPr algn="ctr"/>
                      <a:r>
                        <a:rPr sz="1000"/>
                        <a:t>Alexander Albon</a:t>
                      </a:r>
                    </a:p>
                  </a:txBody>
                  <a:tcPr marT="38100" marB="38100">
                    <a:solidFill>
                      <a:srgbClr val="FFFFFF"/>
                    </a:solidFill>
                  </a:tcPr>
                </a:tc>
                <a:tc>
                  <a:txBody>
                    <a:bodyPr/>
                    <a:lstStyle/>
                    <a:p>
                      <a:pPr algn="ctr"/>
                      <a:r>
                        <a:rPr sz="1000"/>
                        <a:t>9</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extLst>
                  <a:ext uri="{0D108BD9-81ED-4DB2-BD59-A6C34878D82A}">
                    <a16:rowId xmlns:a16="http://schemas.microsoft.com/office/drawing/2014/main" val="10013"/>
                  </a:ext>
                </a:extLst>
              </a:tr>
              <a:tr h="130628">
                <a:tc>
                  <a:txBody>
                    <a:bodyPr/>
                    <a:lstStyle/>
                    <a:p>
                      <a:pPr algn="ctr"/>
                      <a:r>
                        <a:rPr sz="1000"/>
                        <a:t>Yuki Tsunoda</a:t>
                      </a:r>
                    </a:p>
                  </a:txBody>
                  <a:tcPr marT="38100" marB="38100">
                    <a:solidFill>
                      <a:srgbClr val="FFFFFF"/>
                    </a:solidFill>
                  </a:tcPr>
                </a:tc>
                <a:tc>
                  <a:txBody>
                    <a:bodyPr/>
                    <a:lstStyle/>
                    <a:p>
                      <a:pPr algn="ctr"/>
                      <a:r>
                        <a:rPr sz="1000"/>
                        <a:t>8</a:t>
                      </a:r>
                    </a:p>
                  </a:txBody>
                  <a:tcPr marT="38100" marB="38100">
                    <a:solidFill>
                      <a:srgbClr val="FFFFFF"/>
                    </a:solidFill>
                  </a:tcPr>
                </a:tc>
                <a:tc>
                  <a:txBody>
                    <a:bodyPr/>
                    <a:lstStyle/>
                    <a:p>
                      <a:pPr algn="ctr"/>
                      <a:r>
                        <a:rPr sz="1000"/>
                        <a:t>True</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+5</a:t>
                      </a:r>
                    </a:p>
                  </a:txBody>
                  <a:tcPr marT="38100" marB="38100">
                    <a:solidFill>
                      <a:srgbClr val="028F1E"/>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tc>
                  <a:txBody>
                    <a:bodyPr/>
                    <a:lstStyle/>
                    <a:p>
                      <a:pPr algn="ctr"/>
                      <a:r>
                        <a:rPr sz="1000"/>
                        <a:t>-3</a:t>
                      </a:r>
                    </a:p>
                  </a:txBody>
                  <a:tcPr marT="38100" marB="38100">
                    <a:solidFill>
                      <a:srgbClr val="FFFFFF"/>
                    </a:solidFill>
                  </a:tcPr>
                </a:tc>
                <a:extLst>
                  <a:ext uri="{0D108BD9-81ED-4DB2-BD59-A6C34878D82A}">
                    <a16:rowId xmlns:a16="http://schemas.microsoft.com/office/drawing/2014/main" val="10014"/>
                  </a:ext>
                </a:extLst>
              </a:tr>
              <a:tr h="130628">
                <a:tc>
                  <a:txBody>
                    <a:bodyPr/>
                    <a:lstStyle/>
                    <a:p>
                      <a:pPr algn="ctr"/>
                      <a:r>
                        <a:rPr sz="1000"/>
                        <a:t>Valtteri Bottas</a:t>
                      </a:r>
                    </a:p>
                  </a:txBody>
                  <a:tcPr marT="38100" marB="38100">
                    <a:solidFill>
                      <a:srgbClr val="FFFFFF"/>
                    </a:solidFill>
                  </a:tcPr>
                </a:tc>
                <a:tc>
                  <a:txBody>
                    <a:bodyPr/>
                    <a:lstStyle/>
                    <a:p>
                      <a:pPr algn="ctr"/>
                      <a:r>
                        <a:rPr sz="1000"/>
                        <a:t>13</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5"/>
                  </a:ext>
                </a:extLst>
              </a:tr>
              <a:tr h="130628">
                <a:tc>
                  <a:txBody>
                    <a:bodyPr/>
                    <a:lstStyle/>
                    <a:p>
                      <a:pPr algn="ctr"/>
                      <a:r>
                        <a:rPr sz="1000"/>
                        <a:t>Nico Hulkenberg</a:t>
                      </a:r>
                    </a:p>
                  </a:txBody>
                  <a:tcPr marT="38100" marB="38100">
                    <a:solidFill>
                      <a:srgbClr val="FFFFFF"/>
                    </a:solidFill>
                  </a:tcPr>
                </a:tc>
                <a:tc>
                  <a:txBody>
                    <a:bodyPr/>
                    <a:lstStyle/>
                    <a:p>
                      <a:pPr algn="ctr"/>
                      <a:r>
                        <a:rPr sz="1000"/>
                        <a:t>19</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6"/>
                  </a:ext>
                </a:extLst>
              </a:tr>
              <a:tr h="130628">
                <a:tc>
                  <a:txBody>
                    <a:bodyPr/>
                    <a:lstStyle/>
                    <a:p>
                      <a:pPr algn="ctr"/>
                      <a:r>
                        <a:rPr sz="1000"/>
                        <a:t>Daniel Ricciardo</a:t>
                      </a:r>
                    </a:p>
                  </a:txBody>
                  <a:tcPr marT="38100" marB="38100">
                    <a:solidFill>
                      <a:srgbClr val="FFFFFF"/>
                    </a:solidFill>
                  </a:tcPr>
                </a:tc>
                <a:tc>
                  <a:txBody>
                    <a:bodyPr/>
                    <a:lstStyle/>
                    <a:p>
                      <a:pPr algn="ctr"/>
                      <a:r>
                        <a:rPr sz="1000"/>
                        <a:t>12</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-3</a:t>
                      </a:r>
                    </a:p>
                  </a:txBody>
                  <a:tcPr marT="38100" marB="38100">
                    <a:solidFill>
                      <a:srgbClr val="E8002D"/>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7"/>
                  </a:ext>
                </a:extLst>
              </a:tr>
              <a:tr h="130628">
                <a:tc>
                  <a:txBody>
                    <a:bodyPr/>
                    <a:lstStyle/>
                    <a:p>
                      <a:pPr algn="ctr"/>
                      <a:r>
                        <a:rPr sz="1000"/>
                        <a:t>Zhou Guanyu</a:t>
                      </a:r>
                    </a:p>
                  </a:txBody>
                  <a:tcPr marT="38100" marB="38100">
                    <a:solidFill>
                      <a:srgbClr val="FFFFFF"/>
                    </a:solidFill>
                  </a:tcPr>
                </a:tc>
                <a:tc>
                  <a:txBody>
                    <a:bodyPr/>
                    <a:lstStyle/>
                    <a:p>
                      <a:pPr algn="ctr"/>
                      <a:r>
                        <a:rPr sz="1000"/>
                        <a:t>16</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8"/>
                  </a:ext>
                </a:extLst>
              </a:tr>
              <a:tr h="130628">
                <a:tc>
                  <a:txBody>
                    <a:bodyPr/>
                    <a:lstStyle/>
                    <a:p>
                      <a:pPr algn="ctr"/>
                      <a:r>
                        <a:rPr sz="1000"/>
                        <a:t>Kevin Magnussen</a:t>
                      </a:r>
                    </a:p>
                  </a:txBody>
                  <a:tcPr marT="38100" marB="38100">
                    <a:solidFill>
                      <a:srgbClr val="FFFFFF"/>
                    </a:solidFill>
                  </a:tcPr>
                </a:tc>
                <a:tc>
                  <a:txBody>
                    <a:bodyPr/>
                    <a:lstStyle/>
                    <a:p>
                      <a:pPr algn="ctr"/>
                      <a:r>
                        <a:rPr sz="1000"/>
                        <a:t>20</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19"/>
                  </a:ext>
                </a:extLst>
              </a:tr>
              <a:tr h="124690">
                <a:tc>
                  <a:txBody>
                    <a:bodyPr/>
                    <a:lstStyle/>
                    <a:p>
                      <a:pPr algn="ctr"/>
                      <a:r>
                        <a:rPr sz="1000"/>
                        <a:t>Logan Sargeant</a:t>
                      </a:r>
                    </a:p>
                  </a:txBody>
                  <a:tcPr marT="38100" marB="38100">
                    <a:solidFill>
                      <a:srgbClr val="FFFFFF"/>
                    </a:solidFill>
                  </a:tcPr>
                </a:tc>
                <a:tc>
                  <a:txBody>
                    <a:bodyPr/>
                    <a:lstStyle/>
                    <a:p>
                      <a:pPr algn="ctr"/>
                      <a:r>
                        <a:rPr sz="1000"/>
                        <a:t>15</a:t>
                      </a:r>
                    </a:p>
                  </a:txBody>
                  <a:tcPr marT="38100" marB="38100">
                    <a:solidFill>
                      <a:srgbClr val="FFFFFF"/>
                    </a:solidFill>
                  </a:tcPr>
                </a:tc>
                <a:tc>
                  <a:txBody>
                    <a:bodyPr/>
                    <a:lstStyle/>
                    <a:p>
                      <a:pPr algn="ctr"/>
                      <a:r>
                        <a:rPr sz="1000"/>
                        <a:t>False</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tc>
                  <a:txBody>
                    <a:bodyPr/>
                    <a:lstStyle/>
                    <a:p>
                      <a:pPr algn="ctr"/>
                      <a:r>
                        <a:rPr sz="1000"/>
                        <a:t>+0</a:t>
                      </a:r>
                    </a:p>
                  </a:txBody>
                  <a:tcPr marT="38100" marB="38100">
                    <a:solidFill>
                      <a:srgbClr val="FFFFFF"/>
                    </a:solidFill>
                  </a:tcPr>
                </a:tc>
                <a:extLst>
                  <a:ext uri="{0D108BD9-81ED-4DB2-BD59-A6C34878D82A}">
                    <a16:rowId xmlns:a16="http://schemas.microsoft.com/office/drawing/2014/main" val="10020"/>
                  </a:ext>
                </a:extLst>
              </a:tr>
              <a:tr h="124710">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 </a:t>
                      </a:r>
                    </a:p>
                  </a:txBody>
                  <a:tcPr marT="38100" marB="38100">
                    <a:solidFill>
                      <a:srgbClr val="FFFFFF"/>
                    </a:solidFill>
                  </a:tcPr>
                </a:tc>
                <a:tc>
                  <a:txBody>
                    <a:bodyPr/>
                    <a:lstStyle/>
                    <a:p>
                      <a:pPr algn="ctr"/>
                      <a:r>
                        <a:rPr sz="1000"/>
                        <a:t>20</a:t>
                      </a:r>
                    </a:p>
                  </a:txBody>
                  <a:tcPr marT="38100" marB="38100">
                    <a:solidFill>
                      <a:srgbClr val="FFFFFF"/>
                    </a:solidFill>
                  </a:tcPr>
                </a:tc>
                <a:tc>
                  <a:txBody>
                    <a:bodyPr/>
                    <a:lstStyle/>
                    <a:p>
                      <a:pPr algn="ctr"/>
                      <a:r>
                        <a:rPr sz="1000"/>
                        <a:t>6</a:t>
                      </a:r>
                    </a:p>
                  </a:txBody>
                  <a:tcPr marT="38100" marB="38100">
                    <a:solidFill>
                      <a:srgbClr val="FFFFFF"/>
                    </a:solidFill>
                  </a:tcPr>
                </a:tc>
                <a:tc>
                  <a:txBody>
                    <a:bodyPr/>
                    <a:lstStyle/>
                    <a:p>
                      <a:pPr algn="ctr"/>
                      <a:r>
                        <a:rPr sz="1000"/>
                        <a:t>28</a:t>
                      </a:r>
                    </a:p>
                  </a:txBody>
                  <a:tcPr marT="38100" marB="38100">
                    <a:solidFill>
                      <a:srgbClr val="FFFFFF"/>
                    </a:solidFill>
                  </a:tcPr>
                </a:tc>
                <a:tc>
                  <a:txBody>
                    <a:bodyPr/>
                    <a:lstStyle/>
                    <a:p>
                      <a:pPr algn="ctr"/>
                      <a:r>
                        <a:rPr sz="1000"/>
                        <a:t>28</a:t>
                      </a:r>
                    </a:p>
                  </a:txBody>
                  <a:tcPr marT="38100" marB="38100">
                    <a:solidFill>
                      <a:srgbClr val="FFFFFF"/>
                    </a:solidFill>
                  </a:tcPr>
                </a:tc>
                <a:tc>
                  <a:txBody>
                    <a:bodyPr/>
                    <a:lstStyle/>
                    <a:p>
                      <a:pPr algn="ctr"/>
                      <a:r>
                        <a:rPr sz="1000"/>
                        <a:t>28</a:t>
                      </a:r>
                    </a:p>
                  </a:txBody>
                  <a:tcPr marT="38100" marB="38100">
                    <a:solidFill>
                      <a:srgbClr val="FFFFFF"/>
                    </a:solidFill>
                  </a:tcPr>
                </a:tc>
                <a:tc>
                  <a:txBody>
                    <a:bodyPr/>
                    <a:lstStyle/>
                    <a:p>
                      <a:pPr algn="ctr"/>
                      <a:r>
                        <a:rPr sz="1000"/>
                        <a:t>28</a:t>
                      </a:r>
                    </a:p>
                  </a:txBody>
                  <a:tcPr marT="38100" marB="38100">
                    <a:solidFill>
                      <a:srgbClr val="FFFFFF"/>
                    </a:solidFill>
                  </a:tcPr>
                </a:tc>
                <a:tc>
                  <a:txBody>
                    <a:bodyPr/>
                    <a:lstStyle/>
                    <a:p>
                      <a:pPr algn="ctr"/>
                      <a:r>
                        <a:rPr sz="1000"/>
                        <a:t>12</a:t>
                      </a:r>
                    </a:p>
                  </a:txBody>
                  <a:tcPr marT="38100" marB="38100">
                    <a:solidFill>
                      <a:srgbClr val="FFFFFF"/>
                    </a:solidFill>
                  </a:tcPr>
                </a:tc>
                <a:extLst>
                  <a:ext uri="{0D108BD9-81ED-4DB2-BD59-A6C34878D82A}">
                    <a16:rowId xmlns:a16="http://schemas.microsoft.com/office/drawing/2014/main" val="10021"/>
                  </a:ext>
                </a:extLst>
              </a:tr>
            </a:tbl>
          </a:graphicData>
        </a:graphic>
      </p:graphicFrame>
      <p:sp>
        <p:nvSpPr>
          <p:cNvPr id="3" name="Rectangle 2"/>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True/False: Monaco Top 10</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682240" y="379476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531</a:t>
            </a:r>
          </a:p>
        </p:txBody>
      </p:sp>
      <p:sp>
        <p:nvSpPr>
          <p:cNvPr id="3" name="Rounded Rectangle 2"/>
          <p:cNvSpPr/>
          <p:nvPr/>
        </p:nvSpPr>
        <p:spPr>
          <a:xfrm>
            <a:off x="4291584" y="233172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554</a:t>
            </a:r>
          </a:p>
        </p:txBody>
      </p:sp>
      <p:sp>
        <p:nvSpPr>
          <p:cNvPr id="4" name="Rounded Rectangle 3"/>
          <p:cNvSpPr/>
          <p:nvPr/>
        </p:nvSpPr>
        <p:spPr>
          <a:xfrm>
            <a:off x="5364480" y="379476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526</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660</a:t>
            </a:r>
          </a:p>
        </p:txBody>
      </p:sp>
      <p:sp>
        <p:nvSpPr>
          <p:cNvPr id="6" name="Rounded Rectangle 5"/>
          <p:cNvSpPr/>
          <p:nvPr/>
        </p:nvSpPr>
        <p:spPr>
          <a:xfrm>
            <a:off x="8583168" y="233172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534</a:t>
            </a:r>
          </a:p>
        </p:txBody>
      </p:sp>
      <p:sp>
        <p:nvSpPr>
          <p:cNvPr id="7" name="Rounded Rectangle 6"/>
          <p:cNvSpPr/>
          <p:nvPr/>
        </p:nvSpPr>
        <p:spPr>
          <a:xfrm>
            <a:off x="6437376" y="233172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535</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469</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True/False: Monaco Top 10</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
The superlatives - sets of question about the extremes, for drivers and teams.
F1 style points - the best prediction will get you 25 points, the second best gets you 18,...
Draw handling:
If two drivers/teams are equal in a category, their position is averaged and rounded down.
Example (Completely made up):
Yuki and Zhou both 41 pit stops over the season, the most of everyone - giving them rank 1.5, worth 18 points. The next driver is Lando, with 40 pit stops, with rank 3 - giving 15 points.
</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- 531</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- 554</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- 526</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- 660</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- 534</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- 535</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- 469</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DNFs</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Name the driver with the most DNFs over the season.</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- 531</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- 554</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- 526</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- 660</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- 534</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- 535</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- 469</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802880" y="1371600"/>
            <a:ext cx="1950720" cy="41148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Benedict
Logan Sargeant - 0</a:t>
            </a:r>
          </a:p>
        </p:txBody>
      </p:sp>
      <p:sp>
        <p:nvSpPr>
          <p:cNvPr id="3" name="Rounded Rectangle 2"/>
          <p:cNvSpPr/>
          <p:nvPr/>
        </p:nvSpPr>
        <p:spPr>
          <a:xfrm>
            <a:off x="7802880" y="1920240"/>
            <a:ext cx="1950720" cy="41148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Carla
Logan Sargeant - 0</a:t>
            </a:r>
          </a:p>
        </p:txBody>
      </p:sp>
      <p:sp>
        <p:nvSpPr>
          <p:cNvPr id="4" name="Rounded Rectangle 3"/>
          <p:cNvSpPr/>
          <p:nvPr/>
        </p:nvSpPr>
        <p:spPr>
          <a:xfrm>
            <a:off x="7802880" y="2468880"/>
            <a:ext cx="1950720" cy="41148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Damian
Logan Sargeant - 0</a:t>
            </a:r>
          </a:p>
        </p:txBody>
      </p:sp>
      <p:sp>
        <p:nvSpPr>
          <p:cNvPr id="5" name="Rounded Rectangle 4"/>
          <p:cNvSpPr/>
          <p:nvPr/>
        </p:nvSpPr>
        <p:spPr>
          <a:xfrm>
            <a:off x="7802880" y="3017520"/>
            <a:ext cx="1950720" cy="41148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Jarek
Logan Sargeant - 0</a:t>
            </a:r>
          </a:p>
        </p:txBody>
      </p:sp>
      <p:sp>
        <p:nvSpPr>
          <p:cNvPr id="6" name="Rounded Rectangle 5"/>
          <p:cNvSpPr/>
          <p:nvPr/>
        </p:nvSpPr>
        <p:spPr>
          <a:xfrm>
            <a:off x="7802880" y="3566160"/>
            <a:ext cx="1950720" cy="41148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Josh
Logan Sargeant - 0</a:t>
            </a:r>
          </a:p>
        </p:txBody>
      </p:sp>
      <p:sp>
        <p:nvSpPr>
          <p:cNvPr id="7" name="Rounded Rectangle 6"/>
          <p:cNvSpPr/>
          <p:nvPr/>
        </p:nvSpPr>
        <p:spPr>
          <a:xfrm>
            <a:off x="7802880" y="4114800"/>
            <a:ext cx="1950720" cy="41148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Kacper
Kevin Magnussen - 0</a:t>
            </a:r>
          </a:p>
        </p:txBody>
      </p:sp>
      <p:sp>
        <p:nvSpPr>
          <p:cNvPr id="8" name="Rounded Rectangle 7"/>
          <p:cNvSpPr/>
          <p:nvPr/>
        </p:nvSpPr>
        <p:spPr>
          <a:xfrm>
            <a:off x="7802880" y="4663440"/>
            <a:ext cx="1950720" cy="41148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Suley
Charles Leclerc - 0</a:t>
            </a:r>
          </a:p>
        </p:txBody>
      </p:sp>
      <p:graphicFrame>
        <p:nvGraphicFramePr>
          <p:cNvPr id="9" name="Table 8"/>
          <p:cNvGraphicFramePr>
            <a:graphicFrameLocks noGrp="1"/>
          </p:cNvGraphicFramePr>
          <p:nvPr/>
        </p:nvGraphicFramePr>
        <p:xfrm>
          <a:off x="487680" y="1371600"/>
          <a:ext cx="4876800" cy="38404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480060">
                <a:tc>
                  <a:txBody>
                    <a:bodyPr/>
                    <a:lstStyle/>
                    <a:p>
                      <a:pPr algn="l"/>
                      <a:r>
                        <a:rPr sz="1200"/>
                        <a:t>Rank</a:t>
                      </a:r>
                    </a:p>
                  </a:txBody>
                  <a:tcPr marT="63500" marB="63500">
                    <a:solidFill>
                      <a:srgbClr val="C8C8C8"/>
                    </a:solidFill>
                  </a:tcPr>
                </a:tc>
                <a:tc>
                  <a:txBody>
                    <a:bodyPr/>
                    <a:lstStyle/>
                    <a:p>
                      <a:pPr algn="l"/>
                      <a:r>
                        <a:rPr sz="1200"/>
                        <a:t>Driver</a:t>
                      </a:r>
                    </a:p>
                  </a:txBody>
                  <a:tcPr marT="63500" marB="63500">
                    <a:solidFill>
                      <a:srgbClr val="C8C8C8"/>
                    </a:solidFill>
                  </a:tcPr>
                </a:tc>
                <a:tc>
                  <a:txBody>
                    <a:bodyPr/>
                    <a:lstStyle/>
                    <a:p>
                      <a:pPr algn="l"/>
                      <a:r>
                        <a:rPr sz="1200"/>
                        <a:t>Count</a:t>
                      </a:r>
                    </a:p>
                  </a:txBody>
                  <a:tcPr marT="63500" marB="63500">
                    <a:solidFill>
                      <a:srgbClr val="C8C8C8"/>
                    </a:solidFill>
                  </a:tcPr>
                </a:tc>
                <a:extLst>
                  <a:ext uri="{0D108BD9-81ED-4DB2-BD59-A6C34878D82A}">
                    <a16:rowId xmlns:a16="http://schemas.microsoft.com/office/drawing/2014/main" val="10000"/>
                  </a:ext>
                </a:extLst>
              </a:tr>
              <a:tr h="480060">
                <a:tc>
                  <a:txBody>
                    <a:bodyPr/>
                    <a:lstStyle/>
                    <a:p>
                      <a:pPr algn="l"/>
                      <a:r>
                        <a:rPr sz="1200"/>
                        <a:t>1</a:t>
                      </a:r>
                    </a:p>
                  </a:txBody>
                  <a:tcPr marT="63500" marB="63500">
                    <a:solidFill>
                      <a:srgbClr val="C8C8C8"/>
                    </a:solidFill>
                  </a:tcPr>
                </a:tc>
                <a:tc>
                  <a:txBody>
                    <a:bodyPr/>
                    <a:lstStyle/>
                    <a:p>
                      <a:pPr algn="l"/>
                      <a:r>
                        <a:rPr sz="1200"/>
                        <a:t>Alexander Albon</a:t>
                      </a:r>
                    </a:p>
                  </a:txBody>
                  <a:tcPr marT="63500" marB="63500">
                    <a:solidFill>
                      <a:srgbClr val="C8C8C8"/>
                    </a:solidFill>
                  </a:tcPr>
                </a:tc>
                <a:tc>
                  <a:txBody>
                    <a:bodyPr/>
                    <a:lstStyle/>
                    <a:p>
                      <a:pPr algn="l"/>
                      <a:r>
                        <a:rPr sz="1200"/>
                        <a:t>6</a:t>
                      </a:r>
                    </a:p>
                  </a:txBody>
                  <a:tcPr marT="63500" marB="63500">
                    <a:solidFill>
                      <a:srgbClr val="C8C8C8"/>
                    </a:solidFill>
                  </a:tcPr>
                </a:tc>
                <a:extLst>
                  <a:ext uri="{0D108BD9-81ED-4DB2-BD59-A6C34878D82A}">
                    <a16:rowId xmlns:a16="http://schemas.microsoft.com/office/drawing/2014/main" val="10001"/>
                  </a:ext>
                </a:extLst>
              </a:tr>
              <a:tr h="480060">
                <a:tc>
                  <a:txBody>
                    <a:bodyPr/>
                    <a:lstStyle/>
                    <a:p>
                      <a:pPr algn="l"/>
                      <a:r>
                        <a:rPr sz="1200"/>
                        <a:t>2</a:t>
                      </a:r>
                    </a:p>
                  </a:txBody>
                  <a:tcPr marT="63500" marB="63500">
                    <a:solidFill>
                      <a:srgbClr val="C8C8C8"/>
                    </a:solidFill>
                  </a:tcPr>
                </a:tc>
                <a:tc>
                  <a:txBody>
                    <a:bodyPr/>
                    <a:lstStyle/>
                    <a:p>
                      <a:pPr algn="l"/>
                      <a:r>
                        <a:rPr sz="1200"/>
                        <a:t>Sergio Perez</a:t>
                      </a:r>
                    </a:p>
                  </a:txBody>
                  <a:tcPr marT="63500" marB="63500">
                    <a:solidFill>
                      <a:srgbClr val="C8C8C8"/>
                    </a:solidFill>
                  </a:tcPr>
                </a:tc>
                <a:tc>
                  <a:txBody>
                    <a:bodyPr/>
                    <a:lstStyle/>
                    <a:p>
                      <a:pPr algn="l"/>
                      <a:r>
                        <a:rPr sz="1200"/>
                        <a:t>5</a:t>
                      </a:r>
                    </a:p>
                  </a:txBody>
                  <a:tcPr marT="63500" marB="63500">
                    <a:solidFill>
                      <a:srgbClr val="C8C8C8"/>
                    </a:solidFill>
                  </a:tcPr>
                </a:tc>
                <a:extLst>
                  <a:ext uri="{0D108BD9-81ED-4DB2-BD59-A6C34878D82A}">
                    <a16:rowId xmlns:a16="http://schemas.microsoft.com/office/drawing/2014/main" val="10002"/>
                  </a:ext>
                </a:extLst>
              </a:tr>
              <a:tr h="480060">
                <a:tc>
                  <a:txBody>
                    <a:bodyPr/>
                    <a:lstStyle/>
                    <a:p>
                      <a:pPr algn="l"/>
                      <a:r>
                        <a:rPr sz="1200"/>
                        <a:t>4</a:t>
                      </a:r>
                    </a:p>
                  </a:txBody>
                  <a:tcPr marT="63500" marB="63500">
                    <a:solidFill>
                      <a:srgbClr val="C8C8C8"/>
                    </a:solidFill>
                  </a:tcPr>
                </a:tc>
                <a:tc>
                  <a:txBody>
                    <a:bodyPr/>
                    <a:lstStyle/>
                    <a:p>
                      <a:pPr algn="l"/>
                      <a:r>
                        <a:rPr sz="1200"/>
                        <a:t>Lance Stroll</a:t>
                      </a:r>
                    </a:p>
                  </a:txBody>
                  <a:tcPr marT="63500" marB="63500">
                    <a:solidFill>
                      <a:srgbClr val="C8C8C8"/>
                    </a:solidFill>
                  </a:tcPr>
                </a:tc>
                <a:tc>
                  <a:txBody>
                    <a:bodyPr/>
                    <a:lstStyle/>
                    <a:p>
                      <a:pPr algn="l"/>
                      <a:r>
                        <a:rPr sz="1200"/>
                        <a:t>4</a:t>
                      </a:r>
                    </a:p>
                  </a:txBody>
                  <a:tcPr marT="63500" marB="63500">
                    <a:solidFill>
                      <a:srgbClr val="C8C8C8"/>
                    </a:solidFill>
                  </a:tcPr>
                </a:tc>
                <a:extLst>
                  <a:ext uri="{0D108BD9-81ED-4DB2-BD59-A6C34878D82A}">
                    <a16:rowId xmlns:a16="http://schemas.microsoft.com/office/drawing/2014/main" val="10003"/>
                  </a:ext>
                </a:extLst>
              </a:tr>
              <a:tr h="480060">
                <a:tc>
                  <a:txBody>
                    <a:bodyPr/>
                    <a:lstStyle/>
                    <a:p>
                      <a:pPr algn="l"/>
                      <a:r>
                        <a:rPr sz="1200"/>
                        <a:t>4</a:t>
                      </a:r>
                    </a:p>
                  </a:txBody>
                  <a:tcPr marT="63500" marB="63500">
                    <a:solidFill>
                      <a:srgbClr val="C8C8C8"/>
                    </a:solidFill>
                  </a:tcPr>
                </a:tc>
                <a:tc>
                  <a:txBody>
                    <a:bodyPr/>
                    <a:lstStyle/>
                    <a:p>
                      <a:pPr algn="l"/>
                      <a:r>
                        <a:rPr sz="1200"/>
                        <a:t>Pierre Gasly</a:t>
                      </a:r>
                    </a:p>
                  </a:txBody>
                  <a:tcPr marT="63500" marB="63500">
                    <a:solidFill>
                      <a:srgbClr val="C8C8C8"/>
                    </a:solidFill>
                  </a:tcPr>
                </a:tc>
                <a:tc>
                  <a:txBody>
                    <a:bodyPr/>
                    <a:lstStyle/>
                    <a:p>
                      <a:pPr algn="l"/>
                      <a:r>
                        <a:rPr sz="1200"/>
                        <a:t>4</a:t>
                      </a:r>
                    </a:p>
                  </a:txBody>
                  <a:tcPr marT="63500" marB="63500">
                    <a:solidFill>
                      <a:srgbClr val="C8C8C8"/>
                    </a:solidFill>
                  </a:tcPr>
                </a:tc>
                <a:extLst>
                  <a:ext uri="{0D108BD9-81ED-4DB2-BD59-A6C34878D82A}">
                    <a16:rowId xmlns:a16="http://schemas.microsoft.com/office/drawing/2014/main" val="10004"/>
                  </a:ext>
                </a:extLst>
              </a:tr>
              <a:tr h="480060">
                <a:tc>
                  <a:txBody>
                    <a:bodyPr/>
                    <a:lstStyle/>
                    <a:p>
                      <a:pPr algn="l"/>
                      <a:r>
                        <a:rPr sz="1200"/>
                        <a:t>4</a:t>
                      </a:r>
                    </a:p>
                  </a:txBody>
                  <a:tcPr marT="63500" marB="63500">
                    <a:solidFill>
                      <a:srgbClr val="C8C8C8"/>
                    </a:solidFill>
                  </a:tcPr>
                </a:tc>
                <a:tc>
                  <a:txBody>
                    <a:bodyPr/>
                    <a:lstStyle/>
                    <a:p>
                      <a:pPr algn="l"/>
                      <a:r>
                        <a:rPr sz="1200"/>
                        <a:t>Yuki Tsunoda</a:t>
                      </a:r>
                    </a:p>
                  </a:txBody>
                  <a:tcPr marT="63500" marB="63500">
                    <a:solidFill>
                      <a:srgbClr val="C8C8C8"/>
                    </a:solidFill>
                  </a:tcPr>
                </a:tc>
                <a:tc>
                  <a:txBody>
                    <a:bodyPr/>
                    <a:lstStyle/>
                    <a:p>
                      <a:pPr algn="l"/>
                      <a:r>
                        <a:rPr sz="1200"/>
                        <a:t>4</a:t>
                      </a:r>
                    </a:p>
                  </a:txBody>
                  <a:tcPr marT="63500" marB="63500">
                    <a:solidFill>
                      <a:srgbClr val="C8C8C8"/>
                    </a:solidFill>
                  </a:tcPr>
                </a:tc>
                <a:extLst>
                  <a:ext uri="{0D108BD9-81ED-4DB2-BD59-A6C34878D82A}">
                    <a16:rowId xmlns:a16="http://schemas.microsoft.com/office/drawing/2014/main" val="10005"/>
                  </a:ext>
                </a:extLst>
              </a:tr>
              <a:tr h="480060">
                <a:tc>
                  <a:txBody>
                    <a:bodyPr/>
                    <a:lstStyle/>
                    <a:p>
                      <a:pPr algn="l"/>
                      <a:r>
                        <a:rPr sz="1200"/>
                        <a:t>6.5</a:t>
                      </a:r>
                    </a:p>
                  </a:txBody>
                  <a:tcPr marT="63500" marB="63500">
                    <a:solidFill>
                      <a:srgbClr val="C8C8C8"/>
                    </a:solidFill>
                  </a:tcPr>
                </a:tc>
                <a:tc>
                  <a:txBody>
                    <a:bodyPr/>
                    <a:lstStyle/>
                    <a:p>
                      <a:pPr algn="l"/>
                      <a:r>
                        <a:rPr sz="1200"/>
                        <a:t>Carlos Sainz</a:t>
                      </a:r>
                    </a:p>
                  </a:txBody>
                  <a:tcPr marT="63500" marB="63500">
                    <a:solidFill>
                      <a:srgbClr val="C8C8C8"/>
                    </a:solidFill>
                  </a:tcPr>
                </a:tc>
                <a:tc>
                  <a:txBody>
                    <a:bodyPr/>
                    <a:lstStyle/>
                    <a:p>
                      <a:pPr algn="l"/>
                      <a:r>
                        <a:rPr sz="1200"/>
                        <a:t>3</a:t>
                      </a:r>
                    </a:p>
                  </a:txBody>
                  <a:tcPr marT="63500" marB="63500">
                    <a:solidFill>
                      <a:srgbClr val="C8C8C8"/>
                    </a:solidFill>
                  </a:tcPr>
                </a:tc>
                <a:extLst>
                  <a:ext uri="{0D108BD9-81ED-4DB2-BD59-A6C34878D82A}">
                    <a16:rowId xmlns:a16="http://schemas.microsoft.com/office/drawing/2014/main" val="10006"/>
                  </a:ext>
                </a:extLst>
              </a:tr>
              <a:tr h="480060">
                <a:tc>
                  <a:txBody>
                    <a:bodyPr/>
                    <a:lstStyle/>
                    <a:p>
                      <a:pPr algn="l"/>
                      <a:r>
                        <a:rPr sz="1200"/>
                        <a:t>6.5</a:t>
                      </a:r>
                    </a:p>
                  </a:txBody>
                  <a:tcPr marT="63500" marB="63500">
                    <a:solidFill>
                      <a:srgbClr val="C8C8C8"/>
                    </a:solidFill>
                  </a:tcPr>
                </a:tc>
                <a:tc>
                  <a:txBody>
                    <a:bodyPr/>
                    <a:lstStyle/>
                    <a:p>
                      <a:pPr algn="l"/>
                      <a:r>
                        <a:rPr sz="1200"/>
                        <a:t>Nico Hulkenberg</a:t>
                      </a:r>
                    </a:p>
                  </a:txBody>
                  <a:tcPr marT="63500" marB="63500">
                    <a:solidFill>
                      <a:srgbClr val="C8C8C8"/>
                    </a:solidFill>
                  </a:tcPr>
                </a:tc>
                <a:tc>
                  <a:txBody>
                    <a:bodyPr/>
                    <a:lstStyle/>
                    <a:p>
                      <a:pPr algn="l"/>
                      <a:r>
                        <a:rPr sz="1200"/>
                        <a:t>3</a:t>
                      </a:r>
                    </a:p>
                  </a:txBody>
                  <a:tcPr marT="63500" marB="63500">
                    <a:solidFill>
                      <a:srgbClr val="C8C8C8"/>
                    </a:solidFill>
                  </a:tcPr>
                </a:tc>
                <a:extLst>
                  <a:ext uri="{0D108BD9-81ED-4DB2-BD59-A6C34878D82A}">
                    <a16:rowId xmlns:a16="http://schemas.microsoft.com/office/drawing/2014/main" val="10007"/>
                  </a:ext>
                </a:extLst>
              </a:tr>
            </a:tbl>
          </a:graphicData>
        </a:graphic>
      </p:graphicFrame>
      <p:sp>
        <p:nvSpPr>
          <p:cNvPr id="10" name="Rectangle 9"/>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DNFs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682240" y="379476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531</a:t>
            </a:r>
          </a:p>
        </p:txBody>
      </p:sp>
      <p:sp>
        <p:nvSpPr>
          <p:cNvPr id="3" name="Rounded Rectangle 2"/>
          <p:cNvSpPr/>
          <p:nvPr/>
        </p:nvSpPr>
        <p:spPr>
          <a:xfrm>
            <a:off x="4291584" y="233172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554</a:t>
            </a:r>
          </a:p>
        </p:txBody>
      </p:sp>
      <p:sp>
        <p:nvSpPr>
          <p:cNvPr id="4" name="Rounded Rectangle 3"/>
          <p:cNvSpPr/>
          <p:nvPr/>
        </p:nvSpPr>
        <p:spPr>
          <a:xfrm>
            <a:off x="5364480" y="379476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526</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660</a:t>
            </a:r>
          </a:p>
        </p:txBody>
      </p:sp>
      <p:sp>
        <p:nvSpPr>
          <p:cNvPr id="6" name="Rounded Rectangle 5"/>
          <p:cNvSpPr/>
          <p:nvPr/>
        </p:nvSpPr>
        <p:spPr>
          <a:xfrm>
            <a:off x="8583168" y="233172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534</a:t>
            </a:r>
          </a:p>
        </p:txBody>
      </p:sp>
      <p:sp>
        <p:nvSpPr>
          <p:cNvPr id="7" name="Rounded Rectangle 6"/>
          <p:cNvSpPr/>
          <p:nvPr/>
        </p:nvSpPr>
        <p:spPr>
          <a:xfrm>
            <a:off x="6437376" y="233172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535</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469</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DNFs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Lap %</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Name the driver who will complete the lowest proportion of the laps they could have completed.</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- 531</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- 554</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- 526</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- 660</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- 534</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- 535</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- 469</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802880" y="1371600"/>
            <a:ext cx="1950720" cy="41148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Benedict
Logan Sargeant - 6</a:t>
            </a:r>
          </a:p>
        </p:txBody>
      </p:sp>
      <p:sp>
        <p:nvSpPr>
          <p:cNvPr id="3" name="Rounded Rectangle 2"/>
          <p:cNvSpPr/>
          <p:nvPr/>
        </p:nvSpPr>
        <p:spPr>
          <a:xfrm>
            <a:off x="7802880" y="1920240"/>
            <a:ext cx="1950720" cy="41148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Carla
Logan Sargeant - 6</a:t>
            </a:r>
          </a:p>
        </p:txBody>
      </p:sp>
      <p:sp>
        <p:nvSpPr>
          <p:cNvPr id="4" name="Rounded Rectangle 3"/>
          <p:cNvSpPr/>
          <p:nvPr/>
        </p:nvSpPr>
        <p:spPr>
          <a:xfrm>
            <a:off x="7802880" y="2468880"/>
            <a:ext cx="1950720" cy="41148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Damian
Kevin Magnussen - 1</a:t>
            </a:r>
          </a:p>
        </p:txBody>
      </p:sp>
      <p:sp>
        <p:nvSpPr>
          <p:cNvPr id="5" name="Rounded Rectangle 4"/>
          <p:cNvSpPr/>
          <p:nvPr/>
        </p:nvSpPr>
        <p:spPr>
          <a:xfrm>
            <a:off x="7802880" y="3017520"/>
            <a:ext cx="1950720" cy="41148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Jarek
Logan Sargeant - 6</a:t>
            </a:r>
          </a:p>
        </p:txBody>
      </p:sp>
      <p:sp>
        <p:nvSpPr>
          <p:cNvPr id="6" name="Rounded Rectangle 5"/>
          <p:cNvSpPr/>
          <p:nvPr/>
        </p:nvSpPr>
        <p:spPr>
          <a:xfrm>
            <a:off x="7802880" y="3566160"/>
            <a:ext cx="1950720" cy="41148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Josh
Logan Sargeant - 6</a:t>
            </a:r>
          </a:p>
        </p:txBody>
      </p:sp>
      <p:sp>
        <p:nvSpPr>
          <p:cNvPr id="7" name="Rounded Rectangle 6"/>
          <p:cNvSpPr/>
          <p:nvPr/>
        </p:nvSpPr>
        <p:spPr>
          <a:xfrm>
            <a:off x="7802880" y="4114800"/>
            <a:ext cx="1950720" cy="41148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Kacper
Yuki Tsunoda - 15</a:t>
            </a:r>
          </a:p>
        </p:txBody>
      </p:sp>
      <p:sp>
        <p:nvSpPr>
          <p:cNvPr id="8" name="Rounded Rectangle 7"/>
          <p:cNvSpPr/>
          <p:nvPr/>
        </p:nvSpPr>
        <p:spPr>
          <a:xfrm>
            <a:off x="7802880" y="4663440"/>
            <a:ext cx="1950720" cy="41148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Suley
Lance Stroll - 8</a:t>
            </a:r>
          </a:p>
        </p:txBody>
      </p:sp>
      <p:graphicFrame>
        <p:nvGraphicFramePr>
          <p:cNvPr id="9" name="Table 8"/>
          <p:cNvGraphicFramePr>
            <a:graphicFrameLocks noGrp="1"/>
          </p:cNvGraphicFramePr>
          <p:nvPr/>
        </p:nvGraphicFramePr>
        <p:xfrm>
          <a:off x="487680" y="1371600"/>
          <a:ext cx="4876800" cy="38404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349134">
                <a:tc>
                  <a:txBody>
                    <a:bodyPr/>
                    <a:lstStyle/>
                    <a:p>
                      <a:pPr algn="l"/>
                      <a:r>
                        <a:rPr sz="1200"/>
                        <a:t>Rank</a:t>
                      </a:r>
                    </a:p>
                  </a:txBody>
                  <a:tcPr marT="63500" marB="63500">
                    <a:solidFill>
                      <a:srgbClr val="C8C8C8"/>
                    </a:solidFill>
                  </a:tcPr>
                </a:tc>
                <a:tc>
                  <a:txBody>
                    <a:bodyPr/>
                    <a:lstStyle/>
                    <a:p>
                      <a:pPr algn="l"/>
                      <a:r>
                        <a:rPr sz="1200"/>
                        <a:t>Driver</a:t>
                      </a:r>
                    </a:p>
                  </a:txBody>
                  <a:tcPr marT="63500" marB="63500">
                    <a:solidFill>
                      <a:srgbClr val="C8C8C8"/>
                    </a:solidFill>
                  </a:tcPr>
                </a:tc>
                <a:tc>
                  <a:txBody>
                    <a:bodyPr/>
                    <a:lstStyle/>
                    <a:p>
                      <a:pPr algn="l"/>
                      <a:r>
                        <a:rPr sz="1200"/>
                        <a:t>Count</a:t>
                      </a:r>
                    </a:p>
                  </a:txBody>
                  <a:tcPr marT="63500" marB="63500">
                    <a:solidFill>
                      <a:srgbClr val="C8C8C8"/>
                    </a:solidFill>
                  </a:tcPr>
                </a:tc>
                <a:extLst>
                  <a:ext uri="{0D108BD9-81ED-4DB2-BD59-A6C34878D82A}">
                    <a16:rowId xmlns:a16="http://schemas.microsoft.com/office/drawing/2014/main" val="10000"/>
                  </a:ext>
                </a:extLst>
              </a:tr>
              <a:tr h="349134">
                <a:tc>
                  <a:txBody>
                    <a:bodyPr/>
                    <a:lstStyle/>
                    <a:p>
                      <a:pPr algn="l"/>
                      <a:r>
                        <a:rPr sz="1200"/>
                        <a:t>1</a:t>
                      </a:r>
                    </a:p>
                  </a:txBody>
                  <a:tcPr marT="63500" marB="63500">
                    <a:solidFill>
                      <a:srgbClr val="C8C8C8"/>
                    </a:solidFill>
                  </a:tcPr>
                </a:tc>
                <a:tc>
                  <a:txBody>
                    <a:bodyPr/>
                    <a:lstStyle/>
                    <a:p>
                      <a:pPr algn="l"/>
                      <a:r>
                        <a:rPr sz="1200"/>
                        <a:t>Alexander Albon</a:t>
                      </a:r>
                    </a:p>
                  </a:txBody>
                  <a:tcPr marT="63500" marB="63500">
                    <a:solidFill>
                      <a:srgbClr val="C8C8C8"/>
                    </a:solidFill>
                  </a:tcPr>
                </a:tc>
                <a:tc>
                  <a:txBody>
                    <a:bodyPr/>
                    <a:lstStyle/>
                    <a:p>
                      <a:pPr algn="l"/>
                      <a:r>
                        <a:rPr sz="1200"/>
                        <a:t>0.8283636363636364</a:t>
                      </a:r>
                    </a:p>
                  </a:txBody>
                  <a:tcPr marT="63500" marB="63500">
                    <a:solidFill>
                      <a:srgbClr val="C8C8C8"/>
                    </a:solidFill>
                  </a:tcPr>
                </a:tc>
                <a:extLst>
                  <a:ext uri="{0D108BD9-81ED-4DB2-BD59-A6C34878D82A}">
                    <a16:rowId xmlns:a16="http://schemas.microsoft.com/office/drawing/2014/main" val="10001"/>
                  </a:ext>
                </a:extLst>
              </a:tr>
              <a:tr h="349134">
                <a:tc>
                  <a:txBody>
                    <a:bodyPr/>
                    <a:lstStyle/>
                    <a:p>
                      <a:pPr algn="l"/>
                      <a:r>
                        <a:rPr sz="1200"/>
                        <a:t>2</a:t>
                      </a:r>
                    </a:p>
                  </a:txBody>
                  <a:tcPr marT="63500" marB="63500">
                    <a:solidFill>
                      <a:srgbClr val="C8C8C8"/>
                    </a:solidFill>
                  </a:tcPr>
                </a:tc>
                <a:tc>
                  <a:txBody>
                    <a:bodyPr/>
                    <a:lstStyle/>
                    <a:p>
                      <a:pPr algn="l"/>
                      <a:r>
                        <a:rPr sz="1200"/>
                        <a:t>Esteban Ocon</a:t>
                      </a:r>
                    </a:p>
                  </a:txBody>
                  <a:tcPr marT="63500" marB="63500">
                    <a:solidFill>
                      <a:srgbClr val="C8C8C8"/>
                    </a:solidFill>
                  </a:tcPr>
                </a:tc>
                <a:tc>
                  <a:txBody>
                    <a:bodyPr/>
                    <a:lstStyle/>
                    <a:p>
                      <a:pPr algn="l"/>
                      <a:r>
                        <a:rPr sz="1200"/>
                        <a:t>0.8559556786703602</a:t>
                      </a:r>
                    </a:p>
                  </a:txBody>
                  <a:tcPr marT="63500" marB="63500">
                    <a:solidFill>
                      <a:srgbClr val="C8C8C8"/>
                    </a:solidFill>
                  </a:tcPr>
                </a:tc>
                <a:extLst>
                  <a:ext uri="{0D108BD9-81ED-4DB2-BD59-A6C34878D82A}">
                    <a16:rowId xmlns:a16="http://schemas.microsoft.com/office/drawing/2014/main" val="10002"/>
                  </a:ext>
                </a:extLst>
              </a:tr>
              <a:tr h="349134">
                <a:tc>
                  <a:txBody>
                    <a:bodyPr/>
                    <a:lstStyle/>
                    <a:p>
                      <a:pPr algn="l"/>
                      <a:r>
                        <a:rPr sz="1200"/>
                        <a:t>3</a:t>
                      </a:r>
                    </a:p>
                  </a:txBody>
                  <a:tcPr marT="63500" marB="63500">
                    <a:solidFill>
                      <a:srgbClr val="C8C8C8"/>
                    </a:solidFill>
                  </a:tcPr>
                </a:tc>
                <a:tc>
                  <a:txBody>
                    <a:bodyPr/>
                    <a:lstStyle/>
                    <a:p>
                      <a:pPr algn="l"/>
                      <a:r>
                        <a:rPr sz="1200"/>
                        <a:t>Yuki Tsunoda</a:t>
                      </a:r>
                    </a:p>
                  </a:txBody>
                  <a:tcPr marT="63500" marB="63500">
                    <a:solidFill>
                      <a:srgbClr val="C8C8C8"/>
                    </a:solidFill>
                  </a:tcPr>
                </a:tc>
                <a:tc>
                  <a:txBody>
                    <a:bodyPr/>
                    <a:lstStyle/>
                    <a:p>
                      <a:pPr algn="l"/>
                      <a:r>
                        <a:rPr sz="1200"/>
                        <a:t>0.8649584487534626</a:t>
                      </a:r>
                    </a:p>
                  </a:txBody>
                  <a:tcPr marT="63500" marB="63500">
                    <a:solidFill>
                      <a:srgbClr val="C8C8C8"/>
                    </a:solidFill>
                  </a:tcPr>
                </a:tc>
                <a:extLst>
                  <a:ext uri="{0D108BD9-81ED-4DB2-BD59-A6C34878D82A}">
                    <a16:rowId xmlns:a16="http://schemas.microsoft.com/office/drawing/2014/main" val="10003"/>
                  </a:ext>
                </a:extLst>
              </a:tr>
              <a:tr h="349134">
                <a:tc>
                  <a:txBody>
                    <a:bodyPr/>
                    <a:lstStyle/>
                    <a:p>
                      <a:pPr algn="l"/>
                      <a:r>
                        <a:rPr sz="1200"/>
                        <a:t>4</a:t>
                      </a:r>
                    </a:p>
                  </a:txBody>
                  <a:tcPr marT="63500" marB="63500">
                    <a:solidFill>
                      <a:srgbClr val="C8C8C8"/>
                    </a:solidFill>
                  </a:tcPr>
                </a:tc>
                <a:tc>
                  <a:txBody>
                    <a:bodyPr/>
                    <a:lstStyle/>
                    <a:p>
                      <a:pPr algn="l"/>
                      <a:r>
                        <a:rPr sz="1200"/>
                        <a:t>Pierre Gasly</a:t>
                      </a:r>
                    </a:p>
                  </a:txBody>
                  <a:tcPr marT="63500" marB="63500">
                    <a:solidFill>
                      <a:srgbClr val="C8C8C8"/>
                    </a:solidFill>
                  </a:tcPr>
                </a:tc>
                <a:tc>
                  <a:txBody>
                    <a:bodyPr/>
                    <a:lstStyle/>
                    <a:p>
                      <a:pPr algn="l"/>
                      <a:r>
                        <a:rPr sz="1200"/>
                        <a:t>0.8739612188365651</a:t>
                      </a:r>
                    </a:p>
                  </a:txBody>
                  <a:tcPr marT="63500" marB="63500">
                    <a:solidFill>
                      <a:srgbClr val="C8C8C8"/>
                    </a:solidFill>
                  </a:tcPr>
                </a:tc>
                <a:extLst>
                  <a:ext uri="{0D108BD9-81ED-4DB2-BD59-A6C34878D82A}">
                    <a16:rowId xmlns:a16="http://schemas.microsoft.com/office/drawing/2014/main" val="10004"/>
                  </a:ext>
                </a:extLst>
              </a:tr>
              <a:tr h="349134">
                <a:tc>
                  <a:txBody>
                    <a:bodyPr/>
                    <a:lstStyle/>
                    <a:p>
                      <a:pPr algn="l"/>
                      <a:r>
                        <a:rPr sz="1200"/>
                        <a:t>5.5</a:t>
                      </a:r>
                    </a:p>
                  </a:txBody>
                  <a:tcPr marT="63500" marB="63500">
                    <a:solidFill>
                      <a:srgbClr val="C8C8C8"/>
                    </a:solidFill>
                  </a:tcPr>
                </a:tc>
                <a:tc>
                  <a:txBody>
                    <a:bodyPr/>
                    <a:lstStyle/>
                    <a:p>
                      <a:pPr algn="l"/>
                      <a:r>
                        <a:rPr sz="1200"/>
                        <a:t>Sergio Perez</a:t>
                      </a:r>
                    </a:p>
                  </a:txBody>
                  <a:tcPr marT="63500" marB="63500">
                    <a:solidFill>
                      <a:srgbClr val="C8C8C8"/>
                    </a:solidFill>
                  </a:tcPr>
                </a:tc>
                <a:tc>
                  <a:txBody>
                    <a:bodyPr/>
                    <a:lstStyle/>
                    <a:p>
                      <a:pPr algn="l"/>
                      <a:r>
                        <a:rPr sz="1200"/>
                        <a:t>0.8753462603878116</a:t>
                      </a:r>
                    </a:p>
                  </a:txBody>
                  <a:tcPr marT="63500" marB="63500">
                    <a:solidFill>
                      <a:srgbClr val="C8C8C8"/>
                    </a:solidFill>
                  </a:tcPr>
                </a:tc>
                <a:extLst>
                  <a:ext uri="{0D108BD9-81ED-4DB2-BD59-A6C34878D82A}">
                    <a16:rowId xmlns:a16="http://schemas.microsoft.com/office/drawing/2014/main" val="10005"/>
                  </a:ext>
                </a:extLst>
              </a:tr>
              <a:tr h="349134">
                <a:tc>
                  <a:txBody>
                    <a:bodyPr/>
                    <a:lstStyle/>
                    <a:p>
                      <a:pPr algn="l"/>
                      <a:r>
                        <a:rPr sz="1200"/>
                        <a:t>5.5</a:t>
                      </a:r>
                    </a:p>
                  </a:txBody>
                  <a:tcPr marT="63500" marB="63500">
                    <a:solidFill>
                      <a:srgbClr val="C8C8C8"/>
                    </a:solidFill>
                  </a:tcPr>
                </a:tc>
                <a:tc>
                  <a:txBody>
                    <a:bodyPr/>
                    <a:lstStyle/>
                    <a:p>
                      <a:pPr algn="l"/>
                      <a:r>
                        <a:rPr sz="1200"/>
                        <a:t>Lance Stroll</a:t>
                      </a:r>
                    </a:p>
                  </a:txBody>
                  <a:tcPr marT="63500" marB="63500">
                    <a:solidFill>
                      <a:srgbClr val="C8C8C8"/>
                    </a:solidFill>
                  </a:tcPr>
                </a:tc>
                <a:tc>
                  <a:txBody>
                    <a:bodyPr/>
                    <a:lstStyle/>
                    <a:p>
                      <a:pPr algn="l"/>
                      <a:r>
                        <a:rPr sz="1200"/>
                        <a:t>0.8753462603878116</a:t>
                      </a:r>
                    </a:p>
                  </a:txBody>
                  <a:tcPr marT="63500" marB="63500">
                    <a:solidFill>
                      <a:srgbClr val="C8C8C8"/>
                    </a:solidFill>
                  </a:tcPr>
                </a:tc>
                <a:extLst>
                  <a:ext uri="{0D108BD9-81ED-4DB2-BD59-A6C34878D82A}">
                    <a16:rowId xmlns:a16="http://schemas.microsoft.com/office/drawing/2014/main" val="10006"/>
                  </a:ext>
                </a:extLst>
              </a:tr>
              <a:tr h="349134">
                <a:tc>
                  <a:txBody>
                    <a:bodyPr/>
                    <a:lstStyle/>
                    <a:p>
                      <a:pPr algn="l"/>
                      <a:r>
                        <a:rPr sz="1200"/>
                        <a:t>7</a:t>
                      </a:r>
                    </a:p>
                  </a:txBody>
                  <a:tcPr marT="63500" marB="63500">
                    <a:solidFill>
                      <a:srgbClr val="C8C8C8"/>
                    </a:solidFill>
                  </a:tcPr>
                </a:tc>
                <a:tc>
                  <a:txBody>
                    <a:bodyPr/>
                    <a:lstStyle/>
                    <a:p>
                      <a:pPr algn="l"/>
                      <a:r>
                        <a:rPr sz="1200"/>
                        <a:t>Logan Sargeant</a:t>
                      </a:r>
                    </a:p>
                  </a:txBody>
                  <a:tcPr marT="63500" marB="63500">
                    <a:solidFill>
                      <a:srgbClr val="C8C8C8"/>
                    </a:solidFill>
                  </a:tcPr>
                </a:tc>
                <a:tc>
                  <a:txBody>
                    <a:bodyPr/>
                    <a:lstStyle/>
                    <a:p>
                      <a:pPr algn="l"/>
                      <a:r>
                        <a:rPr sz="1200"/>
                        <a:t>0.8952270081490105</a:t>
                      </a:r>
                    </a:p>
                  </a:txBody>
                  <a:tcPr marT="63500" marB="63500">
                    <a:solidFill>
                      <a:srgbClr val="C8C8C8"/>
                    </a:solidFill>
                  </a:tcPr>
                </a:tc>
                <a:extLst>
                  <a:ext uri="{0D108BD9-81ED-4DB2-BD59-A6C34878D82A}">
                    <a16:rowId xmlns:a16="http://schemas.microsoft.com/office/drawing/2014/main" val="10007"/>
                  </a:ext>
                </a:extLst>
              </a:tr>
              <a:tr h="349134">
                <a:tc>
                  <a:txBody>
                    <a:bodyPr/>
                    <a:lstStyle/>
                    <a:p>
                      <a:pPr algn="l"/>
                      <a:r>
                        <a:rPr sz="1200"/>
                        <a:t>8</a:t>
                      </a:r>
                    </a:p>
                  </a:txBody>
                  <a:tcPr marT="63500" marB="63500">
                    <a:solidFill>
                      <a:srgbClr val="C8C8C8"/>
                    </a:solidFill>
                  </a:tcPr>
                </a:tc>
                <a:tc>
                  <a:txBody>
                    <a:bodyPr/>
                    <a:lstStyle/>
                    <a:p>
                      <a:pPr algn="l"/>
                      <a:r>
                        <a:rPr sz="1200"/>
                        <a:t>Nico Hulkenberg</a:t>
                      </a:r>
                    </a:p>
                  </a:txBody>
                  <a:tcPr marT="63500" marB="63500">
                    <a:solidFill>
                      <a:srgbClr val="C8C8C8"/>
                    </a:solidFill>
                  </a:tcPr>
                </a:tc>
                <a:tc>
                  <a:txBody>
                    <a:bodyPr/>
                    <a:lstStyle/>
                    <a:p>
                      <a:pPr algn="l"/>
                      <a:r>
                        <a:rPr sz="1200"/>
                        <a:t>0.899584487534626</a:t>
                      </a:r>
                    </a:p>
                  </a:txBody>
                  <a:tcPr marT="63500" marB="63500">
                    <a:solidFill>
                      <a:srgbClr val="C8C8C8"/>
                    </a:solidFill>
                  </a:tcPr>
                </a:tc>
                <a:extLst>
                  <a:ext uri="{0D108BD9-81ED-4DB2-BD59-A6C34878D82A}">
                    <a16:rowId xmlns:a16="http://schemas.microsoft.com/office/drawing/2014/main" val="10008"/>
                  </a:ext>
                </a:extLst>
              </a:tr>
              <a:tr h="349134">
                <a:tc>
                  <a:txBody>
                    <a:bodyPr/>
                    <a:lstStyle/>
                    <a:p>
                      <a:pPr algn="l"/>
                      <a:r>
                        <a:rPr sz="1200"/>
                        <a:t>9</a:t>
                      </a:r>
                    </a:p>
                  </a:txBody>
                  <a:tcPr marT="63500" marB="63500">
                    <a:solidFill>
                      <a:srgbClr val="C8C8C8"/>
                    </a:solidFill>
                  </a:tcPr>
                </a:tc>
                <a:tc>
                  <a:txBody>
                    <a:bodyPr/>
                    <a:lstStyle/>
                    <a:p>
                      <a:pPr algn="l"/>
                      <a:r>
                        <a:rPr sz="1200"/>
                        <a:t>Daniel Ricciardo</a:t>
                      </a:r>
                    </a:p>
                  </a:txBody>
                  <a:tcPr marT="63500" marB="63500">
                    <a:solidFill>
                      <a:srgbClr val="C8C8C8"/>
                    </a:solidFill>
                  </a:tcPr>
                </a:tc>
                <a:tc>
                  <a:txBody>
                    <a:bodyPr/>
                    <a:lstStyle/>
                    <a:p>
                      <a:pPr algn="l"/>
                      <a:r>
                        <a:rPr sz="1200"/>
                        <a:t>0.9196675900277008</a:t>
                      </a:r>
                    </a:p>
                  </a:txBody>
                  <a:tcPr marT="63500" marB="63500">
                    <a:solidFill>
                      <a:srgbClr val="C8C8C8"/>
                    </a:solidFill>
                  </a:tcPr>
                </a:tc>
                <a:extLst>
                  <a:ext uri="{0D108BD9-81ED-4DB2-BD59-A6C34878D82A}">
                    <a16:rowId xmlns:a16="http://schemas.microsoft.com/office/drawing/2014/main" val="10009"/>
                  </a:ext>
                </a:extLst>
              </a:tr>
              <a:tr h="349140">
                <a:tc>
                  <a:txBody>
                    <a:bodyPr/>
                    <a:lstStyle/>
                    <a:p>
                      <a:pPr algn="l"/>
                      <a:r>
                        <a:rPr sz="1200"/>
                        <a:t>10</a:t>
                      </a:r>
                    </a:p>
                  </a:txBody>
                  <a:tcPr marT="63500" marB="63500">
                    <a:solidFill>
                      <a:srgbClr val="C8C8C8"/>
                    </a:solidFill>
                  </a:tcPr>
                </a:tc>
                <a:tc>
                  <a:txBody>
                    <a:bodyPr/>
                    <a:lstStyle/>
                    <a:p>
                      <a:pPr algn="l"/>
                      <a:r>
                        <a:rPr sz="1200"/>
                        <a:t>Kevin Magnussen</a:t>
                      </a:r>
                    </a:p>
                  </a:txBody>
                  <a:tcPr marT="63500" marB="63500">
                    <a:solidFill>
                      <a:srgbClr val="C8C8C8"/>
                    </a:solidFill>
                  </a:tcPr>
                </a:tc>
                <a:tc>
                  <a:txBody>
                    <a:bodyPr/>
                    <a:lstStyle/>
                    <a:p>
                      <a:pPr algn="l"/>
                      <a:r>
                        <a:rPr sz="1200"/>
                        <a:t>0.9305135951661632</a:t>
                      </a:r>
                    </a:p>
                  </a:txBody>
                  <a:tcPr marT="63500" marB="63500">
                    <a:solidFill>
                      <a:srgbClr val="C8C8C8"/>
                    </a:solidFill>
                  </a:tcPr>
                </a:tc>
                <a:extLst>
                  <a:ext uri="{0D108BD9-81ED-4DB2-BD59-A6C34878D82A}">
                    <a16:rowId xmlns:a16="http://schemas.microsoft.com/office/drawing/2014/main" val="10010"/>
                  </a:ext>
                </a:extLst>
              </a:tr>
            </a:tbl>
          </a:graphicData>
        </a:graphic>
      </p:graphicFrame>
      <p:sp>
        <p:nvSpPr>
          <p:cNvPr id="10" name="Rectangle 9"/>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Lap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682240" y="379476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537</a:t>
            </a:r>
          </a:p>
        </p:txBody>
      </p:sp>
      <p:sp>
        <p:nvSpPr>
          <p:cNvPr id="3" name="Rounded Rectangle 2"/>
          <p:cNvSpPr/>
          <p:nvPr/>
        </p:nvSpPr>
        <p:spPr>
          <a:xfrm>
            <a:off x="4291584" y="233172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560</a:t>
            </a:r>
          </a:p>
        </p:txBody>
      </p:sp>
      <p:sp>
        <p:nvSpPr>
          <p:cNvPr id="4" name="Rounded Rectangle 3"/>
          <p:cNvSpPr/>
          <p:nvPr/>
        </p:nvSpPr>
        <p:spPr>
          <a:xfrm>
            <a:off x="5364480" y="379476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527</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666</a:t>
            </a:r>
          </a:p>
        </p:txBody>
      </p:sp>
      <p:sp>
        <p:nvSpPr>
          <p:cNvPr id="6" name="Rounded Rectangle 5"/>
          <p:cNvSpPr/>
          <p:nvPr/>
        </p:nvSpPr>
        <p:spPr>
          <a:xfrm>
            <a:off x="8583168" y="233172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540</a:t>
            </a:r>
          </a:p>
        </p:txBody>
      </p:sp>
      <p:sp>
        <p:nvSpPr>
          <p:cNvPr id="7" name="Rounded Rectangle 6"/>
          <p:cNvSpPr/>
          <p:nvPr/>
        </p:nvSpPr>
        <p:spPr>
          <a:xfrm>
            <a:off x="6437376" y="233172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550</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477</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Lap %</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Most Pit Stops</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Name the driver that will complete the most pit stops.</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- 537</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- 560</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- 527</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- 666</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- 540</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- 550</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- 477</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802880" y="1371600"/>
            <a:ext cx="1950720" cy="41148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Benedict
Kevin Magnussen - 15</a:t>
            </a:r>
          </a:p>
        </p:txBody>
      </p:sp>
      <p:sp>
        <p:nvSpPr>
          <p:cNvPr id="3" name="Rounded Rectangle 2"/>
          <p:cNvSpPr/>
          <p:nvPr/>
        </p:nvSpPr>
        <p:spPr>
          <a:xfrm>
            <a:off x="7802880" y="1920240"/>
            <a:ext cx="1950720" cy="41148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Carla
Kevin Magnussen - 15</a:t>
            </a:r>
          </a:p>
        </p:txBody>
      </p:sp>
      <p:sp>
        <p:nvSpPr>
          <p:cNvPr id="4" name="Rounded Rectangle 3"/>
          <p:cNvSpPr/>
          <p:nvPr/>
        </p:nvSpPr>
        <p:spPr>
          <a:xfrm>
            <a:off x="7802880" y="2468880"/>
            <a:ext cx="1950720" cy="41148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Damian
Nico Hulkenberg - 15</a:t>
            </a:r>
          </a:p>
        </p:txBody>
      </p:sp>
      <p:sp>
        <p:nvSpPr>
          <p:cNvPr id="5" name="Rounded Rectangle 4"/>
          <p:cNvSpPr/>
          <p:nvPr/>
        </p:nvSpPr>
        <p:spPr>
          <a:xfrm>
            <a:off x="7802880" y="3017520"/>
            <a:ext cx="1950720" cy="41148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Jarek
Zhou Guanyu - 25</a:t>
            </a:r>
          </a:p>
        </p:txBody>
      </p:sp>
      <p:sp>
        <p:nvSpPr>
          <p:cNvPr id="6" name="Rounded Rectangle 5"/>
          <p:cNvSpPr/>
          <p:nvPr/>
        </p:nvSpPr>
        <p:spPr>
          <a:xfrm>
            <a:off x="7802880" y="3566160"/>
            <a:ext cx="1950720" cy="41148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Josh
Alexander Albon - 0</a:t>
            </a:r>
          </a:p>
        </p:txBody>
      </p:sp>
      <p:sp>
        <p:nvSpPr>
          <p:cNvPr id="7" name="Rounded Rectangle 6"/>
          <p:cNvSpPr/>
          <p:nvPr/>
        </p:nvSpPr>
        <p:spPr>
          <a:xfrm>
            <a:off x="7802880" y="4114800"/>
            <a:ext cx="1950720" cy="41148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Kacper
Lance Stroll - 8</a:t>
            </a:r>
          </a:p>
        </p:txBody>
      </p:sp>
      <p:sp>
        <p:nvSpPr>
          <p:cNvPr id="8" name="Rounded Rectangle 7"/>
          <p:cNvSpPr/>
          <p:nvPr/>
        </p:nvSpPr>
        <p:spPr>
          <a:xfrm>
            <a:off x="7802880" y="4663440"/>
            <a:ext cx="1950720" cy="41148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Suley
Logan Sargeant - 0</a:t>
            </a:r>
          </a:p>
        </p:txBody>
      </p:sp>
      <p:graphicFrame>
        <p:nvGraphicFramePr>
          <p:cNvPr id="9" name="Table 8"/>
          <p:cNvGraphicFramePr>
            <a:graphicFrameLocks noGrp="1"/>
          </p:cNvGraphicFramePr>
          <p:nvPr/>
        </p:nvGraphicFramePr>
        <p:xfrm>
          <a:off x="487680" y="1371600"/>
          <a:ext cx="4876800" cy="38404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320040">
                <a:tc>
                  <a:txBody>
                    <a:bodyPr/>
                    <a:lstStyle/>
                    <a:p>
                      <a:pPr algn="l"/>
                      <a:r>
                        <a:rPr sz="1200"/>
                        <a:t>Rank</a:t>
                      </a:r>
                    </a:p>
                  </a:txBody>
                  <a:tcPr marT="63500" marB="63500">
                    <a:solidFill>
                      <a:srgbClr val="C8C8C8"/>
                    </a:solidFill>
                  </a:tcPr>
                </a:tc>
                <a:tc>
                  <a:txBody>
                    <a:bodyPr/>
                    <a:lstStyle/>
                    <a:p>
                      <a:pPr algn="l"/>
                      <a:r>
                        <a:rPr sz="1200"/>
                        <a:t>Driver</a:t>
                      </a:r>
                    </a:p>
                  </a:txBody>
                  <a:tcPr marT="63500" marB="63500">
                    <a:solidFill>
                      <a:srgbClr val="C8C8C8"/>
                    </a:solidFill>
                  </a:tcPr>
                </a:tc>
                <a:tc>
                  <a:txBody>
                    <a:bodyPr/>
                    <a:lstStyle/>
                    <a:p>
                      <a:pPr algn="l"/>
                      <a:r>
                        <a:rPr sz="1200"/>
                        <a:t>Count</a:t>
                      </a:r>
                    </a:p>
                  </a:txBody>
                  <a:tcPr marT="63500" marB="63500">
                    <a:solidFill>
                      <a:srgbClr val="C8C8C8"/>
                    </a:solidFill>
                  </a:tcPr>
                </a:tc>
                <a:extLst>
                  <a:ext uri="{0D108BD9-81ED-4DB2-BD59-A6C34878D82A}">
                    <a16:rowId xmlns:a16="http://schemas.microsoft.com/office/drawing/2014/main" val="10000"/>
                  </a:ext>
                </a:extLst>
              </a:tr>
              <a:tr h="320040">
                <a:tc>
                  <a:txBody>
                    <a:bodyPr/>
                    <a:lstStyle/>
                    <a:p>
                      <a:pPr algn="l"/>
                      <a:r>
                        <a:rPr sz="1200"/>
                        <a:t>1</a:t>
                      </a:r>
                    </a:p>
                  </a:txBody>
                  <a:tcPr marT="63500" marB="63500">
                    <a:solidFill>
                      <a:srgbClr val="C8C8C8"/>
                    </a:solidFill>
                  </a:tcPr>
                </a:tc>
                <a:tc>
                  <a:txBody>
                    <a:bodyPr/>
                    <a:lstStyle/>
                    <a:p>
                      <a:pPr algn="l"/>
                      <a:r>
                        <a:rPr sz="1200"/>
                        <a:t>Zhou Guanyu</a:t>
                      </a:r>
                    </a:p>
                  </a:txBody>
                  <a:tcPr marT="63500" marB="63500">
                    <a:solidFill>
                      <a:srgbClr val="C8C8C8"/>
                    </a:solidFill>
                  </a:tcPr>
                </a:tc>
                <a:tc>
                  <a:txBody>
                    <a:bodyPr/>
                    <a:lstStyle/>
                    <a:p>
                      <a:pPr algn="l"/>
                      <a:r>
                        <a:rPr sz="1200"/>
                        <a:t>46</a:t>
                      </a:r>
                    </a:p>
                  </a:txBody>
                  <a:tcPr marT="63500" marB="63500">
                    <a:solidFill>
                      <a:srgbClr val="C8C8C8"/>
                    </a:solidFill>
                  </a:tcPr>
                </a:tc>
                <a:extLst>
                  <a:ext uri="{0D108BD9-81ED-4DB2-BD59-A6C34878D82A}">
                    <a16:rowId xmlns:a16="http://schemas.microsoft.com/office/drawing/2014/main" val="10001"/>
                  </a:ext>
                </a:extLst>
              </a:tr>
              <a:tr h="320040">
                <a:tc>
                  <a:txBody>
                    <a:bodyPr/>
                    <a:lstStyle/>
                    <a:p>
                      <a:pPr algn="l"/>
                      <a:r>
                        <a:rPr sz="1200"/>
                        <a:t>3</a:t>
                      </a:r>
                    </a:p>
                  </a:txBody>
                  <a:tcPr marT="63500" marB="63500">
                    <a:solidFill>
                      <a:srgbClr val="C8C8C8"/>
                    </a:solidFill>
                  </a:tcPr>
                </a:tc>
                <a:tc>
                  <a:txBody>
                    <a:bodyPr/>
                    <a:lstStyle/>
                    <a:p>
                      <a:pPr algn="l"/>
                      <a:r>
                        <a:rPr sz="1200"/>
                        <a:t>Sergio Perez</a:t>
                      </a:r>
                    </a:p>
                  </a:txBody>
                  <a:tcPr marT="63500" marB="63500">
                    <a:solidFill>
                      <a:srgbClr val="C8C8C8"/>
                    </a:solidFill>
                  </a:tcPr>
                </a:tc>
                <a:tc>
                  <a:txBody>
                    <a:bodyPr/>
                    <a:lstStyle/>
                    <a:p>
                      <a:pPr algn="l"/>
                      <a:r>
                        <a:rPr sz="1200"/>
                        <a:t>44</a:t>
                      </a:r>
                    </a:p>
                  </a:txBody>
                  <a:tcPr marT="63500" marB="63500">
                    <a:solidFill>
                      <a:srgbClr val="C8C8C8"/>
                    </a:solidFill>
                  </a:tcPr>
                </a:tc>
                <a:extLst>
                  <a:ext uri="{0D108BD9-81ED-4DB2-BD59-A6C34878D82A}">
                    <a16:rowId xmlns:a16="http://schemas.microsoft.com/office/drawing/2014/main" val="10002"/>
                  </a:ext>
                </a:extLst>
              </a:tr>
              <a:tr h="320040">
                <a:tc>
                  <a:txBody>
                    <a:bodyPr/>
                    <a:lstStyle/>
                    <a:p>
                      <a:pPr algn="l"/>
                      <a:r>
                        <a:rPr sz="1200"/>
                        <a:t>3</a:t>
                      </a:r>
                    </a:p>
                  </a:txBody>
                  <a:tcPr marT="63500" marB="63500">
                    <a:solidFill>
                      <a:srgbClr val="C8C8C8"/>
                    </a:solidFill>
                  </a:tcPr>
                </a:tc>
                <a:tc>
                  <a:txBody>
                    <a:bodyPr/>
                    <a:lstStyle/>
                    <a:p>
                      <a:pPr algn="l"/>
                      <a:r>
                        <a:rPr sz="1200"/>
                        <a:t>Nico Hulkenberg</a:t>
                      </a:r>
                    </a:p>
                  </a:txBody>
                  <a:tcPr marT="63500" marB="63500">
                    <a:solidFill>
                      <a:srgbClr val="C8C8C8"/>
                    </a:solidFill>
                  </a:tcPr>
                </a:tc>
                <a:tc>
                  <a:txBody>
                    <a:bodyPr/>
                    <a:lstStyle/>
                    <a:p>
                      <a:pPr algn="l"/>
                      <a:r>
                        <a:rPr sz="1200"/>
                        <a:t>44</a:t>
                      </a:r>
                    </a:p>
                  </a:txBody>
                  <a:tcPr marT="63500" marB="63500">
                    <a:solidFill>
                      <a:srgbClr val="C8C8C8"/>
                    </a:solidFill>
                  </a:tcPr>
                </a:tc>
                <a:extLst>
                  <a:ext uri="{0D108BD9-81ED-4DB2-BD59-A6C34878D82A}">
                    <a16:rowId xmlns:a16="http://schemas.microsoft.com/office/drawing/2014/main" val="10003"/>
                  </a:ext>
                </a:extLst>
              </a:tr>
              <a:tr h="320040">
                <a:tc>
                  <a:txBody>
                    <a:bodyPr/>
                    <a:lstStyle/>
                    <a:p>
                      <a:pPr algn="l"/>
                      <a:r>
                        <a:rPr sz="1200"/>
                        <a:t>3</a:t>
                      </a:r>
                    </a:p>
                  </a:txBody>
                  <a:tcPr marT="63500" marB="63500">
                    <a:solidFill>
                      <a:srgbClr val="C8C8C8"/>
                    </a:solidFill>
                  </a:tcPr>
                </a:tc>
                <a:tc>
                  <a:txBody>
                    <a:bodyPr/>
                    <a:lstStyle/>
                    <a:p>
                      <a:pPr algn="l"/>
                      <a:r>
                        <a:rPr sz="1200"/>
                        <a:t>Kevin Magnussen</a:t>
                      </a:r>
                    </a:p>
                  </a:txBody>
                  <a:tcPr marT="63500" marB="63500">
                    <a:solidFill>
                      <a:srgbClr val="C8C8C8"/>
                    </a:solidFill>
                  </a:tcPr>
                </a:tc>
                <a:tc>
                  <a:txBody>
                    <a:bodyPr/>
                    <a:lstStyle/>
                    <a:p>
                      <a:pPr algn="l"/>
                      <a:r>
                        <a:rPr sz="1200"/>
                        <a:t>44</a:t>
                      </a:r>
                    </a:p>
                  </a:txBody>
                  <a:tcPr marT="63500" marB="63500">
                    <a:solidFill>
                      <a:srgbClr val="C8C8C8"/>
                    </a:solidFill>
                  </a:tcPr>
                </a:tc>
                <a:extLst>
                  <a:ext uri="{0D108BD9-81ED-4DB2-BD59-A6C34878D82A}">
                    <a16:rowId xmlns:a16="http://schemas.microsoft.com/office/drawing/2014/main" val="10004"/>
                  </a:ext>
                </a:extLst>
              </a:tr>
              <a:tr h="320040">
                <a:tc>
                  <a:txBody>
                    <a:bodyPr/>
                    <a:lstStyle/>
                    <a:p>
                      <a:pPr algn="l"/>
                      <a:r>
                        <a:rPr sz="1200"/>
                        <a:t>5.5</a:t>
                      </a:r>
                    </a:p>
                  </a:txBody>
                  <a:tcPr marT="63500" marB="63500">
                    <a:solidFill>
                      <a:srgbClr val="C8C8C8"/>
                    </a:solidFill>
                  </a:tcPr>
                </a:tc>
                <a:tc>
                  <a:txBody>
                    <a:bodyPr/>
                    <a:lstStyle/>
                    <a:p>
                      <a:pPr algn="l"/>
                      <a:r>
                        <a:rPr sz="1200"/>
                        <a:t>Fernando Alonso</a:t>
                      </a:r>
                    </a:p>
                  </a:txBody>
                  <a:tcPr marT="63500" marB="63500">
                    <a:solidFill>
                      <a:srgbClr val="C8C8C8"/>
                    </a:solidFill>
                  </a:tcPr>
                </a:tc>
                <a:tc>
                  <a:txBody>
                    <a:bodyPr/>
                    <a:lstStyle/>
                    <a:p>
                      <a:pPr algn="l"/>
                      <a:r>
                        <a:rPr sz="1200"/>
                        <a:t>41</a:t>
                      </a:r>
                    </a:p>
                  </a:txBody>
                  <a:tcPr marT="63500" marB="63500">
                    <a:solidFill>
                      <a:srgbClr val="C8C8C8"/>
                    </a:solidFill>
                  </a:tcPr>
                </a:tc>
                <a:extLst>
                  <a:ext uri="{0D108BD9-81ED-4DB2-BD59-A6C34878D82A}">
                    <a16:rowId xmlns:a16="http://schemas.microsoft.com/office/drawing/2014/main" val="10005"/>
                  </a:ext>
                </a:extLst>
              </a:tr>
              <a:tr h="320040">
                <a:tc>
                  <a:txBody>
                    <a:bodyPr/>
                    <a:lstStyle/>
                    <a:p>
                      <a:pPr algn="l"/>
                      <a:r>
                        <a:rPr sz="1200"/>
                        <a:t>5.5</a:t>
                      </a:r>
                    </a:p>
                  </a:txBody>
                  <a:tcPr marT="63500" marB="63500">
                    <a:solidFill>
                      <a:srgbClr val="C8C8C8"/>
                    </a:solidFill>
                  </a:tcPr>
                </a:tc>
                <a:tc>
                  <a:txBody>
                    <a:bodyPr/>
                    <a:lstStyle/>
                    <a:p>
                      <a:pPr algn="l"/>
                      <a:r>
                        <a:rPr sz="1200"/>
                        <a:t>Lance Stroll</a:t>
                      </a:r>
                    </a:p>
                  </a:txBody>
                  <a:tcPr marT="63500" marB="63500">
                    <a:solidFill>
                      <a:srgbClr val="C8C8C8"/>
                    </a:solidFill>
                  </a:tcPr>
                </a:tc>
                <a:tc>
                  <a:txBody>
                    <a:bodyPr/>
                    <a:lstStyle/>
                    <a:p>
                      <a:pPr algn="l"/>
                      <a:r>
                        <a:rPr sz="1200"/>
                        <a:t>41</a:t>
                      </a:r>
                    </a:p>
                  </a:txBody>
                  <a:tcPr marT="63500" marB="63500">
                    <a:solidFill>
                      <a:srgbClr val="C8C8C8"/>
                    </a:solidFill>
                  </a:tcPr>
                </a:tc>
                <a:extLst>
                  <a:ext uri="{0D108BD9-81ED-4DB2-BD59-A6C34878D82A}">
                    <a16:rowId xmlns:a16="http://schemas.microsoft.com/office/drawing/2014/main" val="10006"/>
                  </a:ext>
                </a:extLst>
              </a:tr>
              <a:tr h="320040">
                <a:tc>
                  <a:txBody>
                    <a:bodyPr/>
                    <a:lstStyle/>
                    <a:p>
                      <a:pPr algn="l"/>
                      <a:r>
                        <a:rPr sz="1200"/>
                        <a:t>9</a:t>
                      </a:r>
                    </a:p>
                  </a:txBody>
                  <a:tcPr marT="63500" marB="63500">
                    <a:solidFill>
                      <a:srgbClr val="C8C8C8"/>
                    </a:solidFill>
                  </a:tcPr>
                </a:tc>
                <a:tc>
                  <a:txBody>
                    <a:bodyPr/>
                    <a:lstStyle/>
                    <a:p>
                      <a:pPr algn="l"/>
                      <a:r>
                        <a:rPr sz="1200"/>
                        <a:t>Lewis Hamilton</a:t>
                      </a:r>
                    </a:p>
                  </a:txBody>
                  <a:tcPr marT="63500" marB="63500">
                    <a:solidFill>
                      <a:srgbClr val="C8C8C8"/>
                    </a:solidFill>
                  </a:tcPr>
                </a:tc>
                <a:tc>
                  <a:txBody>
                    <a:bodyPr/>
                    <a:lstStyle/>
                    <a:p>
                      <a:pPr algn="l"/>
                      <a:r>
                        <a:rPr sz="1200"/>
                        <a:t>40</a:t>
                      </a:r>
                    </a:p>
                  </a:txBody>
                  <a:tcPr marT="63500" marB="63500">
                    <a:solidFill>
                      <a:srgbClr val="C8C8C8"/>
                    </a:solidFill>
                  </a:tcPr>
                </a:tc>
                <a:extLst>
                  <a:ext uri="{0D108BD9-81ED-4DB2-BD59-A6C34878D82A}">
                    <a16:rowId xmlns:a16="http://schemas.microsoft.com/office/drawing/2014/main" val="10007"/>
                  </a:ext>
                </a:extLst>
              </a:tr>
              <a:tr h="320040">
                <a:tc>
                  <a:txBody>
                    <a:bodyPr/>
                    <a:lstStyle/>
                    <a:p>
                      <a:pPr algn="l"/>
                      <a:r>
                        <a:rPr sz="1200"/>
                        <a:t>9</a:t>
                      </a:r>
                    </a:p>
                  </a:txBody>
                  <a:tcPr marT="63500" marB="63500">
                    <a:solidFill>
                      <a:srgbClr val="C8C8C8"/>
                    </a:solidFill>
                  </a:tcPr>
                </a:tc>
                <a:tc>
                  <a:txBody>
                    <a:bodyPr/>
                    <a:lstStyle/>
                    <a:p>
                      <a:pPr algn="l"/>
                      <a:r>
                        <a:rPr sz="1200"/>
                        <a:t>Charles Leclerc</a:t>
                      </a:r>
                    </a:p>
                  </a:txBody>
                  <a:tcPr marT="63500" marB="63500">
                    <a:solidFill>
                      <a:srgbClr val="C8C8C8"/>
                    </a:solidFill>
                  </a:tcPr>
                </a:tc>
                <a:tc>
                  <a:txBody>
                    <a:bodyPr/>
                    <a:lstStyle/>
                    <a:p>
                      <a:pPr algn="l"/>
                      <a:r>
                        <a:rPr sz="1200"/>
                        <a:t>40</a:t>
                      </a:r>
                    </a:p>
                  </a:txBody>
                  <a:tcPr marT="63500" marB="63500">
                    <a:solidFill>
                      <a:srgbClr val="C8C8C8"/>
                    </a:solidFill>
                  </a:tcPr>
                </a:tc>
                <a:extLst>
                  <a:ext uri="{0D108BD9-81ED-4DB2-BD59-A6C34878D82A}">
                    <a16:rowId xmlns:a16="http://schemas.microsoft.com/office/drawing/2014/main" val="10008"/>
                  </a:ext>
                </a:extLst>
              </a:tr>
              <a:tr h="320040">
                <a:tc>
                  <a:txBody>
                    <a:bodyPr/>
                    <a:lstStyle/>
                    <a:p>
                      <a:pPr algn="l"/>
                      <a:r>
                        <a:rPr sz="1200"/>
                        <a:t>9</a:t>
                      </a:r>
                    </a:p>
                  </a:txBody>
                  <a:tcPr marT="63500" marB="63500">
                    <a:solidFill>
                      <a:srgbClr val="C8C8C8"/>
                    </a:solidFill>
                  </a:tcPr>
                </a:tc>
                <a:tc>
                  <a:txBody>
                    <a:bodyPr/>
                    <a:lstStyle/>
                    <a:p>
                      <a:pPr algn="l"/>
                      <a:r>
                        <a:rPr sz="1200"/>
                        <a:t>Lando Norris</a:t>
                      </a:r>
                    </a:p>
                  </a:txBody>
                  <a:tcPr marT="63500" marB="63500">
                    <a:solidFill>
                      <a:srgbClr val="C8C8C8"/>
                    </a:solidFill>
                  </a:tcPr>
                </a:tc>
                <a:tc>
                  <a:txBody>
                    <a:bodyPr/>
                    <a:lstStyle/>
                    <a:p>
                      <a:pPr algn="l"/>
                      <a:r>
                        <a:rPr sz="1200"/>
                        <a:t>40</a:t>
                      </a:r>
                    </a:p>
                  </a:txBody>
                  <a:tcPr marT="63500" marB="63500">
                    <a:solidFill>
                      <a:srgbClr val="C8C8C8"/>
                    </a:solidFill>
                  </a:tcPr>
                </a:tc>
                <a:extLst>
                  <a:ext uri="{0D108BD9-81ED-4DB2-BD59-A6C34878D82A}">
                    <a16:rowId xmlns:a16="http://schemas.microsoft.com/office/drawing/2014/main" val="10009"/>
                  </a:ext>
                </a:extLst>
              </a:tr>
              <a:tr h="320040">
                <a:tc>
                  <a:txBody>
                    <a:bodyPr/>
                    <a:lstStyle/>
                    <a:p>
                      <a:pPr algn="l"/>
                      <a:r>
                        <a:rPr sz="1200"/>
                        <a:t>9</a:t>
                      </a:r>
                    </a:p>
                  </a:txBody>
                  <a:tcPr marT="63500" marB="63500">
                    <a:solidFill>
                      <a:srgbClr val="C8C8C8"/>
                    </a:solidFill>
                  </a:tcPr>
                </a:tc>
                <a:tc>
                  <a:txBody>
                    <a:bodyPr/>
                    <a:lstStyle/>
                    <a:p>
                      <a:pPr algn="l"/>
                      <a:r>
                        <a:rPr sz="1200"/>
                        <a:t>George Russell</a:t>
                      </a:r>
                    </a:p>
                  </a:txBody>
                  <a:tcPr marT="63500" marB="63500">
                    <a:solidFill>
                      <a:srgbClr val="C8C8C8"/>
                    </a:solidFill>
                  </a:tcPr>
                </a:tc>
                <a:tc>
                  <a:txBody>
                    <a:bodyPr/>
                    <a:lstStyle/>
                    <a:p>
                      <a:pPr algn="l"/>
                      <a:r>
                        <a:rPr sz="1200"/>
                        <a:t>40</a:t>
                      </a:r>
                    </a:p>
                  </a:txBody>
                  <a:tcPr marT="63500" marB="63500">
                    <a:solidFill>
                      <a:srgbClr val="C8C8C8"/>
                    </a:solidFill>
                  </a:tcPr>
                </a:tc>
                <a:extLst>
                  <a:ext uri="{0D108BD9-81ED-4DB2-BD59-A6C34878D82A}">
                    <a16:rowId xmlns:a16="http://schemas.microsoft.com/office/drawing/2014/main" val="10010"/>
                  </a:ext>
                </a:extLst>
              </a:tr>
              <a:tr h="320040">
                <a:tc>
                  <a:txBody>
                    <a:bodyPr/>
                    <a:lstStyle/>
                    <a:p>
                      <a:pPr algn="l"/>
                      <a:r>
                        <a:rPr sz="1200"/>
                        <a:t>9</a:t>
                      </a:r>
                    </a:p>
                  </a:txBody>
                  <a:tcPr marT="63500" marB="63500">
                    <a:solidFill>
                      <a:srgbClr val="C8C8C8"/>
                    </a:solidFill>
                  </a:tcPr>
                </a:tc>
                <a:tc>
                  <a:txBody>
                    <a:bodyPr/>
                    <a:lstStyle/>
                    <a:p>
                      <a:pPr algn="l"/>
                      <a:r>
                        <a:rPr sz="1200"/>
                        <a:t>Oscar Piastri</a:t>
                      </a:r>
                    </a:p>
                  </a:txBody>
                  <a:tcPr marT="63500" marB="63500">
                    <a:solidFill>
                      <a:srgbClr val="C8C8C8"/>
                    </a:solidFill>
                  </a:tcPr>
                </a:tc>
                <a:tc>
                  <a:txBody>
                    <a:bodyPr/>
                    <a:lstStyle/>
                    <a:p>
                      <a:pPr algn="l"/>
                      <a:r>
                        <a:rPr sz="1200"/>
                        <a:t>40</a:t>
                      </a:r>
                    </a:p>
                  </a:txBody>
                  <a:tcPr marT="63500" marB="63500">
                    <a:solidFill>
                      <a:srgbClr val="C8C8C8"/>
                    </a:solidFill>
                  </a:tcPr>
                </a:tc>
                <a:extLst>
                  <a:ext uri="{0D108BD9-81ED-4DB2-BD59-A6C34878D82A}">
                    <a16:rowId xmlns:a16="http://schemas.microsoft.com/office/drawing/2014/main" val="10011"/>
                  </a:ext>
                </a:extLst>
              </a:tr>
            </a:tbl>
          </a:graphicData>
        </a:graphic>
      </p:graphicFrame>
      <p:sp>
        <p:nvSpPr>
          <p:cNvPr id="10" name="Rectangle 9"/>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Most Pit Stops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583168" y="233172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552</a:t>
            </a:r>
          </a:p>
        </p:txBody>
      </p:sp>
      <p:sp>
        <p:nvSpPr>
          <p:cNvPr id="3" name="Rounded Rectangle 2"/>
          <p:cNvSpPr/>
          <p:nvPr/>
        </p:nvSpPr>
        <p:spPr>
          <a:xfrm>
            <a:off x="4291584" y="233172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575</a:t>
            </a:r>
          </a:p>
        </p:txBody>
      </p:sp>
      <p:sp>
        <p:nvSpPr>
          <p:cNvPr id="4" name="Rounded Rectangle 3"/>
          <p:cNvSpPr/>
          <p:nvPr/>
        </p:nvSpPr>
        <p:spPr>
          <a:xfrm>
            <a:off x="2682240" y="379476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542</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691</a:t>
            </a:r>
          </a:p>
        </p:txBody>
      </p:sp>
      <p:sp>
        <p:nvSpPr>
          <p:cNvPr id="6" name="Rounded Rectangle 5"/>
          <p:cNvSpPr/>
          <p:nvPr/>
        </p:nvSpPr>
        <p:spPr>
          <a:xfrm>
            <a:off x="5364480" y="379476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540</a:t>
            </a:r>
          </a:p>
        </p:txBody>
      </p:sp>
      <p:sp>
        <p:nvSpPr>
          <p:cNvPr id="7" name="Rounded Rectangle 6"/>
          <p:cNvSpPr/>
          <p:nvPr/>
        </p:nvSpPr>
        <p:spPr>
          <a:xfrm>
            <a:off x="6437376" y="233172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558</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477</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Most Pit Stops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Most Races to Score</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Name the driver that will take the most races to score.</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- 552</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- 575</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- 542</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- 691</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- 540</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- 558</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- 477</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802880" y="1371600"/>
            <a:ext cx="1950720" cy="41148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Benedict
Logan Sargeant - 0</a:t>
            </a:r>
          </a:p>
        </p:txBody>
      </p:sp>
      <p:sp>
        <p:nvSpPr>
          <p:cNvPr id="3" name="Rounded Rectangle 2"/>
          <p:cNvSpPr/>
          <p:nvPr/>
        </p:nvSpPr>
        <p:spPr>
          <a:xfrm>
            <a:off x="7802880" y="1920240"/>
            <a:ext cx="1950720" cy="41148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Carla
Kevin Magnussen - 6</a:t>
            </a:r>
          </a:p>
        </p:txBody>
      </p:sp>
      <p:sp>
        <p:nvSpPr>
          <p:cNvPr id="4" name="Rounded Rectangle 3"/>
          <p:cNvSpPr/>
          <p:nvPr/>
        </p:nvSpPr>
        <p:spPr>
          <a:xfrm>
            <a:off x="7802880" y="2468880"/>
            <a:ext cx="1950720" cy="41148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Damian
Logan Sargeant - 0</a:t>
            </a:r>
          </a:p>
        </p:txBody>
      </p:sp>
      <p:sp>
        <p:nvSpPr>
          <p:cNvPr id="5" name="Rounded Rectangle 4"/>
          <p:cNvSpPr/>
          <p:nvPr/>
        </p:nvSpPr>
        <p:spPr>
          <a:xfrm>
            <a:off x="7802880" y="3017520"/>
            <a:ext cx="1950720" cy="41148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Jarek
Valtteri Bottas - 0</a:t>
            </a:r>
          </a:p>
        </p:txBody>
      </p:sp>
      <p:sp>
        <p:nvSpPr>
          <p:cNvPr id="6" name="Rounded Rectangle 5"/>
          <p:cNvSpPr/>
          <p:nvPr/>
        </p:nvSpPr>
        <p:spPr>
          <a:xfrm>
            <a:off x="7802880" y="3566160"/>
            <a:ext cx="1950720" cy="41148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Josh
Nico Hulkenberg - 4</a:t>
            </a:r>
          </a:p>
        </p:txBody>
      </p:sp>
      <p:sp>
        <p:nvSpPr>
          <p:cNvPr id="7" name="Rounded Rectangle 6"/>
          <p:cNvSpPr/>
          <p:nvPr/>
        </p:nvSpPr>
        <p:spPr>
          <a:xfrm>
            <a:off x="7802880" y="4114800"/>
            <a:ext cx="1950720" cy="41148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Kacper
Esteban Ocon - 10</a:t>
            </a:r>
          </a:p>
        </p:txBody>
      </p:sp>
      <p:sp>
        <p:nvSpPr>
          <p:cNvPr id="8" name="Rounded Rectangle 7"/>
          <p:cNvSpPr/>
          <p:nvPr/>
        </p:nvSpPr>
        <p:spPr>
          <a:xfrm>
            <a:off x="7802880" y="4663440"/>
            <a:ext cx="1950720" cy="41148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Suley
Logan Sargeant - 0</a:t>
            </a:r>
          </a:p>
        </p:txBody>
      </p:sp>
      <p:graphicFrame>
        <p:nvGraphicFramePr>
          <p:cNvPr id="9" name="Table 8"/>
          <p:cNvGraphicFramePr>
            <a:graphicFrameLocks noGrp="1"/>
          </p:cNvGraphicFramePr>
          <p:nvPr/>
        </p:nvGraphicFramePr>
        <p:xfrm>
          <a:off x="487680" y="1371600"/>
          <a:ext cx="4876800" cy="38404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426720">
                <a:tc>
                  <a:txBody>
                    <a:bodyPr/>
                    <a:lstStyle/>
                    <a:p>
                      <a:pPr algn="l"/>
                      <a:r>
                        <a:rPr sz="1200"/>
                        <a:t>Rank</a:t>
                      </a:r>
                    </a:p>
                  </a:txBody>
                  <a:tcPr marT="63500" marB="63500">
                    <a:solidFill>
                      <a:srgbClr val="C8C8C8"/>
                    </a:solidFill>
                  </a:tcPr>
                </a:tc>
                <a:tc>
                  <a:txBody>
                    <a:bodyPr/>
                    <a:lstStyle/>
                    <a:p>
                      <a:pPr algn="l"/>
                      <a:r>
                        <a:rPr sz="1200"/>
                        <a:t>Driver</a:t>
                      </a:r>
                    </a:p>
                  </a:txBody>
                  <a:tcPr marT="63500" marB="63500">
                    <a:solidFill>
                      <a:srgbClr val="C8C8C8"/>
                    </a:solidFill>
                  </a:tcPr>
                </a:tc>
                <a:tc>
                  <a:txBody>
                    <a:bodyPr/>
                    <a:lstStyle/>
                    <a:p>
                      <a:pPr algn="l"/>
                      <a:r>
                        <a:rPr sz="1200"/>
                        <a:t>Count</a:t>
                      </a:r>
                    </a:p>
                  </a:txBody>
                  <a:tcPr marT="63500" marB="63500">
                    <a:solidFill>
                      <a:srgbClr val="C8C8C8"/>
                    </a:solidFill>
                  </a:tcPr>
                </a:tc>
                <a:extLst>
                  <a:ext uri="{0D108BD9-81ED-4DB2-BD59-A6C34878D82A}">
                    <a16:rowId xmlns:a16="http://schemas.microsoft.com/office/drawing/2014/main" val="10000"/>
                  </a:ext>
                </a:extLst>
              </a:tr>
              <a:tr h="426720">
                <a:tc>
                  <a:txBody>
                    <a:bodyPr/>
                    <a:lstStyle/>
                    <a:p>
                      <a:pPr algn="l"/>
                      <a:r>
                        <a:rPr sz="1200"/>
                        <a:t>1</a:t>
                      </a:r>
                    </a:p>
                  </a:txBody>
                  <a:tcPr marT="63500" marB="63500">
                    <a:solidFill>
                      <a:srgbClr val="C8C8C8"/>
                    </a:solidFill>
                  </a:tcPr>
                </a:tc>
                <a:tc>
                  <a:txBody>
                    <a:bodyPr/>
                    <a:lstStyle/>
                    <a:p>
                      <a:pPr algn="l"/>
                      <a:r>
                        <a:rPr sz="1200"/>
                        <a:t>Zhou Guanyu</a:t>
                      </a:r>
                    </a:p>
                  </a:txBody>
                  <a:tcPr marT="63500" marB="63500">
                    <a:solidFill>
                      <a:srgbClr val="C8C8C8"/>
                    </a:solidFill>
                  </a:tcPr>
                </a:tc>
                <a:tc>
                  <a:txBody>
                    <a:bodyPr/>
                    <a:lstStyle/>
                    <a:p>
                      <a:pPr algn="l"/>
                      <a:r>
                        <a:rPr sz="1200"/>
                        <a:t>23</a:t>
                      </a:r>
                    </a:p>
                  </a:txBody>
                  <a:tcPr marT="63500" marB="63500">
                    <a:solidFill>
                      <a:srgbClr val="C8C8C8"/>
                    </a:solidFill>
                  </a:tcPr>
                </a:tc>
                <a:extLst>
                  <a:ext uri="{0D108BD9-81ED-4DB2-BD59-A6C34878D82A}">
                    <a16:rowId xmlns:a16="http://schemas.microsoft.com/office/drawing/2014/main" val="10001"/>
                  </a:ext>
                </a:extLst>
              </a:tr>
              <a:tr h="426720">
                <a:tc>
                  <a:txBody>
                    <a:bodyPr/>
                    <a:lstStyle/>
                    <a:p>
                      <a:pPr algn="l"/>
                      <a:r>
                        <a:rPr sz="1200"/>
                        <a:t>2</a:t>
                      </a:r>
                    </a:p>
                  </a:txBody>
                  <a:tcPr marT="63500" marB="63500">
                    <a:solidFill>
                      <a:srgbClr val="C8C8C8"/>
                    </a:solidFill>
                  </a:tcPr>
                </a:tc>
                <a:tc>
                  <a:txBody>
                    <a:bodyPr/>
                    <a:lstStyle/>
                    <a:p>
                      <a:pPr algn="l"/>
                      <a:r>
                        <a:rPr sz="1200"/>
                        <a:t>Daniel Ricciardo</a:t>
                      </a:r>
                    </a:p>
                  </a:txBody>
                  <a:tcPr marT="63500" marB="63500">
                    <a:solidFill>
                      <a:srgbClr val="C8C8C8"/>
                    </a:solidFill>
                  </a:tcPr>
                </a:tc>
                <a:tc>
                  <a:txBody>
                    <a:bodyPr/>
                    <a:lstStyle/>
                    <a:p>
                      <a:pPr algn="l"/>
                      <a:r>
                        <a:rPr sz="1200"/>
                        <a:t>9</a:t>
                      </a:r>
                    </a:p>
                  </a:txBody>
                  <a:tcPr marT="63500" marB="63500">
                    <a:solidFill>
                      <a:srgbClr val="C8C8C8"/>
                    </a:solidFill>
                  </a:tcPr>
                </a:tc>
                <a:extLst>
                  <a:ext uri="{0D108BD9-81ED-4DB2-BD59-A6C34878D82A}">
                    <a16:rowId xmlns:a16="http://schemas.microsoft.com/office/drawing/2014/main" val="10002"/>
                  </a:ext>
                </a:extLst>
              </a:tr>
              <a:tr h="426720">
                <a:tc>
                  <a:txBody>
                    <a:bodyPr/>
                    <a:lstStyle/>
                    <a:p>
                      <a:pPr algn="l"/>
                      <a:r>
                        <a:rPr sz="1200"/>
                        <a:t>3.5</a:t>
                      </a:r>
                    </a:p>
                  </a:txBody>
                  <a:tcPr marT="63500" marB="63500">
                    <a:solidFill>
                      <a:srgbClr val="C8C8C8"/>
                    </a:solidFill>
                  </a:tcPr>
                </a:tc>
                <a:tc>
                  <a:txBody>
                    <a:bodyPr/>
                    <a:lstStyle/>
                    <a:p>
                      <a:pPr algn="l"/>
                      <a:r>
                        <a:rPr sz="1200"/>
                        <a:t>Pierre Gasly</a:t>
                      </a:r>
                    </a:p>
                  </a:txBody>
                  <a:tcPr marT="63500" marB="63500">
                    <a:solidFill>
                      <a:srgbClr val="C8C8C8"/>
                    </a:solidFill>
                  </a:tcPr>
                </a:tc>
                <a:tc>
                  <a:txBody>
                    <a:bodyPr/>
                    <a:lstStyle/>
                    <a:p>
                      <a:pPr algn="l"/>
                      <a:r>
                        <a:rPr sz="1200"/>
                        <a:t>8</a:t>
                      </a:r>
                    </a:p>
                  </a:txBody>
                  <a:tcPr marT="63500" marB="63500">
                    <a:solidFill>
                      <a:srgbClr val="C8C8C8"/>
                    </a:solidFill>
                  </a:tcPr>
                </a:tc>
                <a:extLst>
                  <a:ext uri="{0D108BD9-81ED-4DB2-BD59-A6C34878D82A}">
                    <a16:rowId xmlns:a16="http://schemas.microsoft.com/office/drawing/2014/main" val="10003"/>
                  </a:ext>
                </a:extLst>
              </a:tr>
              <a:tr h="426720">
                <a:tc>
                  <a:txBody>
                    <a:bodyPr/>
                    <a:lstStyle/>
                    <a:p>
                      <a:pPr algn="l"/>
                      <a:r>
                        <a:rPr sz="1200"/>
                        <a:t>3.5</a:t>
                      </a:r>
                    </a:p>
                  </a:txBody>
                  <a:tcPr marT="63500" marB="63500">
                    <a:solidFill>
                      <a:srgbClr val="C8C8C8"/>
                    </a:solidFill>
                  </a:tcPr>
                </a:tc>
                <a:tc>
                  <a:txBody>
                    <a:bodyPr/>
                    <a:lstStyle/>
                    <a:p>
                      <a:pPr algn="l"/>
                      <a:r>
                        <a:rPr sz="1200"/>
                        <a:t>Alexander Albon</a:t>
                      </a:r>
                    </a:p>
                  </a:txBody>
                  <a:tcPr marT="63500" marB="63500">
                    <a:solidFill>
                      <a:srgbClr val="C8C8C8"/>
                    </a:solidFill>
                  </a:tcPr>
                </a:tc>
                <a:tc>
                  <a:txBody>
                    <a:bodyPr/>
                    <a:lstStyle/>
                    <a:p>
                      <a:pPr algn="l"/>
                      <a:r>
                        <a:rPr sz="1200"/>
                        <a:t>8</a:t>
                      </a:r>
                    </a:p>
                  </a:txBody>
                  <a:tcPr marT="63500" marB="63500">
                    <a:solidFill>
                      <a:srgbClr val="C8C8C8"/>
                    </a:solidFill>
                  </a:tcPr>
                </a:tc>
                <a:extLst>
                  <a:ext uri="{0D108BD9-81ED-4DB2-BD59-A6C34878D82A}">
                    <a16:rowId xmlns:a16="http://schemas.microsoft.com/office/drawing/2014/main" val="10004"/>
                  </a:ext>
                </a:extLst>
              </a:tr>
              <a:tr h="426720">
                <a:tc>
                  <a:txBody>
                    <a:bodyPr/>
                    <a:lstStyle/>
                    <a:p>
                      <a:pPr algn="l"/>
                      <a:r>
                        <a:rPr sz="1200"/>
                        <a:t>5</a:t>
                      </a:r>
                    </a:p>
                  </a:txBody>
                  <a:tcPr marT="63500" marB="63500">
                    <a:solidFill>
                      <a:srgbClr val="C8C8C8"/>
                    </a:solidFill>
                  </a:tcPr>
                </a:tc>
                <a:tc>
                  <a:txBody>
                    <a:bodyPr/>
                    <a:lstStyle/>
                    <a:p>
                      <a:pPr algn="l"/>
                      <a:r>
                        <a:rPr sz="1200"/>
                        <a:t>Esteban Ocon</a:t>
                      </a:r>
                    </a:p>
                  </a:txBody>
                  <a:tcPr marT="63500" marB="63500">
                    <a:solidFill>
                      <a:srgbClr val="C8C8C8"/>
                    </a:solidFill>
                  </a:tcPr>
                </a:tc>
                <a:tc>
                  <a:txBody>
                    <a:bodyPr/>
                    <a:lstStyle/>
                    <a:p>
                      <a:pPr algn="l"/>
                      <a:r>
                        <a:rPr sz="1200"/>
                        <a:t>6</a:t>
                      </a:r>
                    </a:p>
                  </a:txBody>
                  <a:tcPr marT="63500" marB="63500">
                    <a:solidFill>
                      <a:srgbClr val="C8C8C8"/>
                    </a:solidFill>
                  </a:tcPr>
                </a:tc>
                <a:extLst>
                  <a:ext uri="{0D108BD9-81ED-4DB2-BD59-A6C34878D82A}">
                    <a16:rowId xmlns:a16="http://schemas.microsoft.com/office/drawing/2014/main" val="10005"/>
                  </a:ext>
                </a:extLst>
              </a:tr>
              <a:tr h="426720">
                <a:tc>
                  <a:txBody>
                    <a:bodyPr/>
                    <a:lstStyle/>
                    <a:p>
                      <a:pPr algn="l"/>
                      <a:r>
                        <a:rPr sz="1200"/>
                        <a:t>6.5</a:t>
                      </a:r>
                    </a:p>
                  </a:txBody>
                  <a:tcPr marT="63500" marB="63500">
                    <a:solidFill>
                      <a:srgbClr val="C8C8C8"/>
                    </a:solidFill>
                  </a:tcPr>
                </a:tc>
                <a:tc>
                  <a:txBody>
                    <a:bodyPr/>
                    <a:lstStyle/>
                    <a:p>
                      <a:pPr algn="l"/>
                      <a:r>
                        <a:rPr sz="1200"/>
                        <a:t>Yuki Tsunoda</a:t>
                      </a:r>
                    </a:p>
                  </a:txBody>
                  <a:tcPr marT="63500" marB="63500">
                    <a:solidFill>
                      <a:srgbClr val="C8C8C8"/>
                    </a:solidFill>
                  </a:tcPr>
                </a:tc>
                <a:tc>
                  <a:txBody>
                    <a:bodyPr/>
                    <a:lstStyle/>
                    <a:p>
                      <a:pPr algn="l"/>
                      <a:r>
                        <a:rPr sz="1200"/>
                        <a:t>3</a:t>
                      </a:r>
                    </a:p>
                  </a:txBody>
                  <a:tcPr marT="63500" marB="63500">
                    <a:solidFill>
                      <a:srgbClr val="C8C8C8"/>
                    </a:solidFill>
                  </a:tcPr>
                </a:tc>
                <a:extLst>
                  <a:ext uri="{0D108BD9-81ED-4DB2-BD59-A6C34878D82A}">
                    <a16:rowId xmlns:a16="http://schemas.microsoft.com/office/drawing/2014/main" val="10006"/>
                  </a:ext>
                </a:extLst>
              </a:tr>
              <a:tr h="426720">
                <a:tc>
                  <a:txBody>
                    <a:bodyPr/>
                    <a:lstStyle/>
                    <a:p>
                      <a:pPr algn="l"/>
                      <a:r>
                        <a:rPr sz="1200"/>
                        <a:t>6.5</a:t>
                      </a:r>
                    </a:p>
                  </a:txBody>
                  <a:tcPr marT="63500" marB="63500">
                    <a:solidFill>
                      <a:srgbClr val="C8C8C8"/>
                    </a:solidFill>
                  </a:tcPr>
                </a:tc>
                <a:tc>
                  <a:txBody>
                    <a:bodyPr/>
                    <a:lstStyle/>
                    <a:p>
                      <a:pPr algn="l"/>
                      <a:r>
                        <a:rPr sz="1200"/>
                        <a:t>Kevin Magnussen</a:t>
                      </a:r>
                    </a:p>
                  </a:txBody>
                  <a:tcPr marT="63500" marB="63500">
                    <a:solidFill>
                      <a:srgbClr val="C8C8C8"/>
                    </a:solidFill>
                  </a:tcPr>
                </a:tc>
                <a:tc>
                  <a:txBody>
                    <a:bodyPr/>
                    <a:lstStyle/>
                    <a:p>
                      <a:pPr algn="l"/>
                      <a:r>
                        <a:rPr sz="1200"/>
                        <a:t>3</a:t>
                      </a:r>
                    </a:p>
                  </a:txBody>
                  <a:tcPr marT="63500" marB="63500">
                    <a:solidFill>
                      <a:srgbClr val="C8C8C8"/>
                    </a:solidFill>
                  </a:tcPr>
                </a:tc>
                <a:extLst>
                  <a:ext uri="{0D108BD9-81ED-4DB2-BD59-A6C34878D82A}">
                    <a16:rowId xmlns:a16="http://schemas.microsoft.com/office/drawing/2014/main" val="10007"/>
                  </a:ext>
                </a:extLst>
              </a:tr>
              <a:tr h="426720">
                <a:tc>
                  <a:txBody>
                    <a:bodyPr/>
                    <a:lstStyle/>
                    <a:p>
                      <a:pPr algn="l"/>
                      <a:r>
                        <a:rPr sz="1200"/>
                        <a:t>8</a:t>
                      </a:r>
                    </a:p>
                  </a:txBody>
                  <a:tcPr marT="63500" marB="63500">
                    <a:solidFill>
                      <a:srgbClr val="C8C8C8"/>
                    </a:solidFill>
                  </a:tcPr>
                </a:tc>
                <a:tc>
                  <a:txBody>
                    <a:bodyPr/>
                    <a:lstStyle/>
                    <a:p>
                      <a:pPr algn="l"/>
                      <a:r>
                        <a:rPr sz="1200"/>
                        <a:t>Nico Hulkenberg</a:t>
                      </a:r>
                    </a:p>
                  </a:txBody>
                  <a:tcPr marT="63500" marB="63500">
                    <a:solidFill>
                      <a:srgbClr val="C8C8C8"/>
                    </a:solidFill>
                  </a:tcPr>
                </a:tc>
                <a:tc>
                  <a:txBody>
                    <a:bodyPr/>
                    <a:lstStyle/>
                    <a:p>
                      <a:pPr algn="l"/>
                      <a:r>
                        <a:rPr sz="1200"/>
                        <a:t>2</a:t>
                      </a:r>
                    </a:p>
                  </a:txBody>
                  <a:tcPr marT="63500" marB="63500">
                    <a:solidFill>
                      <a:srgbClr val="C8C8C8"/>
                    </a:solidFill>
                  </a:tcPr>
                </a:tc>
                <a:extLst>
                  <a:ext uri="{0D108BD9-81ED-4DB2-BD59-A6C34878D82A}">
                    <a16:rowId xmlns:a16="http://schemas.microsoft.com/office/drawing/2014/main" val="10008"/>
                  </a:ext>
                </a:extLst>
              </a:tr>
            </a:tbl>
          </a:graphicData>
        </a:graphic>
      </p:graphicFrame>
      <p:sp>
        <p:nvSpPr>
          <p:cNvPr id="10" name="Rectangle 9"/>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Most Races to Score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583168" y="233172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552</a:t>
            </a:r>
          </a:p>
        </p:txBody>
      </p:sp>
      <p:sp>
        <p:nvSpPr>
          <p:cNvPr id="3" name="Rounded Rectangle 2"/>
          <p:cNvSpPr/>
          <p:nvPr/>
        </p:nvSpPr>
        <p:spPr>
          <a:xfrm>
            <a:off x="4291584" y="233172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581</a:t>
            </a:r>
          </a:p>
        </p:txBody>
      </p:sp>
      <p:sp>
        <p:nvSpPr>
          <p:cNvPr id="4" name="Rounded Rectangle 3"/>
          <p:cNvSpPr/>
          <p:nvPr/>
        </p:nvSpPr>
        <p:spPr>
          <a:xfrm>
            <a:off x="5364480" y="379476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542</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691</a:t>
            </a:r>
          </a:p>
        </p:txBody>
      </p:sp>
      <p:sp>
        <p:nvSpPr>
          <p:cNvPr id="6" name="Rounded Rectangle 5"/>
          <p:cNvSpPr/>
          <p:nvPr/>
        </p:nvSpPr>
        <p:spPr>
          <a:xfrm>
            <a:off x="2682240" y="379476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544</a:t>
            </a:r>
          </a:p>
        </p:txBody>
      </p:sp>
      <p:sp>
        <p:nvSpPr>
          <p:cNvPr id="7" name="Rounded Rectangle 6"/>
          <p:cNvSpPr/>
          <p:nvPr/>
        </p:nvSpPr>
        <p:spPr>
          <a:xfrm>
            <a:off x="6437376" y="233172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568</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477</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Most Races to Score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Largest Point Improver 2023 to 2024</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Name the driver that will improve their driver's championship points tally the most, as an absolute difference between their 2023 and 2024 points tallies.</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- 552</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- 581</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- 542</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- 691</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- 544</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- 568</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- 477</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802880" y="1371600"/>
            <a:ext cx="1950720" cy="41148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Benedict
Oscar Piastri - 25</a:t>
            </a:r>
          </a:p>
        </p:txBody>
      </p:sp>
      <p:sp>
        <p:nvSpPr>
          <p:cNvPr id="3" name="Rounded Rectangle 2"/>
          <p:cNvSpPr/>
          <p:nvPr/>
        </p:nvSpPr>
        <p:spPr>
          <a:xfrm>
            <a:off x="7802880" y="1920240"/>
            <a:ext cx="1950720" cy="41148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Carla
Daniel Ricciardo - 2</a:t>
            </a:r>
          </a:p>
        </p:txBody>
      </p:sp>
      <p:sp>
        <p:nvSpPr>
          <p:cNvPr id="4" name="Rounded Rectangle 3"/>
          <p:cNvSpPr/>
          <p:nvPr/>
        </p:nvSpPr>
        <p:spPr>
          <a:xfrm>
            <a:off x="7802880" y="2468880"/>
            <a:ext cx="1950720" cy="41148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Damian
Lando Norris - 18</a:t>
            </a:r>
          </a:p>
        </p:txBody>
      </p:sp>
      <p:sp>
        <p:nvSpPr>
          <p:cNvPr id="5" name="Rounded Rectangle 4"/>
          <p:cNvSpPr/>
          <p:nvPr/>
        </p:nvSpPr>
        <p:spPr>
          <a:xfrm>
            <a:off x="7802880" y="3017520"/>
            <a:ext cx="1950720" cy="41148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Jarek
Oscar Piastri - 25</a:t>
            </a:r>
          </a:p>
        </p:txBody>
      </p:sp>
      <p:sp>
        <p:nvSpPr>
          <p:cNvPr id="6" name="Rounded Rectangle 5"/>
          <p:cNvSpPr/>
          <p:nvPr/>
        </p:nvSpPr>
        <p:spPr>
          <a:xfrm>
            <a:off x="7802880" y="3566160"/>
            <a:ext cx="1950720" cy="41148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Josh
Alexander Albon - 0</a:t>
            </a:r>
          </a:p>
        </p:txBody>
      </p:sp>
      <p:sp>
        <p:nvSpPr>
          <p:cNvPr id="7" name="Rounded Rectangle 6"/>
          <p:cNvSpPr/>
          <p:nvPr/>
        </p:nvSpPr>
        <p:spPr>
          <a:xfrm>
            <a:off x="7802880" y="4114800"/>
            <a:ext cx="1950720" cy="41148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Kacper
Charles Leclerc - 15</a:t>
            </a:r>
          </a:p>
        </p:txBody>
      </p:sp>
      <p:sp>
        <p:nvSpPr>
          <p:cNvPr id="8" name="Rounded Rectangle 7"/>
          <p:cNvSpPr/>
          <p:nvPr/>
        </p:nvSpPr>
        <p:spPr>
          <a:xfrm>
            <a:off x="7802880" y="4663440"/>
            <a:ext cx="1950720" cy="41148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Suley
George Russell - 10</a:t>
            </a:r>
          </a:p>
        </p:txBody>
      </p:sp>
      <p:graphicFrame>
        <p:nvGraphicFramePr>
          <p:cNvPr id="9" name="Table 8"/>
          <p:cNvGraphicFramePr>
            <a:graphicFrameLocks noGrp="1"/>
          </p:cNvGraphicFramePr>
          <p:nvPr/>
        </p:nvGraphicFramePr>
        <p:xfrm>
          <a:off x="487680" y="1371600"/>
          <a:ext cx="4876800" cy="38404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349134">
                <a:tc>
                  <a:txBody>
                    <a:bodyPr/>
                    <a:lstStyle/>
                    <a:p>
                      <a:pPr algn="l"/>
                      <a:r>
                        <a:rPr sz="1200"/>
                        <a:t>Rank</a:t>
                      </a:r>
                    </a:p>
                  </a:txBody>
                  <a:tcPr marT="63500" marB="63500">
                    <a:solidFill>
                      <a:srgbClr val="C8C8C8"/>
                    </a:solidFill>
                  </a:tcPr>
                </a:tc>
                <a:tc>
                  <a:txBody>
                    <a:bodyPr/>
                    <a:lstStyle/>
                    <a:p>
                      <a:pPr algn="l"/>
                      <a:r>
                        <a:rPr sz="1200"/>
                        <a:t>Driver</a:t>
                      </a:r>
                    </a:p>
                  </a:txBody>
                  <a:tcPr marT="63500" marB="63500">
                    <a:solidFill>
                      <a:srgbClr val="C8C8C8"/>
                    </a:solidFill>
                  </a:tcPr>
                </a:tc>
                <a:tc>
                  <a:txBody>
                    <a:bodyPr/>
                    <a:lstStyle/>
                    <a:p>
                      <a:pPr algn="l"/>
                      <a:r>
                        <a:rPr sz="1200"/>
                        <a:t>Count</a:t>
                      </a:r>
                    </a:p>
                  </a:txBody>
                  <a:tcPr marT="63500" marB="63500">
                    <a:solidFill>
                      <a:srgbClr val="C8C8C8"/>
                    </a:solidFill>
                  </a:tcPr>
                </a:tc>
                <a:extLst>
                  <a:ext uri="{0D108BD9-81ED-4DB2-BD59-A6C34878D82A}">
                    <a16:rowId xmlns:a16="http://schemas.microsoft.com/office/drawing/2014/main" val="10000"/>
                  </a:ext>
                </a:extLst>
              </a:tr>
              <a:tr h="349134">
                <a:tc>
                  <a:txBody>
                    <a:bodyPr/>
                    <a:lstStyle/>
                    <a:p>
                      <a:pPr algn="l"/>
                      <a:r>
                        <a:rPr sz="1200"/>
                        <a:t>1</a:t>
                      </a:r>
                    </a:p>
                  </a:txBody>
                  <a:tcPr marT="63500" marB="63500">
                    <a:solidFill>
                      <a:srgbClr val="C8C8C8"/>
                    </a:solidFill>
                  </a:tcPr>
                </a:tc>
                <a:tc>
                  <a:txBody>
                    <a:bodyPr/>
                    <a:lstStyle/>
                    <a:p>
                      <a:pPr algn="l"/>
                      <a:r>
                        <a:rPr sz="1200"/>
                        <a:t>Oscar Piastri</a:t>
                      </a:r>
                    </a:p>
                  </a:txBody>
                  <a:tcPr marT="63500" marB="63500">
                    <a:solidFill>
                      <a:srgbClr val="C8C8C8"/>
                    </a:solidFill>
                  </a:tcPr>
                </a:tc>
                <a:tc>
                  <a:txBody>
                    <a:bodyPr/>
                    <a:lstStyle/>
                    <a:p>
                      <a:pPr algn="l"/>
                      <a:r>
                        <a:rPr sz="1200"/>
                        <a:t>195</a:t>
                      </a:r>
                    </a:p>
                  </a:txBody>
                  <a:tcPr marT="63500" marB="63500">
                    <a:solidFill>
                      <a:srgbClr val="C8C8C8"/>
                    </a:solidFill>
                  </a:tcPr>
                </a:tc>
                <a:extLst>
                  <a:ext uri="{0D108BD9-81ED-4DB2-BD59-A6C34878D82A}">
                    <a16:rowId xmlns:a16="http://schemas.microsoft.com/office/drawing/2014/main" val="10001"/>
                  </a:ext>
                </a:extLst>
              </a:tr>
              <a:tr h="349134">
                <a:tc>
                  <a:txBody>
                    <a:bodyPr/>
                    <a:lstStyle/>
                    <a:p>
                      <a:pPr algn="l"/>
                      <a:r>
                        <a:rPr sz="1200"/>
                        <a:t>2</a:t>
                      </a:r>
                    </a:p>
                  </a:txBody>
                  <a:tcPr marT="63500" marB="63500">
                    <a:solidFill>
                      <a:srgbClr val="C8C8C8"/>
                    </a:solidFill>
                  </a:tcPr>
                </a:tc>
                <a:tc>
                  <a:txBody>
                    <a:bodyPr/>
                    <a:lstStyle/>
                    <a:p>
                      <a:pPr algn="l"/>
                      <a:r>
                        <a:rPr sz="1200"/>
                        <a:t>Lando Norris</a:t>
                      </a:r>
                    </a:p>
                  </a:txBody>
                  <a:tcPr marT="63500" marB="63500">
                    <a:solidFill>
                      <a:srgbClr val="C8C8C8"/>
                    </a:solidFill>
                  </a:tcPr>
                </a:tc>
                <a:tc>
                  <a:txBody>
                    <a:bodyPr/>
                    <a:lstStyle/>
                    <a:p>
                      <a:pPr algn="l"/>
                      <a:r>
                        <a:rPr sz="1200"/>
                        <a:t>169</a:t>
                      </a:r>
                    </a:p>
                  </a:txBody>
                  <a:tcPr marT="63500" marB="63500">
                    <a:solidFill>
                      <a:srgbClr val="C8C8C8"/>
                    </a:solidFill>
                  </a:tcPr>
                </a:tc>
                <a:extLst>
                  <a:ext uri="{0D108BD9-81ED-4DB2-BD59-A6C34878D82A}">
                    <a16:rowId xmlns:a16="http://schemas.microsoft.com/office/drawing/2014/main" val="10002"/>
                  </a:ext>
                </a:extLst>
              </a:tr>
              <a:tr h="349134">
                <a:tc>
                  <a:txBody>
                    <a:bodyPr/>
                    <a:lstStyle/>
                    <a:p>
                      <a:pPr algn="l"/>
                      <a:r>
                        <a:rPr sz="1200"/>
                        <a:t>3</a:t>
                      </a:r>
                    </a:p>
                  </a:txBody>
                  <a:tcPr marT="63500" marB="63500">
                    <a:solidFill>
                      <a:srgbClr val="C8C8C8"/>
                    </a:solidFill>
                  </a:tcPr>
                </a:tc>
                <a:tc>
                  <a:txBody>
                    <a:bodyPr/>
                    <a:lstStyle/>
                    <a:p>
                      <a:pPr algn="l"/>
                      <a:r>
                        <a:rPr sz="1200"/>
                        <a:t>Charles Leclerc</a:t>
                      </a:r>
                    </a:p>
                  </a:txBody>
                  <a:tcPr marT="63500" marB="63500">
                    <a:solidFill>
                      <a:srgbClr val="C8C8C8"/>
                    </a:solidFill>
                  </a:tcPr>
                </a:tc>
                <a:tc>
                  <a:txBody>
                    <a:bodyPr/>
                    <a:lstStyle/>
                    <a:p>
                      <a:pPr algn="l"/>
                      <a:r>
                        <a:rPr sz="1200"/>
                        <a:t>150</a:t>
                      </a:r>
                    </a:p>
                  </a:txBody>
                  <a:tcPr marT="63500" marB="63500">
                    <a:solidFill>
                      <a:srgbClr val="C8C8C8"/>
                    </a:solidFill>
                  </a:tcPr>
                </a:tc>
                <a:extLst>
                  <a:ext uri="{0D108BD9-81ED-4DB2-BD59-A6C34878D82A}">
                    <a16:rowId xmlns:a16="http://schemas.microsoft.com/office/drawing/2014/main" val="10003"/>
                  </a:ext>
                </a:extLst>
              </a:tr>
              <a:tr h="349134">
                <a:tc>
                  <a:txBody>
                    <a:bodyPr/>
                    <a:lstStyle/>
                    <a:p>
                      <a:pPr algn="l"/>
                      <a:r>
                        <a:rPr sz="1200"/>
                        <a:t>4</a:t>
                      </a:r>
                    </a:p>
                  </a:txBody>
                  <a:tcPr marT="63500" marB="63500">
                    <a:solidFill>
                      <a:srgbClr val="C8C8C8"/>
                    </a:solidFill>
                  </a:tcPr>
                </a:tc>
                <a:tc>
                  <a:txBody>
                    <a:bodyPr/>
                    <a:lstStyle/>
                    <a:p>
                      <a:pPr algn="l"/>
                      <a:r>
                        <a:rPr sz="1200"/>
                        <a:t>Carlos Sainz</a:t>
                      </a:r>
                    </a:p>
                  </a:txBody>
                  <a:tcPr marT="63500" marB="63500">
                    <a:solidFill>
                      <a:srgbClr val="C8C8C8"/>
                    </a:solidFill>
                  </a:tcPr>
                </a:tc>
                <a:tc>
                  <a:txBody>
                    <a:bodyPr/>
                    <a:lstStyle/>
                    <a:p>
                      <a:pPr algn="l"/>
                      <a:r>
                        <a:rPr sz="1200"/>
                        <a:t>90</a:t>
                      </a:r>
                    </a:p>
                  </a:txBody>
                  <a:tcPr marT="63500" marB="63500">
                    <a:solidFill>
                      <a:srgbClr val="C8C8C8"/>
                    </a:solidFill>
                  </a:tcPr>
                </a:tc>
                <a:extLst>
                  <a:ext uri="{0D108BD9-81ED-4DB2-BD59-A6C34878D82A}">
                    <a16:rowId xmlns:a16="http://schemas.microsoft.com/office/drawing/2014/main" val="10004"/>
                  </a:ext>
                </a:extLst>
              </a:tr>
              <a:tr h="349134">
                <a:tc>
                  <a:txBody>
                    <a:bodyPr/>
                    <a:lstStyle/>
                    <a:p>
                      <a:pPr algn="l"/>
                      <a:r>
                        <a:rPr sz="1200"/>
                        <a:t>5</a:t>
                      </a:r>
                    </a:p>
                  </a:txBody>
                  <a:tcPr marT="63500" marB="63500">
                    <a:solidFill>
                      <a:srgbClr val="C8C8C8"/>
                    </a:solidFill>
                  </a:tcPr>
                </a:tc>
                <a:tc>
                  <a:txBody>
                    <a:bodyPr/>
                    <a:lstStyle/>
                    <a:p>
                      <a:pPr algn="l"/>
                      <a:r>
                        <a:rPr sz="1200"/>
                        <a:t>George Russell</a:t>
                      </a:r>
                    </a:p>
                  </a:txBody>
                  <a:tcPr marT="63500" marB="63500">
                    <a:solidFill>
                      <a:srgbClr val="C8C8C8"/>
                    </a:solidFill>
                  </a:tcPr>
                </a:tc>
                <a:tc>
                  <a:txBody>
                    <a:bodyPr/>
                    <a:lstStyle/>
                    <a:p>
                      <a:pPr algn="l"/>
                      <a:r>
                        <a:rPr sz="1200"/>
                        <a:t>70</a:t>
                      </a:r>
                    </a:p>
                  </a:txBody>
                  <a:tcPr marT="63500" marB="63500">
                    <a:solidFill>
                      <a:srgbClr val="C8C8C8"/>
                    </a:solidFill>
                  </a:tcPr>
                </a:tc>
                <a:extLst>
                  <a:ext uri="{0D108BD9-81ED-4DB2-BD59-A6C34878D82A}">
                    <a16:rowId xmlns:a16="http://schemas.microsoft.com/office/drawing/2014/main" val="10005"/>
                  </a:ext>
                </a:extLst>
              </a:tr>
              <a:tr h="349134">
                <a:tc>
                  <a:txBody>
                    <a:bodyPr/>
                    <a:lstStyle/>
                    <a:p>
                      <a:pPr algn="l"/>
                      <a:r>
                        <a:rPr sz="1200"/>
                        <a:t>6</a:t>
                      </a:r>
                    </a:p>
                  </a:txBody>
                  <a:tcPr marT="63500" marB="63500">
                    <a:solidFill>
                      <a:srgbClr val="C8C8C8"/>
                    </a:solidFill>
                  </a:tcPr>
                </a:tc>
                <a:tc>
                  <a:txBody>
                    <a:bodyPr/>
                    <a:lstStyle/>
                    <a:p>
                      <a:pPr algn="l"/>
                      <a:r>
                        <a:rPr sz="1200"/>
                        <a:t>Nico Hulkenberg</a:t>
                      </a:r>
                    </a:p>
                  </a:txBody>
                  <a:tcPr marT="63500" marB="63500">
                    <a:solidFill>
                      <a:srgbClr val="C8C8C8"/>
                    </a:solidFill>
                  </a:tcPr>
                </a:tc>
                <a:tc>
                  <a:txBody>
                    <a:bodyPr/>
                    <a:lstStyle/>
                    <a:p>
                      <a:pPr algn="l"/>
                      <a:r>
                        <a:rPr sz="1200"/>
                        <a:t>32</a:t>
                      </a:r>
                    </a:p>
                  </a:txBody>
                  <a:tcPr marT="63500" marB="63500">
                    <a:solidFill>
                      <a:srgbClr val="C8C8C8"/>
                    </a:solidFill>
                  </a:tcPr>
                </a:tc>
                <a:extLst>
                  <a:ext uri="{0D108BD9-81ED-4DB2-BD59-A6C34878D82A}">
                    <a16:rowId xmlns:a16="http://schemas.microsoft.com/office/drawing/2014/main" val="10006"/>
                  </a:ext>
                </a:extLst>
              </a:tr>
              <a:tr h="349134">
                <a:tc>
                  <a:txBody>
                    <a:bodyPr/>
                    <a:lstStyle/>
                    <a:p>
                      <a:pPr algn="l"/>
                      <a:r>
                        <a:rPr sz="1200"/>
                        <a:t>7</a:t>
                      </a:r>
                    </a:p>
                  </a:txBody>
                  <a:tcPr marT="63500" marB="63500">
                    <a:solidFill>
                      <a:srgbClr val="C8C8C8"/>
                    </a:solidFill>
                  </a:tcPr>
                </a:tc>
                <a:tc>
                  <a:txBody>
                    <a:bodyPr/>
                    <a:lstStyle/>
                    <a:p>
                      <a:pPr algn="l"/>
                      <a:r>
                        <a:rPr sz="1200"/>
                        <a:t>Kevin Magnussen</a:t>
                      </a:r>
                    </a:p>
                  </a:txBody>
                  <a:tcPr marT="63500" marB="63500">
                    <a:solidFill>
                      <a:srgbClr val="C8C8C8"/>
                    </a:solidFill>
                  </a:tcPr>
                </a:tc>
                <a:tc>
                  <a:txBody>
                    <a:bodyPr/>
                    <a:lstStyle/>
                    <a:p>
                      <a:pPr algn="l"/>
                      <a:r>
                        <a:rPr sz="1200"/>
                        <a:t>13</a:t>
                      </a:r>
                    </a:p>
                  </a:txBody>
                  <a:tcPr marT="63500" marB="63500">
                    <a:solidFill>
                      <a:srgbClr val="C8C8C8"/>
                    </a:solidFill>
                  </a:tcPr>
                </a:tc>
                <a:extLst>
                  <a:ext uri="{0D108BD9-81ED-4DB2-BD59-A6C34878D82A}">
                    <a16:rowId xmlns:a16="http://schemas.microsoft.com/office/drawing/2014/main" val="10007"/>
                  </a:ext>
                </a:extLst>
              </a:tr>
              <a:tr h="349134">
                <a:tc>
                  <a:txBody>
                    <a:bodyPr/>
                    <a:lstStyle/>
                    <a:p>
                      <a:pPr algn="l"/>
                      <a:r>
                        <a:rPr sz="1200"/>
                        <a:t>8</a:t>
                      </a:r>
                    </a:p>
                  </a:txBody>
                  <a:tcPr marT="63500" marB="63500">
                    <a:solidFill>
                      <a:srgbClr val="C8C8C8"/>
                    </a:solidFill>
                  </a:tcPr>
                </a:tc>
                <a:tc>
                  <a:txBody>
                    <a:bodyPr/>
                    <a:lstStyle/>
                    <a:p>
                      <a:pPr algn="l"/>
                      <a:r>
                        <a:rPr sz="1200"/>
                        <a:t>Yuki Tsunoda</a:t>
                      </a:r>
                    </a:p>
                  </a:txBody>
                  <a:tcPr marT="63500" marB="63500">
                    <a:solidFill>
                      <a:srgbClr val="C8C8C8"/>
                    </a:solidFill>
                  </a:tcPr>
                </a:tc>
                <a:tc>
                  <a:txBody>
                    <a:bodyPr/>
                    <a:lstStyle/>
                    <a:p>
                      <a:pPr algn="l"/>
                      <a:r>
                        <a:rPr sz="1200"/>
                        <a:t>11</a:t>
                      </a:r>
                    </a:p>
                  </a:txBody>
                  <a:tcPr marT="63500" marB="63500">
                    <a:solidFill>
                      <a:srgbClr val="C8C8C8"/>
                    </a:solidFill>
                  </a:tcPr>
                </a:tc>
                <a:extLst>
                  <a:ext uri="{0D108BD9-81ED-4DB2-BD59-A6C34878D82A}">
                    <a16:rowId xmlns:a16="http://schemas.microsoft.com/office/drawing/2014/main" val="10008"/>
                  </a:ext>
                </a:extLst>
              </a:tr>
              <a:tr h="349134">
                <a:tc>
                  <a:txBody>
                    <a:bodyPr/>
                    <a:lstStyle/>
                    <a:p>
                      <a:pPr algn="l"/>
                      <a:r>
                        <a:rPr sz="1200"/>
                        <a:t>9</a:t>
                      </a:r>
                    </a:p>
                  </a:txBody>
                  <a:tcPr marT="63500" marB="63500">
                    <a:solidFill>
                      <a:srgbClr val="C8C8C8"/>
                    </a:solidFill>
                  </a:tcPr>
                </a:tc>
                <a:tc>
                  <a:txBody>
                    <a:bodyPr/>
                    <a:lstStyle/>
                    <a:p>
                      <a:pPr algn="l"/>
                      <a:r>
                        <a:rPr sz="1200"/>
                        <a:t>Daniel Ricciardo</a:t>
                      </a:r>
                    </a:p>
                  </a:txBody>
                  <a:tcPr marT="63500" marB="63500">
                    <a:solidFill>
                      <a:srgbClr val="C8C8C8"/>
                    </a:solidFill>
                  </a:tcPr>
                </a:tc>
                <a:tc>
                  <a:txBody>
                    <a:bodyPr/>
                    <a:lstStyle/>
                    <a:p>
                      <a:pPr algn="l"/>
                      <a:r>
                        <a:rPr sz="1200"/>
                        <a:t>6</a:t>
                      </a:r>
                    </a:p>
                  </a:txBody>
                  <a:tcPr marT="63500" marB="63500">
                    <a:solidFill>
                      <a:srgbClr val="C8C8C8"/>
                    </a:solidFill>
                  </a:tcPr>
                </a:tc>
                <a:extLst>
                  <a:ext uri="{0D108BD9-81ED-4DB2-BD59-A6C34878D82A}">
                    <a16:rowId xmlns:a16="http://schemas.microsoft.com/office/drawing/2014/main" val="10009"/>
                  </a:ext>
                </a:extLst>
              </a:tr>
              <a:tr h="349140">
                <a:tc>
                  <a:txBody>
                    <a:bodyPr/>
                    <a:lstStyle/>
                    <a:p>
                      <a:pPr algn="l"/>
                      <a:r>
                        <a:rPr sz="1200"/>
                        <a:t>10</a:t>
                      </a:r>
                    </a:p>
                  </a:txBody>
                  <a:tcPr marT="63500" marB="63500">
                    <a:solidFill>
                      <a:srgbClr val="C8C8C8"/>
                    </a:solidFill>
                  </a:tcPr>
                </a:tc>
                <a:tc>
                  <a:txBody>
                    <a:bodyPr/>
                    <a:lstStyle/>
                    <a:p>
                      <a:pPr algn="l"/>
                      <a:r>
                        <a:rPr sz="1200"/>
                        <a:t>Logan Sargeant</a:t>
                      </a:r>
                    </a:p>
                  </a:txBody>
                  <a:tcPr marT="63500" marB="63500">
                    <a:solidFill>
                      <a:srgbClr val="C8C8C8"/>
                    </a:solidFill>
                  </a:tcPr>
                </a:tc>
                <a:tc>
                  <a:txBody>
                    <a:bodyPr/>
                    <a:lstStyle/>
                    <a:p>
                      <a:pPr algn="l"/>
                      <a:r>
                        <a:rPr sz="1200"/>
                        <a:t>-1</a:t>
                      </a:r>
                    </a:p>
                  </a:txBody>
                  <a:tcPr marT="63500" marB="63500">
                    <a:solidFill>
                      <a:srgbClr val="C8C8C8"/>
                    </a:solidFill>
                  </a:tcPr>
                </a:tc>
                <a:extLst>
                  <a:ext uri="{0D108BD9-81ED-4DB2-BD59-A6C34878D82A}">
                    <a16:rowId xmlns:a16="http://schemas.microsoft.com/office/drawing/2014/main" val="10010"/>
                  </a:ext>
                </a:extLst>
              </a:tr>
            </a:tbl>
          </a:graphicData>
        </a:graphic>
      </p:graphicFrame>
      <p:sp>
        <p:nvSpPr>
          <p:cNvPr id="10" name="Rectangle 9"/>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Largest Point Improver 2023 to 2024</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583168" y="233172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577</a:t>
            </a:r>
          </a:p>
        </p:txBody>
      </p:sp>
      <p:sp>
        <p:nvSpPr>
          <p:cNvPr id="3" name="Rounded Rectangle 2"/>
          <p:cNvSpPr/>
          <p:nvPr/>
        </p:nvSpPr>
        <p:spPr>
          <a:xfrm>
            <a:off x="4291584" y="233172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583</a:t>
            </a:r>
          </a:p>
        </p:txBody>
      </p:sp>
      <p:sp>
        <p:nvSpPr>
          <p:cNvPr id="4" name="Rounded Rectangle 3"/>
          <p:cNvSpPr/>
          <p:nvPr/>
        </p:nvSpPr>
        <p:spPr>
          <a:xfrm>
            <a:off x="2682240" y="379476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560</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716</a:t>
            </a:r>
          </a:p>
        </p:txBody>
      </p:sp>
      <p:sp>
        <p:nvSpPr>
          <p:cNvPr id="6" name="Rounded Rectangle 5"/>
          <p:cNvSpPr/>
          <p:nvPr/>
        </p:nvSpPr>
        <p:spPr>
          <a:xfrm>
            <a:off x="5364480" y="379476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544</a:t>
            </a:r>
          </a:p>
        </p:txBody>
      </p:sp>
      <p:sp>
        <p:nvSpPr>
          <p:cNvPr id="7" name="Rounded Rectangle 6"/>
          <p:cNvSpPr/>
          <p:nvPr/>
        </p:nvSpPr>
        <p:spPr>
          <a:xfrm>
            <a:off x="6437376" y="233172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583</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487</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Largest Point Improver 2023 to 2024</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Most Positions Gained Per Race</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Name the driver that will gain the most positions against their starting grid position on average.</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- 577</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- 583</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- 560</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- 716</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- 544</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- 583</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- 487</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802880" y="1371600"/>
            <a:ext cx="1950720" cy="41148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Benedict
Lance Stroll - 0</a:t>
            </a:r>
          </a:p>
        </p:txBody>
      </p:sp>
      <p:sp>
        <p:nvSpPr>
          <p:cNvPr id="3" name="Rounded Rectangle 2"/>
          <p:cNvSpPr/>
          <p:nvPr/>
        </p:nvSpPr>
        <p:spPr>
          <a:xfrm>
            <a:off x="7802880" y="1920240"/>
            <a:ext cx="1950720" cy="41148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Carla
Fernando Alonso - 0</a:t>
            </a:r>
          </a:p>
        </p:txBody>
      </p:sp>
      <p:sp>
        <p:nvSpPr>
          <p:cNvPr id="4" name="Rounded Rectangle 3"/>
          <p:cNvSpPr/>
          <p:nvPr/>
        </p:nvSpPr>
        <p:spPr>
          <a:xfrm>
            <a:off x="7802880" y="2468880"/>
            <a:ext cx="1950720" cy="41148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Damian
Oscar Piastri - 8</a:t>
            </a:r>
          </a:p>
        </p:txBody>
      </p:sp>
      <p:sp>
        <p:nvSpPr>
          <p:cNvPr id="5" name="Rounded Rectangle 4"/>
          <p:cNvSpPr/>
          <p:nvPr/>
        </p:nvSpPr>
        <p:spPr>
          <a:xfrm>
            <a:off x="7802880" y="3017520"/>
            <a:ext cx="1950720" cy="41148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Jarek
Pierre Gasly - 4</a:t>
            </a:r>
          </a:p>
        </p:txBody>
      </p:sp>
      <p:sp>
        <p:nvSpPr>
          <p:cNvPr id="6" name="Rounded Rectangle 5"/>
          <p:cNvSpPr/>
          <p:nvPr/>
        </p:nvSpPr>
        <p:spPr>
          <a:xfrm>
            <a:off x="7802880" y="3566160"/>
            <a:ext cx="1950720" cy="41148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Josh
Sergio Perez - 0</a:t>
            </a:r>
          </a:p>
        </p:txBody>
      </p:sp>
      <p:sp>
        <p:nvSpPr>
          <p:cNvPr id="7" name="Rounded Rectangle 6"/>
          <p:cNvSpPr/>
          <p:nvPr/>
        </p:nvSpPr>
        <p:spPr>
          <a:xfrm>
            <a:off x="7802880" y="4114800"/>
            <a:ext cx="1950720" cy="41148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Kacper
Alexander Albon - 0</a:t>
            </a:r>
          </a:p>
        </p:txBody>
      </p:sp>
      <p:sp>
        <p:nvSpPr>
          <p:cNvPr id="8" name="Rounded Rectangle 7"/>
          <p:cNvSpPr/>
          <p:nvPr/>
        </p:nvSpPr>
        <p:spPr>
          <a:xfrm>
            <a:off x="7802880" y="4663440"/>
            <a:ext cx="1950720" cy="41148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Suley
Alexander Albon - 0</a:t>
            </a:r>
          </a:p>
        </p:txBody>
      </p:sp>
      <p:graphicFrame>
        <p:nvGraphicFramePr>
          <p:cNvPr id="9" name="Table 8"/>
          <p:cNvGraphicFramePr>
            <a:graphicFrameLocks noGrp="1"/>
          </p:cNvGraphicFramePr>
          <p:nvPr/>
        </p:nvGraphicFramePr>
        <p:xfrm>
          <a:off x="487680" y="1371600"/>
          <a:ext cx="4876800" cy="398410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349134">
                <a:tc>
                  <a:txBody>
                    <a:bodyPr/>
                    <a:lstStyle/>
                    <a:p>
                      <a:pPr algn="l"/>
                      <a:r>
                        <a:rPr sz="1200"/>
                        <a:t>Rank</a:t>
                      </a:r>
                    </a:p>
                  </a:txBody>
                  <a:tcPr marT="63500" marB="63500">
                    <a:solidFill>
                      <a:srgbClr val="C8C8C8"/>
                    </a:solidFill>
                  </a:tcPr>
                </a:tc>
                <a:tc>
                  <a:txBody>
                    <a:bodyPr/>
                    <a:lstStyle/>
                    <a:p>
                      <a:pPr algn="l"/>
                      <a:r>
                        <a:rPr sz="1200"/>
                        <a:t>Driver</a:t>
                      </a:r>
                    </a:p>
                  </a:txBody>
                  <a:tcPr marT="63500" marB="63500">
                    <a:solidFill>
                      <a:srgbClr val="C8C8C8"/>
                    </a:solidFill>
                  </a:tcPr>
                </a:tc>
                <a:tc>
                  <a:txBody>
                    <a:bodyPr/>
                    <a:lstStyle/>
                    <a:p>
                      <a:pPr algn="l"/>
                      <a:r>
                        <a:rPr sz="1200"/>
                        <a:t>Count</a:t>
                      </a:r>
                    </a:p>
                  </a:txBody>
                  <a:tcPr marT="63500" marB="63500">
                    <a:solidFill>
                      <a:srgbClr val="C8C8C8"/>
                    </a:solidFill>
                  </a:tcPr>
                </a:tc>
                <a:extLst>
                  <a:ext uri="{0D108BD9-81ED-4DB2-BD59-A6C34878D82A}">
                    <a16:rowId xmlns:a16="http://schemas.microsoft.com/office/drawing/2014/main" val="10000"/>
                  </a:ext>
                </a:extLst>
              </a:tr>
              <a:tr h="349134">
                <a:tc>
                  <a:txBody>
                    <a:bodyPr/>
                    <a:lstStyle/>
                    <a:p>
                      <a:pPr algn="l"/>
                      <a:r>
                        <a:rPr sz="1200"/>
                        <a:t>1</a:t>
                      </a:r>
                    </a:p>
                  </a:txBody>
                  <a:tcPr marT="63500" marB="63500">
                    <a:solidFill>
                      <a:srgbClr val="C8C8C8"/>
                    </a:solidFill>
                  </a:tcPr>
                </a:tc>
                <a:tc>
                  <a:txBody>
                    <a:bodyPr/>
                    <a:lstStyle/>
                    <a:p>
                      <a:pPr algn="l"/>
                      <a:r>
                        <a:rPr sz="1200"/>
                        <a:t>Zhou Guanyu</a:t>
                      </a:r>
                    </a:p>
                  </a:txBody>
                  <a:tcPr marT="63500" marB="63500">
                    <a:solidFill>
                      <a:srgbClr val="C8C8C8"/>
                    </a:solidFill>
                  </a:tcPr>
                </a:tc>
                <a:tc>
                  <a:txBody>
                    <a:bodyPr/>
                    <a:lstStyle/>
                    <a:p>
                      <a:pPr algn="l"/>
                      <a:r>
                        <a:rPr sz="1200"/>
                        <a:t>2.125</a:t>
                      </a:r>
                    </a:p>
                  </a:txBody>
                  <a:tcPr marT="63500" marB="63500">
                    <a:solidFill>
                      <a:srgbClr val="C8C8C8"/>
                    </a:solidFill>
                  </a:tcPr>
                </a:tc>
                <a:extLst>
                  <a:ext uri="{0D108BD9-81ED-4DB2-BD59-A6C34878D82A}">
                    <a16:rowId xmlns:a16="http://schemas.microsoft.com/office/drawing/2014/main" val="10001"/>
                  </a:ext>
                </a:extLst>
              </a:tr>
              <a:tr h="349134">
                <a:tc>
                  <a:txBody>
                    <a:bodyPr/>
                    <a:lstStyle/>
                    <a:p>
                      <a:pPr algn="l"/>
                      <a:r>
                        <a:rPr sz="1200"/>
                        <a:t>2</a:t>
                      </a:r>
                    </a:p>
                  </a:txBody>
                  <a:tcPr marT="63500" marB="63500">
                    <a:solidFill>
                      <a:srgbClr val="C8C8C8"/>
                    </a:solidFill>
                  </a:tcPr>
                </a:tc>
                <a:tc>
                  <a:txBody>
                    <a:bodyPr/>
                    <a:lstStyle/>
                    <a:p>
                      <a:pPr algn="l"/>
                      <a:r>
                        <a:rPr sz="1200"/>
                        <a:t>Lewis Hamilton</a:t>
                      </a:r>
                    </a:p>
                  </a:txBody>
                  <a:tcPr marT="63500" marB="63500">
                    <a:solidFill>
                      <a:srgbClr val="C8C8C8"/>
                    </a:solidFill>
                  </a:tcPr>
                </a:tc>
                <a:tc>
                  <a:txBody>
                    <a:bodyPr/>
                    <a:lstStyle/>
                    <a:p>
                      <a:pPr algn="l"/>
                      <a:r>
                        <a:rPr sz="1200"/>
                        <a:t>1.875</a:t>
                      </a:r>
                    </a:p>
                  </a:txBody>
                  <a:tcPr marT="63500" marB="63500">
                    <a:solidFill>
                      <a:srgbClr val="C8C8C8"/>
                    </a:solidFill>
                  </a:tcPr>
                </a:tc>
                <a:extLst>
                  <a:ext uri="{0D108BD9-81ED-4DB2-BD59-A6C34878D82A}">
                    <a16:rowId xmlns:a16="http://schemas.microsoft.com/office/drawing/2014/main" val="10002"/>
                  </a:ext>
                </a:extLst>
              </a:tr>
              <a:tr h="349134">
                <a:tc>
                  <a:txBody>
                    <a:bodyPr/>
                    <a:lstStyle/>
                    <a:p>
                      <a:pPr algn="l"/>
                      <a:r>
                        <a:rPr sz="1200"/>
                        <a:t>3</a:t>
                      </a:r>
                    </a:p>
                  </a:txBody>
                  <a:tcPr marT="63500" marB="63500">
                    <a:solidFill>
                      <a:srgbClr val="C8C8C8"/>
                    </a:solidFill>
                  </a:tcPr>
                </a:tc>
                <a:tc>
                  <a:txBody>
                    <a:bodyPr/>
                    <a:lstStyle/>
                    <a:p>
                      <a:pPr algn="l"/>
                      <a:r>
                        <a:rPr sz="1200"/>
                        <a:t>Kevin Magnussen</a:t>
                      </a:r>
                    </a:p>
                  </a:txBody>
                  <a:tcPr marT="63500" marB="63500">
                    <a:solidFill>
                      <a:srgbClr val="C8C8C8"/>
                    </a:solidFill>
                  </a:tcPr>
                </a:tc>
                <a:tc>
                  <a:txBody>
                    <a:bodyPr/>
                    <a:lstStyle/>
                    <a:p>
                      <a:pPr algn="l"/>
                      <a:r>
                        <a:rPr sz="1200"/>
                        <a:t>1.2272727272727273</a:t>
                      </a:r>
                    </a:p>
                  </a:txBody>
                  <a:tcPr marT="63500" marB="63500">
                    <a:solidFill>
                      <a:srgbClr val="C8C8C8"/>
                    </a:solidFill>
                  </a:tcPr>
                </a:tc>
                <a:extLst>
                  <a:ext uri="{0D108BD9-81ED-4DB2-BD59-A6C34878D82A}">
                    <a16:rowId xmlns:a16="http://schemas.microsoft.com/office/drawing/2014/main" val="10003"/>
                  </a:ext>
                </a:extLst>
              </a:tr>
              <a:tr h="349134">
                <a:tc>
                  <a:txBody>
                    <a:bodyPr/>
                    <a:lstStyle/>
                    <a:p>
                      <a:pPr algn="l"/>
                      <a:r>
                        <a:rPr sz="1200"/>
                        <a:t>4</a:t>
                      </a:r>
                    </a:p>
                  </a:txBody>
                  <a:tcPr marT="63500" marB="63500">
                    <a:solidFill>
                      <a:srgbClr val="C8C8C8"/>
                    </a:solidFill>
                  </a:tcPr>
                </a:tc>
                <a:tc>
                  <a:txBody>
                    <a:bodyPr/>
                    <a:lstStyle/>
                    <a:p>
                      <a:pPr algn="l"/>
                      <a:r>
                        <a:rPr sz="1200"/>
                        <a:t>Charles Leclerc</a:t>
                      </a:r>
                    </a:p>
                  </a:txBody>
                  <a:tcPr marT="63500" marB="63500">
                    <a:solidFill>
                      <a:srgbClr val="C8C8C8"/>
                    </a:solidFill>
                  </a:tcPr>
                </a:tc>
                <a:tc>
                  <a:txBody>
                    <a:bodyPr/>
                    <a:lstStyle/>
                    <a:p>
                      <a:pPr algn="l"/>
                      <a:r>
                        <a:rPr sz="1200"/>
                        <a:t>0.875</a:t>
                      </a:r>
                    </a:p>
                  </a:txBody>
                  <a:tcPr marT="63500" marB="63500">
                    <a:solidFill>
                      <a:srgbClr val="C8C8C8"/>
                    </a:solidFill>
                  </a:tcPr>
                </a:tc>
                <a:extLst>
                  <a:ext uri="{0D108BD9-81ED-4DB2-BD59-A6C34878D82A}">
                    <a16:rowId xmlns:a16="http://schemas.microsoft.com/office/drawing/2014/main" val="10004"/>
                  </a:ext>
                </a:extLst>
              </a:tr>
              <a:tr h="349134">
                <a:tc>
                  <a:txBody>
                    <a:bodyPr/>
                    <a:lstStyle/>
                    <a:p>
                      <a:pPr algn="l"/>
                      <a:r>
                        <a:rPr sz="1200"/>
                        <a:t>5</a:t>
                      </a:r>
                    </a:p>
                  </a:txBody>
                  <a:tcPr marT="63500" marB="63500">
                    <a:solidFill>
                      <a:srgbClr val="C8C8C8"/>
                    </a:solidFill>
                  </a:tcPr>
                </a:tc>
                <a:tc>
                  <a:txBody>
                    <a:bodyPr/>
                    <a:lstStyle/>
                    <a:p>
                      <a:pPr algn="l"/>
                      <a:r>
                        <a:rPr sz="1200"/>
                        <a:t>Esteban Ocon</a:t>
                      </a:r>
                    </a:p>
                  </a:txBody>
                  <a:tcPr marT="63500" marB="63500">
                    <a:solidFill>
                      <a:srgbClr val="C8C8C8"/>
                    </a:solidFill>
                  </a:tcPr>
                </a:tc>
                <a:tc>
                  <a:txBody>
                    <a:bodyPr/>
                    <a:lstStyle/>
                    <a:p>
                      <a:pPr algn="l"/>
                      <a:r>
                        <a:rPr sz="1200"/>
                        <a:t>0.5652173913043478</a:t>
                      </a:r>
                    </a:p>
                  </a:txBody>
                  <a:tcPr marT="63500" marB="63500">
                    <a:solidFill>
                      <a:srgbClr val="C8C8C8"/>
                    </a:solidFill>
                  </a:tcPr>
                </a:tc>
                <a:extLst>
                  <a:ext uri="{0D108BD9-81ED-4DB2-BD59-A6C34878D82A}">
                    <a16:rowId xmlns:a16="http://schemas.microsoft.com/office/drawing/2014/main" val="10005"/>
                  </a:ext>
                </a:extLst>
              </a:tr>
              <a:tr h="349134">
                <a:tc>
                  <a:txBody>
                    <a:bodyPr/>
                    <a:lstStyle/>
                    <a:p>
                      <a:pPr algn="l"/>
                      <a:r>
                        <a:rPr sz="1200"/>
                        <a:t>6</a:t>
                      </a:r>
                    </a:p>
                  </a:txBody>
                  <a:tcPr marT="63500" marB="63500">
                    <a:solidFill>
                      <a:srgbClr val="C8C8C8"/>
                    </a:solidFill>
                  </a:tcPr>
                </a:tc>
                <a:tc>
                  <a:txBody>
                    <a:bodyPr/>
                    <a:lstStyle/>
                    <a:p>
                      <a:pPr algn="l"/>
                      <a:r>
                        <a:rPr sz="1200"/>
                        <a:t>Oscar Piastri</a:t>
                      </a:r>
                    </a:p>
                  </a:txBody>
                  <a:tcPr marT="63500" marB="63500">
                    <a:solidFill>
                      <a:srgbClr val="C8C8C8"/>
                    </a:solidFill>
                  </a:tcPr>
                </a:tc>
                <a:tc>
                  <a:txBody>
                    <a:bodyPr/>
                    <a:lstStyle/>
                    <a:p>
                      <a:pPr algn="l"/>
                      <a:r>
                        <a:rPr sz="1200"/>
                        <a:t>0.3333333333333333</a:t>
                      </a:r>
                    </a:p>
                  </a:txBody>
                  <a:tcPr marT="63500" marB="63500">
                    <a:solidFill>
                      <a:srgbClr val="C8C8C8"/>
                    </a:solidFill>
                  </a:tcPr>
                </a:tc>
                <a:extLst>
                  <a:ext uri="{0D108BD9-81ED-4DB2-BD59-A6C34878D82A}">
                    <a16:rowId xmlns:a16="http://schemas.microsoft.com/office/drawing/2014/main" val="10006"/>
                  </a:ext>
                </a:extLst>
              </a:tr>
              <a:tr h="349134">
                <a:tc>
                  <a:txBody>
                    <a:bodyPr/>
                    <a:lstStyle/>
                    <a:p>
                      <a:pPr algn="l"/>
                      <a:r>
                        <a:rPr sz="1200"/>
                        <a:t>7.5</a:t>
                      </a:r>
                    </a:p>
                  </a:txBody>
                  <a:tcPr marT="63500" marB="63500">
                    <a:solidFill>
                      <a:srgbClr val="C8C8C8"/>
                    </a:solidFill>
                  </a:tcPr>
                </a:tc>
                <a:tc>
                  <a:txBody>
                    <a:bodyPr/>
                    <a:lstStyle/>
                    <a:p>
                      <a:pPr algn="l"/>
                      <a:r>
                        <a:rPr sz="1200"/>
                        <a:t>Pierre Gasly</a:t>
                      </a:r>
                    </a:p>
                  </a:txBody>
                  <a:tcPr marT="63500" marB="63500">
                    <a:solidFill>
                      <a:srgbClr val="C8C8C8"/>
                    </a:solidFill>
                  </a:tcPr>
                </a:tc>
                <a:tc>
                  <a:txBody>
                    <a:bodyPr/>
                    <a:lstStyle/>
                    <a:p>
                      <a:pPr algn="l"/>
                      <a:r>
                        <a:rPr sz="1200"/>
                        <a:t>0.25</a:t>
                      </a:r>
                    </a:p>
                  </a:txBody>
                  <a:tcPr marT="63500" marB="63500">
                    <a:solidFill>
                      <a:srgbClr val="C8C8C8"/>
                    </a:solidFill>
                  </a:tcPr>
                </a:tc>
                <a:extLst>
                  <a:ext uri="{0D108BD9-81ED-4DB2-BD59-A6C34878D82A}">
                    <a16:rowId xmlns:a16="http://schemas.microsoft.com/office/drawing/2014/main" val="10007"/>
                  </a:ext>
                </a:extLst>
              </a:tr>
              <a:tr h="349134">
                <a:tc>
                  <a:txBody>
                    <a:bodyPr/>
                    <a:lstStyle/>
                    <a:p>
                      <a:pPr algn="l"/>
                      <a:r>
                        <a:rPr sz="1200"/>
                        <a:t>7.5</a:t>
                      </a:r>
                    </a:p>
                  </a:txBody>
                  <a:tcPr marT="63500" marB="63500">
                    <a:solidFill>
                      <a:srgbClr val="C8C8C8"/>
                    </a:solidFill>
                  </a:tcPr>
                </a:tc>
                <a:tc>
                  <a:txBody>
                    <a:bodyPr/>
                    <a:lstStyle/>
                    <a:p>
                      <a:pPr algn="l"/>
                      <a:r>
                        <a:rPr sz="1200"/>
                        <a:t>Nico Hulkenberg</a:t>
                      </a:r>
                    </a:p>
                  </a:txBody>
                  <a:tcPr marT="63500" marB="63500">
                    <a:solidFill>
                      <a:srgbClr val="C8C8C8"/>
                    </a:solidFill>
                  </a:tcPr>
                </a:tc>
                <a:tc>
                  <a:txBody>
                    <a:bodyPr/>
                    <a:lstStyle/>
                    <a:p>
                      <a:pPr algn="l"/>
                      <a:r>
                        <a:rPr sz="1200"/>
                        <a:t>0.25</a:t>
                      </a:r>
                    </a:p>
                  </a:txBody>
                  <a:tcPr marT="63500" marB="63500">
                    <a:solidFill>
                      <a:srgbClr val="C8C8C8"/>
                    </a:solidFill>
                  </a:tcPr>
                </a:tc>
                <a:extLst>
                  <a:ext uri="{0D108BD9-81ED-4DB2-BD59-A6C34878D82A}">
                    <a16:rowId xmlns:a16="http://schemas.microsoft.com/office/drawing/2014/main" val="10008"/>
                  </a:ext>
                </a:extLst>
              </a:tr>
              <a:tr h="349134">
                <a:tc>
                  <a:txBody>
                    <a:bodyPr/>
                    <a:lstStyle/>
                    <a:p>
                      <a:pPr algn="l"/>
                      <a:r>
                        <a:rPr sz="1200"/>
                        <a:t>9</a:t>
                      </a:r>
                    </a:p>
                  </a:txBody>
                  <a:tcPr marT="63500" marB="63500">
                    <a:solidFill>
                      <a:srgbClr val="C8C8C8"/>
                    </a:solidFill>
                  </a:tcPr>
                </a:tc>
                <a:tc>
                  <a:txBody>
                    <a:bodyPr/>
                    <a:lstStyle/>
                    <a:p>
                      <a:pPr algn="l"/>
                      <a:r>
                        <a:rPr sz="1200"/>
                        <a:t>Carlos Sainz</a:t>
                      </a:r>
                    </a:p>
                  </a:txBody>
                  <a:tcPr marT="63500" marB="63500">
                    <a:solidFill>
                      <a:srgbClr val="C8C8C8"/>
                    </a:solidFill>
                  </a:tcPr>
                </a:tc>
                <a:tc>
                  <a:txBody>
                    <a:bodyPr/>
                    <a:lstStyle/>
                    <a:p>
                      <a:pPr algn="l"/>
                      <a:r>
                        <a:rPr sz="1200"/>
                        <a:t>0</a:t>
                      </a:r>
                    </a:p>
                  </a:txBody>
                  <a:tcPr marT="63500" marB="63500">
                    <a:solidFill>
                      <a:srgbClr val="C8C8C8"/>
                    </a:solidFill>
                  </a:tcPr>
                </a:tc>
                <a:extLst>
                  <a:ext uri="{0D108BD9-81ED-4DB2-BD59-A6C34878D82A}">
                    <a16:rowId xmlns:a16="http://schemas.microsoft.com/office/drawing/2014/main" val="10009"/>
                  </a:ext>
                </a:extLst>
              </a:tr>
              <a:tr h="349140">
                <a:tc>
                  <a:txBody>
                    <a:bodyPr/>
                    <a:lstStyle/>
                    <a:p>
                      <a:pPr algn="l"/>
                      <a:r>
                        <a:rPr sz="1200"/>
                        <a:t>10</a:t>
                      </a:r>
                    </a:p>
                  </a:txBody>
                  <a:tcPr marT="63500" marB="63500">
                    <a:solidFill>
                      <a:srgbClr val="C8C8C8"/>
                    </a:solidFill>
                  </a:tcPr>
                </a:tc>
                <a:tc>
                  <a:txBody>
                    <a:bodyPr/>
                    <a:lstStyle/>
                    <a:p>
                      <a:pPr algn="l"/>
                      <a:r>
                        <a:rPr sz="1200"/>
                        <a:t>Logan Sargeant</a:t>
                      </a:r>
                    </a:p>
                  </a:txBody>
                  <a:tcPr marT="63500" marB="63500">
                    <a:solidFill>
                      <a:srgbClr val="C8C8C8"/>
                    </a:solidFill>
                  </a:tcPr>
                </a:tc>
                <a:tc>
                  <a:txBody>
                    <a:bodyPr/>
                    <a:lstStyle/>
                    <a:p>
                      <a:pPr algn="l"/>
                      <a:r>
                        <a:rPr sz="1200"/>
                        <a:t>-0.07142857142857142</a:t>
                      </a:r>
                    </a:p>
                  </a:txBody>
                  <a:tcPr marT="63500" marB="63500">
                    <a:solidFill>
                      <a:srgbClr val="C8C8C8"/>
                    </a:solidFill>
                  </a:tcPr>
                </a:tc>
                <a:extLst>
                  <a:ext uri="{0D108BD9-81ED-4DB2-BD59-A6C34878D82A}">
                    <a16:rowId xmlns:a16="http://schemas.microsoft.com/office/drawing/2014/main" val="10010"/>
                  </a:ext>
                </a:extLst>
              </a:tr>
            </a:tbl>
          </a:graphicData>
        </a:graphic>
      </p:graphicFrame>
      <p:sp>
        <p:nvSpPr>
          <p:cNvPr id="10" name="Rectangle 9"/>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Most Positions Gained Per Race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583168" y="233172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577</a:t>
            </a:r>
          </a:p>
        </p:txBody>
      </p:sp>
      <p:sp>
        <p:nvSpPr>
          <p:cNvPr id="3" name="Rounded Rectangle 2"/>
          <p:cNvSpPr/>
          <p:nvPr/>
        </p:nvSpPr>
        <p:spPr>
          <a:xfrm>
            <a:off x="4291584" y="233172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583</a:t>
            </a:r>
          </a:p>
        </p:txBody>
      </p:sp>
      <p:sp>
        <p:nvSpPr>
          <p:cNvPr id="4" name="Rounded Rectangle 3"/>
          <p:cNvSpPr/>
          <p:nvPr/>
        </p:nvSpPr>
        <p:spPr>
          <a:xfrm>
            <a:off x="2682240" y="379476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568</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720</a:t>
            </a:r>
          </a:p>
        </p:txBody>
      </p:sp>
      <p:sp>
        <p:nvSpPr>
          <p:cNvPr id="6" name="Rounded Rectangle 5"/>
          <p:cNvSpPr/>
          <p:nvPr/>
        </p:nvSpPr>
        <p:spPr>
          <a:xfrm>
            <a:off x="5364480" y="379476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544</a:t>
            </a:r>
          </a:p>
        </p:txBody>
      </p:sp>
      <p:sp>
        <p:nvSpPr>
          <p:cNvPr id="7" name="Rounded Rectangle 6"/>
          <p:cNvSpPr/>
          <p:nvPr/>
        </p:nvSpPr>
        <p:spPr>
          <a:xfrm>
            <a:off x="6437376" y="233172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583</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487</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Most Positions Gained Per Race</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Most Engine Components Used By Teams</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Name the team that will use up the most engine components.</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- 577</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- 583</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- 568</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- 720</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- 544</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- 583</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- 487</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802880" y="1371600"/>
            <a:ext cx="1950720" cy="41148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Benedict
Haas - 8</a:t>
            </a:r>
          </a:p>
        </p:txBody>
      </p:sp>
      <p:sp>
        <p:nvSpPr>
          <p:cNvPr id="3" name="Rounded Rectangle 2"/>
          <p:cNvSpPr/>
          <p:nvPr/>
        </p:nvSpPr>
        <p:spPr>
          <a:xfrm>
            <a:off x="7802880" y="1920240"/>
            <a:ext cx="1950720" cy="41148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Carla
Ferrari - 12</a:t>
            </a:r>
          </a:p>
        </p:txBody>
      </p:sp>
      <p:sp>
        <p:nvSpPr>
          <p:cNvPr id="4" name="Rounded Rectangle 3"/>
          <p:cNvSpPr/>
          <p:nvPr/>
        </p:nvSpPr>
        <p:spPr>
          <a:xfrm>
            <a:off x="7802880" y="2468880"/>
            <a:ext cx="1950720" cy="41148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Damian
Williams - 4</a:t>
            </a:r>
          </a:p>
        </p:txBody>
      </p:sp>
      <p:sp>
        <p:nvSpPr>
          <p:cNvPr id="5" name="Rounded Rectangle 4"/>
          <p:cNvSpPr/>
          <p:nvPr/>
        </p:nvSpPr>
        <p:spPr>
          <a:xfrm>
            <a:off x="7802880" y="3017520"/>
            <a:ext cx="1950720" cy="41148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Jarek
Haas - 8</a:t>
            </a:r>
          </a:p>
        </p:txBody>
      </p:sp>
      <p:sp>
        <p:nvSpPr>
          <p:cNvPr id="6" name="Rounded Rectangle 5"/>
          <p:cNvSpPr/>
          <p:nvPr/>
        </p:nvSpPr>
        <p:spPr>
          <a:xfrm>
            <a:off x="7802880" y="3566160"/>
            <a:ext cx="1950720" cy="41148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Josh
Williams - 4</a:t>
            </a:r>
          </a:p>
        </p:txBody>
      </p:sp>
      <p:sp>
        <p:nvSpPr>
          <p:cNvPr id="7" name="Rounded Rectangle 6"/>
          <p:cNvSpPr/>
          <p:nvPr/>
        </p:nvSpPr>
        <p:spPr>
          <a:xfrm>
            <a:off x="7802880" y="4114800"/>
            <a:ext cx="1950720" cy="41148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Kacper
Visa RB - 18</a:t>
            </a:r>
          </a:p>
        </p:txBody>
      </p:sp>
      <p:sp>
        <p:nvSpPr>
          <p:cNvPr id="8" name="Rounded Rectangle 7"/>
          <p:cNvSpPr/>
          <p:nvPr/>
        </p:nvSpPr>
        <p:spPr>
          <a:xfrm>
            <a:off x="7802880" y="4663440"/>
            <a:ext cx="1950720" cy="41148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Suley
Ferrari - 12</a:t>
            </a:r>
          </a:p>
        </p:txBody>
      </p:sp>
      <p:graphicFrame>
        <p:nvGraphicFramePr>
          <p:cNvPr id="9" name="Table 8"/>
          <p:cNvGraphicFramePr>
            <a:graphicFrameLocks noGrp="1"/>
          </p:cNvGraphicFramePr>
          <p:nvPr/>
        </p:nvGraphicFramePr>
        <p:xfrm>
          <a:off x="487680" y="1371600"/>
          <a:ext cx="4876800" cy="38404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349134">
                <a:tc>
                  <a:txBody>
                    <a:bodyPr/>
                    <a:lstStyle/>
                    <a:p>
                      <a:pPr algn="l"/>
                      <a:r>
                        <a:rPr sz="1200"/>
                        <a:t>Rank</a:t>
                      </a:r>
                    </a:p>
                  </a:txBody>
                  <a:tcPr marT="63500" marB="63500">
                    <a:solidFill>
                      <a:srgbClr val="C8C8C8"/>
                    </a:solidFill>
                  </a:tcPr>
                </a:tc>
                <a:tc>
                  <a:txBody>
                    <a:bodyPr/>
                    <a:lstStyle/>
                    <a:p>
                      <a:pPr algn="l"/>
                      <a:r>
                        <a:rPr sz="1200"/>
                        <a:t>Team</a:t>
                      </a:r>
                    </a:p>
                  </a:txBody>
                  <a:tcPr marT="63500" marB="63500">
                    <a:solidFill>
                      <a:srgbClr val="C8C8C8"/>
                    </a:solidFill>
                  </a:tcPr>
                </a:tc>
                <a:tc>
                  <a:txBody>
                    <a:bodyPr/>
                    <a:lstStyle/>
                    <a:p>
                      <a:pPr algn="l"/>
                      <a:r>
                        <a:rPr sz="1200"/>
                        <a:t>Count</a:t>
                      </a:r>
                    </a:p>
                  </a:txBody>
                  <a:tcPr marT="63500" marB="63500">
                    <a:solidFill>
                      <a:srgbClr val="C8C8C8"/>
                    </a:solidFill>
                  </a:tcPr>
                </a:tc>
                <a:extLst>
                  <a:ext uri="{0D108BD9-81ED-4DB2-BD59-A6C34878D82A}">
                    <a16:rowId xmlns:a16="http://schemas.microsoft.com/office/drawing/2014/main" val="10000"/>
                  </a:ext>
                </a:extLst>
              </a:tr>
              <a:tr h="349134">
                <a:tc>
                  <a:txBody>
                    <a:bodyPr/>
                    <a:lstStyle/>
                    <a:p>
                      <a:pPr algn="l"/>
                      <a:r>
                        <a:rPr sz="1200"/>
                        <a:t>1</a:t>
                      </a:r>
                    </a:p>
                  </a:txBody>
                  <a:tcPr marT="63500" marB="63500">
                    <a:solidFill>
                      <a:srgbClr val="C8C8C8"/>
                    </a:solidFill>
                  </a:tcPr>
                </a:tc>
                <a:tc>
                  <a:txBody>
                    <a:bodyPr/>
                    <a:lstStyle/>
                    <a:p>
                      <a:pPr algn="l"/>
                      <a:r>
                        <a:rPr sz="1200"/>
                        <a:t>Alpine</a:t>
                      </a:r>
                    </a:p>
                  </a:txBody>
                  <a:tcPr marT="63500" marB="63500">
                    <a:solidFill>
                      <a:srgbClr val="C8C8C8"/>
                    </a:solidFill>
                  </a:tcPr>
                </a:tc>
                <a:tc>
                  <a:txBody>
                    <a:bodyPr/>
                    <a:lstStyle/>
                    <a:p>
                      <a:pPr algn="l"/>
                      <a:r>
                        <a:rPr sz="1200"/>
                        <a:t>68</a:t>
                      </a:r>
                    </a:p>
                  </a:txBody>
                  <a:tcPr marT="63500" marB="63500">
                    <a:solidFill>
                      <a:srgbClr val="C8C8C8"/>
                    </a:solidFill>
                  </a:tcPr>
                </a:tc>
                <a:extLst>
                  <a:ext uri="{0D108BD9-81ED-4DB2-BD59-A6C34878D82A}">
                    <a16:rowId xmlns:a16="http://schemas.microsoft.com/office/drawing/2014/main" val="10001"/>
                  </a:ext>
                </a:extLst>
              </a:tr>
              <a:tr h="349134">
                <a:tc>
                  <a:txBody>
                    <a:bodyPr/>
                    <a:lstStyle/>
                    <a:p>
                      <a:pPr algn="l"/>
                      <a:r>
                        <a:rPr sz="1200"/>
                        <a:t>2</a:t>
                      </a:r>
                    </a:p>
                  </a:txBody>
                  <a:tcPr marT="63500" marB="63500">
                    <a:solidFill>
                      <a:srgbClr val="C8C8C8"/>
                    </a:solidFill>
                  </a:tcPr>
                </a:tc>
                <a:tc>
                  <a:txBody>
                    <a:bodyPr/>
                    <a:lstStyle/>
                    <a:p>
                      <a:pPr algn="l"/>
                      <a:r>
                        <a:rPr sz="1200"/>
                        <a:t>Visa RB</a:t>
                      </a:r>
                    </a:p>
                  </a:txBody>
                  <a:tcPr marT="63500" marB="63500">
                    <a:solidFill>
                      <a:srgbClr val="C8C8C8"/>
                    </a:solidFill>
                  </a:tcPr>
                </a:tc>
                <a:tc>
                  <a:txBody>
                    <a:bodyPr/>
                    <a:lstStyle/>
                    <a:p>
                      <a:pPr algn="l"/>
                      <a:r>
                        <a:rPr sz="1200"/>
                        <a:t>66</a:t>
                      </a:r>
                    </a:p>
                  </a:txBody>
                  <a:tcPr marT="63500" marB="63500">
                    <a:solidFill>
                      <a:srgbClr val="C8C8C8"/>
                    </a:solidFill>
                  </a:tcPr>
                </a:tc>
                <a:extLst>
                  <a:ext uri="{0D108BD9-81ED-4DB2-BD59-A6C34878D82A}">
                    <a16:rowId xmlns:a16="http://schemas.microsoft.com/office/drawing/2014/main" val="10002"/>
                  </a:ext>
                </a:extLst>
              </a:tr>
              <a:tr h="349134">
                <a:tc>
                  <a:txBody>
                    <a:bodyPr/>
                    <a:lstStyle/>
                    <a:p>
                      <a:pPr algn="l"/>
                      <a:r>
                        <a:rPr sz="1200"/>
                        <a:t>3</a:t>
                      </a:r>
                    </a:p>
                  </a:txBody>
                  <a:tcPr marT="63500" marB="63500">
                    <a:solidFill>
                      <a:srgbClr val="C8C8C8"/>
                    </a:solidFill>
                  </a:tcPr>
                </a:tc>
                <a:tc>
                  <a:txBody>
                    <a:bodyPr/>
                    <a:lstStyle/>
                    <a:p>
                      <a:pPr algn="l"/>
                      <a:r>
                        <a:rPr sz="1200"/>
                        <a:t>Red Bull</a:t>
                      </a:r>
                    </a:p>
                  </a:txBody>
                  <a:tcPr marT="63500" marB="63500">
                    <a:solidFill>
                      <a:srgbClr val="C8C8C8"/>
                    </a:solidFill>
                  </a:tcPr>
                </a:tc>
                <a:tc>
                  <a:txBody>
                    <a:bodyPr/>
                    <a:lstStyle/>
                    <a:p>
                      <a:pPr algn="l"/>
                      <a:r>
                        <a:rPr sz="1200"/>
                        <a:t>61</a:t>
                      </a:r>
                    </a:p>
                  </a:txBody>
                  <a:tcPr marT="63500" marB="63500">
                    <a:solidFill>
                      <a:srgbClr val="C8C8C8"/>
                    </a:solidFill>
                  </a:tcPr>
                </a:tc>
                <a:extLst>
                  <a:ext uri="{0D108BD9-81ED-4DB2-BD59-A6C34878D82A}">
                    <a16:rowId xmlns:a16="http://schemas.microsoft.com/office/drawing/2014/main" val="10003"/>
                  </a:ext>
                </a:extLst>
              </a:tr>
              <a:tr h="349134">
                <a:tc>
                  <a:txBody>
                    <a:bodyPr/>
                    <a:lstStyle/>
                    <a:p>
                      <a:pPr algn="l"/>
                      <a:r>
                        <a:rPr sz="1200"/>
                        <a:t>4</a:t>
                      </a:r>
                    </a:p>
                  </a:txBody>
                  <a:tcPr marT="63500" marB="63500">
                    <a:solidFill>
                      <a:srgbClr val="C8C8C8"/>
                    </a:solidFill>
                  </a:tcPr>
                </a:tc>
                <a:tc>
                  <a:txBody>
                    <a:bodyPr/>
                    <a:lstStyle/>
                    <a:p>
                      <a:pPr algn="l"/>
                      <a:r>
                        <a:rPr sz="1200"/>
                        <a:t>Ferrari</a:t>
                      </a:r>
                    </a:p>
                  </a:txBody>
                  <a:tcPr marT="63500" marB="63500">
                    <a:solidFill>
                      <a:srgbClr val="C8C8C8"/>
                    </a:solidFill>
                  </a:tcPr>
                </a:tc>
                <a:tc>
                  <a:txBody>
                    <a:bodyPr/>
                    <a:lstStyle/>
                    <a:p>
                      <a:pPr algn="l"/>
                      <a:r>
                        <a:rPr sz="1200"/>
                        <a:t>60</a:t>
                      </a:r>
                    </a:p>
                  </a:txBody>
                  <a:tcPr marT="63500" marB="63500">
                    <a:solidFill>
                      <a:srgbClr val="C8C8C8"/>
                    </a:solidFill>
                  </a:tcPr>
                </a:tc>
                <a:extLst>
                  <a:ext uri="{0D108BD9-81ED-4DB2-BD59-A6C34878D82A}">
                    <a16:rowId xmlns:a16="http://schemas.microsoft.com/office/drawing/2014/main" val="10004"/>
                  </a:ext>
                </a:extLst>
              </a:tr>
              <a:tr h="349134">
                <a:tc>
                  <a:txBody>
                    <a:bodyPr/>
                    <a:lstStyle/>
                    <a:p>
                      <a:pPr algn="l"/>
                      <a:r>
                        <a:rPr sz="1200"/>
                        <a:t>5</a:t>
                      </a:r>
                    </a:p>
                  </a:txBody>
                  <a:tcPr marT="63500" marB="63500">
                    <a:solidFill>
                      <a:srgbClr val="C8C8C8"/>
                    </a:solidFill>
                  </a:tcPr>
                </a:tc>
                <a:tc>
                  <a:txBody>
                    <a:bodyPr/>
                    <a:lstStyle/>
                    <a:p>
                      <a:pPr algn="l"/>
                      <a:r>
                        <a:rPr sz="1200"/>
                        <a:t>Stake</a:t>
                      </a:r>
                    </a:p>
                  </a:txBody>
                  <a:tcPr marT="63500" marB="63500">
                    <a:solidFill>
                      <a:srgbClr val="C8C8C8"/>
                    </a:solidFill>
                  </a:tcPr>
                </a:tc>
                <a:tc>
                  <a:txBody>
                    <a:bodyPr/>
                    <a:lstStyle/>
                    <a:p>
                      <a:pPr algn="l"/>
                      <a:r>
                        <a:rPr sz="1200"/>
                        <a:t>56</a:t>
                      </a:r>
                    </a:p>
                  </a:txBody>
                  <a:tcPr marT="63500" marB="63500">
                    <a:solidFill>
                      <a:srgbClr val="C8C8C8"/>
                    </a:solidFill>
                  </a:tcPr>
                </a:tc>
                <a:extLst>
                  <a:ext uri="{0D108BD9-81ED-4DB2-BD59-A6C34878D82A}">
                    <a16:rowId xmlns:a16="http://schemas.microsoft.com/office/drawing/2014/main" val="10005"/>
                  </a:ext>
                </a:extLst>
              </a:tr>
              <a:tr h="349134">
                <a:tc>
                  <a:txBody>
                    <a:bodyPr/>
                    <a:lstStyle/>
                    <a:p>
                      <a:pPr algn="l"/>
                      <a:r>
                        <a:rPr sz="1200"/>
                        <a:t>6</a:t>
                      </a:r>
                    </a:p>
                  </a:txBody>
                  <a:tcPr marT="63500" marB="63500">
                    <a:solidFill>
                      <a:srgbClr val="C8C8C8"/>
                    </a:solidFill>
                  </a:tcPr>
                </a:tc>
                <a:tc>
                  <a:txBody>
                    <a:bodyPr/>
                    <a:lstStyle/>
                    <a:p>
                      <a:pPr algn="l"/>
                      <a:r>
                        <a:rPr sz="1200"/>
                        <a:t>Haas</a:t>
                      </a:r>
                    </a:p>
                  </a:txBody>
                  <a:tcPr marT="63500" marB="63500">
                    <a:solidFill>
                      <a:srgbClr val="C8C8C8"/>
                    </a:solidFill>
                  </a:tcPr>
                </a:tc>
                <a:tc>
                  <a:txBody>
                    <a:bodyPr/>
                    <a:lstStyle/>
                    <a:p>
                      <a:pPr algn="l"/>
                      <a:r>
                        <a:rPr sz="1200"/>
                        <a:t>52</a:t>
                      </a:r>
                    </a:p>
                  </a:txBody>
                  <a:tcPr marT="63500" marB="63500">
                    <a:solidFill>
                      <a:srgbClr val="C8C8C8"/>
                    </a:solidFill>
                  </a:tcPr>
                </a:tc>
                <a:extLst>
                  <a:ext uri="{0D108BD9-81ED-4DB2-BD59-A6C34878D82A}">
                    <a16:rowId xmlns:a16="http://schemas.microsoft.com/office/drawing/2014/main" val="10006"/>
                  </a:ext>
                </a:extLst>
              </a:tr>
              <a:tr h="349134">
                <a:tc>
                  <a:txBody>
                    <a:bodyPr/>
                    <a:lstStyle/>
                    <a:p>
                      <a:pPr algn="l"/>
                      <a:r>
                        <a:rPr sz="1200"/>
                        <a:t>7</a:t>
                      </a:r>
                    </a:p>
                  </a:txBody>
                  <a:tcPr marT="63500" marB="63500">
                    <a:solidFill>
                      <a:srgbClr val="C8C8C8"/>
                    </a:solidFill>
                  </a:tcPr>
                </a:tc>
                <a:tc>
                  <a:txBody>
                    <a:bodyPr/>
                    <a:lstStyle/>
                    <a:p>
                      <a:pPr algn="l"/>
                      <a:r>
                        <a:rPr sz="1200"/>
                        <a:t>Mercedes</a:t>
                      </a:r>
                    </a:p>
                  </a:txBody>
                  <a:tcPr marT="63500" marB="63500">
                    <a:solidFill>
                      <a:srgbClr val="C8C8C8"/>
                    </a:solidFill>
                  </a:tcPr>
                </a:tc>
                <a:tc>
                  <a:txBody>
                    <a:bodyPr/>
                    <a:lstStyle/>
                    <a:p>
                      <a:pPr algn="l"/>
                      <a:r>
                        <a:rPr sz="1200"/>
                        <a:t>50</a:t>
                      </a:r>
                    </a:p>
                  </a:txBody>
                  <a:tcPr marT="63500" marB="63500">
                    <a:solidFill>
                      <a:srgbClr val="C8C8C8"/>
                    </a:solidFill>
                  </a:tcPr>
                </a:tc>
                <a:extLst>
                  <a:ext uri="{0D108BD9-81ED-4DB2-BD59-A6C34878D82A}">
                    <a16:rowId xmlns:a16="http://schemas.microsoft.com/office/drawing/2014/main" val="10007"/>
                  </a:ext>
                </a:extLst>
              </a:tr>
              <a:tr h="349134">
                <a:tc>
                  <a:txBody>
                    <a:bodyPr/>
                    <a:lstStyle/>
                    <a:p>
                      <a:pPr algn="l"/>
                      <a:r>
                        <a:rPr sz="1200"/>
                        <a:t>8</a:t>
                      </a:r>
                    </a:p>
                  </a:txBody>
                  <a:tcPr marT="63500" marB="63500">
                    <a:solidFill>
                      <a:srgbClr val="C8C8C8"/>
                    </a:solidFill>
                  </a:tcPr>
                </a:tc>
                <a:tc>
                  <a:txBody>
                    <a:bodyPr/>
                    <a:lstStyle/>
                    <a:p>
                      <a:pPr algn="l"/>
                      <a:r>
                        <a:rPr sz="1200"/>
                        <a:t>Williams</a:t>
                      </a:r>
                    </a:p>
                  </a:txBody>
                  <a:tcPr marT="63500" marB="63500">
                    <a:solidFill>
                      <a:srgbClr val="C8C8C8"/>
                    </a:solidFill>
                  </a:tcPr>
                </a:tc>
                <a:tc>
                  <a:txBody>
                    <a:bodyPr/>
                    <a:lstStyle/>
                    <a:p>
                      <a:pPr algn="l"/>
                      <a:r>
                        <a:rPr sz="1200"/>
                        <a:t>49</a:t>
                      </a:r>
                    </a:p>
                  </a:txBody>
                  <a:tcPr marT="63500" marB="63500">
                    <a:solidFill>
                      <a:srgbClr val="C8C8C8"/>
                    </a:solidFill>
                  </a:tcPr>
                </a:tc>
                <a:extLst>
                  <a:ext uri="{0D108BD9-81ED-4DB2-BD59-A6C34878D82A}">
                    <a16:rowId xmlns:a16="http://schemas.microsoft.com/office/drawing/2014/main" val="10008"/>
                  </a:ext>
                </a:extLst>
              </a:tr>
              <a:tr h="349134">
                <a:tc>
                  <a:txBody>
                    <a:bodyPr/>
                    <a:lstStyle/>
                    <a:p>
                      <a:pPr algn="l"/>
                      <a:r>
                        <a:rPr sz="1200"/>
                        <a:t>9</a:t>
                      </a:r>
                    </a:p>
                  </a:txBody>
                  <a:tcPr marT="63500" marB="63500">
                    <a:solidFill>
                      <a:srgbClr val="C8C8C8"/>
                    </a:solidFill>
                  </a:tcPr>
                </a:tc>
                <a:tc>
                  <a:txBody>
                    <a:bodyPr/>
                    <a:lstStyle/>
                    <a:p>
                      <a:pPr algn="l"/>
                      <a:r>
                        <a:rPr sz="1200"/>
                        <a:t>McLaren</a:t>
                      </a:r>
                    </a:p>
                  </a:txBody>
                  <a:tcPr marT="63500" marB="63500">
                    <a:solidFill>
                      <a:srgbClr val="C8C8C8"/>
                    </a:solidFill>
                  </a:tcPr>
                </a:tc>
                <a:tc>
                  <a:txBody>
                    <a:bodyPr/>
                    <a:lstStyle/>
                    <a:p>
                      <a:pPr algn="l"/>
                      <a:r>
                        <a:rPr sz="1200"/>
                        <a:t>46</a:t>
                      </a:r>
                    </a:p>
                  </a:txBody>
                  <a:tcPr marT="63500" marB="63500">
                    <a:solidFill>
                      <a:srgbClr val="C8C8C8"/>
                    </a:solidFill>
                  </a:tcPr>
                </a:tc>
                <a:extLst>
                  <a:ext uri="{0D108BD9-81ED-4DB2-BD59-A6C34878D82A}">
                    <a16:rowId xmlns:a16="http://schemas.microsoft.com/office/drawing/2014/main" val="10009"/>
                  </a:ext>
                </a:extLst>
              </a:tr>
              <a:tr h="349140">
                <a:tc>
                  <a:txBody>
                    <a:bodyPr/>
                    <a:lstStyle/>
                    <a:p>
                      <a:pPr algn="l"/>
                      <a:r>
                        <a:rPr sz="1200"/>
                        <a:t>10</a:t>
                      </a:r>
                    </a:p>
                  </a:txBody>
                  <a:tcPr marT="63500" marB="63500">
                    <a:solidFill>
                      <a:srgbClr val="C8C8C8"/>
                    </a:solidFill>
                  </a:tcPr>
                </a:tc>
                <a:tc>
                  <a:txBody>
                    <a:bodyPr/>
                    <a:lstStyle/>
                    <a:p>
                      <a:pPr algn="l"/>
                      <a:r>
                        <a:rPr sz="1200"/>
                        <a:t>Aston Martin</a:t>
                      </a:r>
                    </a:p>
                  </a:txBody>
                  <a:tcPr marT="63500" marB="63500">
                    <a:solidFill>
                      <a:srgbClr val="C8C8C8"/>
                    </a:solidFill>
                  </a:tcPr>
                </a:tc>
                <a:tc>
                  <a:txBody>
                    <a:bodyPr/>
                    <a:lstStyle/>
                    <a:p>
                      <a:pPr algn="l"/>
                      <a:r>
                        <a:rPr sz="1200"/>
                        <a:t>45</a:t>
                      </a:r>
                    </a:p>
                  </a:txBody>
                  <a:tcPr marT="63500" marB="63500">
                    <a:solidFill>
                      <a:srgbClr val="C8C8C8"/>
                    </a:solidFill>
                  </a:tcPr>
                </a:tc>
                <a:extLst>
                  <a:ext uri="{0D108BD9-81ED-4DB2-BD59-A6C34878D82A}">
                    <a16:rowId xmlns:a16="http://schemas.microsoft.com/office/drawing/2014/main" val="10010"/>
                  </a:ext>
                </a:extLst>
              </a:tr>
            </a:tbl>
          </a:graphicData>
        </a:graphic>
      </p:graphicFrame>
      <p:sp>
        <p:nvSpPr>
          <p:cNvPr id="10" name="Rectangle 9"/>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Most Engine Components Used By Teams</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583168" y="233172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585</a:t>
            </a:r>
          </a:p>
        </p:txBody>
      </p:sp>
      <p:sp>
        <p:nvSpPr>
          <p:cNvPr id="3" name="Rounded Rectangle 2"/>
          <p:cNvSpPr/>
          <p:nvPr/>
        </p:nvSpPr>
        <p:spPr>
          <a:xfrm>
            <a:off x="6437376" y="233172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595</a:t>
            </a:r>
          </a:p>
        </p:txBody>
      </p:sp>
      <p:sp>
        <p:nvSpPr>
          <p:cNvPr id="4" name="Rounded Rectangle 3"/>
          <p:cNvSpPr/>
          <p:nvPr/>
        </p:nvSpPr>
        <p:spPr>
          <a:xfrm>
            <a:off x="2682240" y="379476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572</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728</a:t>
            </a:r>
          </a:p>
        </p:txBody>
      </p:sp>
      <p:sp>
        <p:nvSpPr>
          <p:cNvPr id="6" name="Rounded Rectangle 5"/>
          <p:cNvSpPr/>
          <p:nvPr/>
        </p:nvSpPr>
        <p:spPr>
          <a:xfrm>
            <a:off x="5364480" y="379476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548</a:t>
            </a:r>
          </a:p>
        </p:txBody>
      </p:sp>
      <p:sp>
        <p:nvSpPr>
          <p:cNvPr id="7" name="Rounded Rectangle 6"/>
          <p:cNvSpPr/>
          <p:nvPr/>
        </p:nvSpPr>
        <p:spPr>
          <a:xfrm>
            <a:off x="4291584" y="233172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601</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499</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Most Engine Components Used By Teams</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Lowest Qualifying Average by Team</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Name the team that will have the highest qualifying average as a team.</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- 585</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- 595</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- 572</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- 728</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- 548</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- 601</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- 499</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802880" y="1371600"/>
            <a:ext cx="1950720" cy="41148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Benedict
Ferrari - 18</a:t>
            </a:r>
          </a:p>
        </p:txBody>
      </p:sp>
      <p:sp>
        <p:nvSpPr>
          <p:cNvPr id="3" name="Rounded Rectangle 2"/>
          <p:cNvSpPr/>
          <p:nvPr/>
        </p:nvSpPr>
        <p:spPr>
          <a:xfrm>
            <a:off x="7802880" y="1920240"/>
            <a:ext cx="1950720" cy="41148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Carla
McLaren - 25</a:t>
            </a:r>
          </a:p>
        </p:txBody>
      </p:sp>
      <p:sp>
        <p:nvSpPr>
          <p:cNvPr id="4" name="Rounded Rectangle 3"/>
          <p:cNvSpPr/>
          <p:nvPr/>
        </p:nvSpPr>
        <p:spPr>
          <a:xfrm>
            <a:off x="7802880" y="2468880"/>
            <a:ext cx="1950720" cy="41148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Damian
McLaren - 25</a:t>
            </a:r>
          </a:p>
        </p:txBody>
      </p:sp>
      <p:sp>
        <p:nvSpPr>
          <p:cNvPr id="5" name="Rounded Rectangle 4"/>
          <p:cNvSpPr/>
          <p:nvPr/>
        </p:nvSpPr>
        <p:spPr>
          <a:xfrm>
            <a:off x="7802880" y="3017520"/>
            <a:ext cx="1950720" cy="41148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Jarek
Ferrari - 18</a:t>
            </a:r>
          </a:p>
        </p:txBody>
      </p:sp>
      <p:sp>
        <p:nvSpPr>
          <p:cNvPr id="6" name="Rounded Rectangle 5"/>
          <p:cNvSpPr/>
          <p:nvPr/>
        </p:nvSpPr>
        <p:spPr>
          <a:xfrm>
            <a:off x="7802880" y="3566160"/>
            <a:ext cx="1950720" cy="41148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Josh
Red Bull - 15</a:t>
            </a:r>
          </a:p>
        </p:txBody>
      </p:sp>
      <p:sp>
        <p:nvSpPr>
          <p:cNvPr id="7" name="Rounded Rectangle 6"/>
          <p:cNvSpPr/>
          <p:nvPr/>
        </p:nvSpPr>
        <p:spPr>
          <a:xfrm>
            <a:off x="7802880" y="4114800"/>
            <a:ext cx="1950720" cy="41148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Kacper
Red Bull - 15</a:t>
            </a:r>
          </a:p>
        </p:txBody>
      </p:sp>
      <p:sp>
        <p:nvSpPr>
          <p:cNvPr id="8" name="Rounded Rectangle 7"/>
          <p:cNvSpPr/>
          <p:nvPr/>
        </p:nvSpPr>
        <p:spPr>
          <a:xfrm>
            <a:off x="7802880" y="4663440"/>
            <a:ext cx="1950720" cy="41148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Suley
Mercedes - 12</a:t>
            </a:r>
          </a:p>
        </p:txBody>
      </p:sp>
      <p:graphicFrame>
        <p:nvGraphicFramePr>
          <p:cNvPr id="9" name="Table 8"/>
          <p:cNvGraphicFramePr>
            <a:graphicFrameLocks noGrp="1"/>
          </p:cNvGraphicFramePr>
          <p:nvPr/>
        </p:nvGraphicFramePr>
        <p:xfrm>
          <a:off x="487680" y="1371600"/>
          <a:ext cx="4876800" cy="38404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349134">
                <a:tc>
                  <a:txBody>
                    <a:bodyPr/>
                    <a:lstStyle/>
                    <a:p>
                      <a:pPr algn="l"/>
                      <a:r>
                        <a:rPr sz="1200"/>
                        <a:t>Rank</a:t>
                      </a:r>
                    </a:p>
                  </a:txBody>
                  <a:tcPr marT="63500" marB="63500">
                    <a:solidFill>
                      <a:srgbClr val="C8C8C8"/>
                    </a:solidFill>
                  </a:tcPr>
                </a:tc>
                <a:tc>
                  <a:txBody>
                    <a:bodyPr/>
                    <a:lstStyle/>
                    <a:p>
                      <a:pPr algn="l"/>
                      <a:r>
                        <a:rPr sz="1200"/>
                        <a:t>Team</a:t>
                      </a:r>
                    </a:p>
                  </a:txBody>
                  <a:tcPr marT="63500" marB="63500">
                    <a:solidFill>
                      <a:srgbClr val="C8C8C8"/>
                    </a:solidFill>
                  </a:tcPr>
                </a:tc>
                <a:tc>
                  <a:txBody>
                    <a:bodyPr/>
                    <a:lstStyle/>
                    <a:p>
                      <a:pPr algn="l"/>
                      <a:r>
                        <a:rPr sz="1200"/>
                        <a:t>Count</a:t>
                      </a:r>
                    </a:p>
                  </a:txBody>
                  <a:tcPr marT="63500" marB="63500">
                    <a:solidFill>
                      <a:srgbClr val="C8C8C8"/>
                    </a:solidFill>
                  </a:tcPr>
                </a:tc>
                <a:extLst>
                  <a:ext uri="{0D108BD9-81ED-4DB2-BD59-A6C34878D82A}">
                    <a16:rowId xmlns:a16="http://schemas.microsoft.com/office/drawing/2014/main" val="10000"/>
                  </a:ext>
                </a:extLst>
              </a:tr>
              <a:tr h="349134">
                <a:tc>
                  <a:txBody>
                    <a:bodyPr/>
                    <a:lstStyle/>
                    <a:p>
                      <a:pPr algn="l"/>
                      <a:r>
                        <a:rPr sz="1200"/>
                        <a:t>1</a:t>
                      </a:r>
                    </a:p>
                  </a:txBody>
                  <a:tcPr marT="63500" marB="63500">
                    <a:solidFill>
                      <a:srgbClr val="C8C8C8"/>
                    </a:solidFill>
                  </a:tcPr>
                </a:tc>
                <a:tc>
                  <a:txBody>
                    <a:bodyPr/>
                    <a:lstStyle/>
                    <a:p>
                      <a:pPr algn="l"/>
                      <a:r>
                        <a:rPr sz="1200"/>
                        <a:t>McLaren</a:t>
                      </a:r>
                    </a:p>
                  </a:txBody>
                  <a:tcPr marT="63500" marB="63500">
                    <a:solidFill>
                      <a:srgbClr val="C8C8C8"/>
                    </a:solidFill>
                  </a:tcPr>
                </a:tc>
                <a:tc>
                  <a:txBody>
                    <a:bodyPr/>
                    <a:lstStyle/>
                    <a:p>
                      <a:pPr algn="l"/>
                      <a:r>
                        <a:rPr sz="1200"/>
                        <a:t>4.5</a:t>
                      </a:r>
                    </a:p>
                  </a:txBody>
                  <a:tcPr marT="63500" marB="63500">
                    <a:solidFill>
                      <a:srgbClr val="C8C8C8"/>
                    </a:solidFill>
                  </a:tcPr>
                </a:tc>
                <a:extLst>
                  <a:ext uri="{0D108BD9-81ED-4DB2-BD59-A6C34878D82A}">
                    <a16:rowId xmlns:a16="http://schemas.microsoft.com/office/drawing/2014/main" val="10001"/>
                  </a:ext>
                </a:extLst>
              </a:tr>
              <a:tr h="349134">
                <a:tc>
                  <a:txBody>
                    <a:bodyPr/>
                    <a:lstStyle/>
                    <a:p>
                      <a:pPr algn="l"/>
                      <a:r>
                        <a:rPr sz="1200"/>
                        <a:t>2</a:t>
                      </a:r>
                    </a:p>
                  </a:txBody>
                  <a:tcPr marT="63500" marB="63500">
                    <a:solidFill>
                      <a:srgbClr val="C8C8C8"/>
                    </a:solidFill>
                  </a:tcPr>
                </a:tc>
                <a:tc>
                  <a:txBody>
                    <a:bodyPr/>
                    <a:lstStyle/>
                    <a:p>
                      <a:pPr algn="l"/>
                      <a:r>
                        <a:rPr sz="1200"/>
                        <a:t>Ferrari</a:t>
                      </a:r>
                    </a:p>
                  </a:txBody>
                  <a:tcPr marT="63500" marB="63500">
                    <a:solidFill>
                      <a:srgbClr val="C8C8C8"/>
                    </a:solidFill>
                  </a:tcPr>
                </a:tc>
                <a:tc>
                  <a:txBody>
                    <a:bodyPr/>
                    <a:lstStyle/>
                    <a:p>
                      <a:pPr algn="l"/>
                      <a:r>
                        <a:rPr sz="1200"/>
                        <a:t>5.54</a:t>
                      </a:r>
                    </a:p>
                  </a:txBody>
                  <a:tcPr marT="63500" marB="63500">
                    <a:solidFill>
                      <a:srgbClr val="C8C8C8"/>
                    </a:solidFill>
                  </a:tcPr>
                </a:tc>
                <a:extLst>
                  <a:ext uri="{0D108BD9-81ED-4DB2-BD59-A6C34878D82A}">
                    <a16:rowId xmlns:a16="http://schemas.microsoft.com/office/drawing/2014/main" val="10002"/>
                  </a:ext>
                </a:extLst>
              </a:tr>
              <a:tr h="349134">
                <a:tc>
                  <a:txBody>
                    <a:bodyPr/>
                    <a:lstStyle/>
                    <a:p>
                      <a:pPr algn="l"/>
                      <a:r>
                        <a:rPr sz="1200"/>
                        <a:t>3</a:t>
                      </a:r>
                    </a:p>
                  </a:txBody>
                  <a:tcPr marT="63500" marB="63500">
                    <a:solidFill>
                      <a:srgbClr val="C8C8C8"/>
                    </a:solidFill>
                  </a:tcPr>
                </a:tc>
                <a:tc>
                  <a:txBody>
                    <a:bodyPr/>
                    <a:lstStyle/>
                    <a:p>
                      <a:pPr algn="l"/>
                      <a:r>
                        <a:rPr sz="1200"/>
                        <a:t>Red Bull</a:t>
                      </a:r>
                    </a:p>
                  </a:txBody>
                  <a:tcPr marT="63500" marB="63500">
                    <a:solidFill>
                      <a:srgbClr val="C8C8C8"/>
                    </a:solidFill>
                  </a:tcPr>
                </a:tc>
                <a:tc>
                  <a:txBody>
                    <a:bodyPr/>
                    <a:lstStyle/>
                    <a:p>
                      <a:pPr algn="l"/>
                      <a:r>
                        <a:rPr sz="1200"/>
                        <a:t>6.08</a:t>
                      </a:r>
                    </a:p>
                  </a:txBody>
                  <a:tcPr marT="63500" marB="63500">
                    <a:solidFill>
                      <a:srgbClr val="C8C8C8"/>
                    </a:solidFill>
                  </a:tcPr>
                </a:tc>
                <a:extLst>
                  <a:ext uri="{0D108BD9-81ED-4DB2-BD59-A6C34878D82A}">
                    <a16:rowId xmlns:a16="http://schemas.microsoft.com/office/drawing/2014/main" val="10003"/>
                  </a:ext>
                </a:extLst>
              </a:tr>
              <a:tr h="349134">
                <a:tc>
                  <a:txBody>
                    <a:bodyPr/>
                    <a:lstStyle/>
                    <a:p>
                      <a:pPr algn="l"/>
                      <a:r>
                        <a:rPr sz="1200"/>
                        <a:t>4</a:t>
                      </a:r>
                    </a:p>
                  </a:txBody>
                  <a:tcPr marT="63500" marB="63500">
                    <a:solidFill>
                      <a:srgbClr val="C8C8C8"/>
                    </a:solidFill>
                  </a:tcPr>
                </a:tc>
                <a:tc>
                  <a:txBody>
                    <a:bodyPr/>
                    <a:lstStyle/>
                    <a:p>
                      <a:pPr algn="l"/>
                      <a:r>
                        <a:rPr sz="1200"/>
                        <a:t>Mercedes</a:t>
                      </a:r>
                    </a:p>
                  </a:txBody>
                  <a:tcPr marT="63500" marB="63500">
                    <a:solidFill>
                      <a:srgbClr val="C8C8C8"/>
                    </a:solidFill>
                  </a:tcPr>
                </a:tc>
                <a:tc>
                  <a:txBody>
                    <a:bodyPr/>
                    <a:lstStyle/>
                    <a:p>
                      <a:pPr algn="l"/>
                      <a:r>
                        <a:rPr sz="1200"/>
                        <a:t>6.85</a:t>
                      </a:r>
                    </a:p>
                  </a:txBody>
                  <a:tcPr marT="63500" marB="63500">
                    <a:solidFill>
                      <a:srgbClr val="C8C8C8"/>
                    </a:solidFill>
                  </a:tcPr>
                </a:tc>
                <a:extLst>
                  <a:ext uri="{0D108BD9-81ED-4DB2-BD59-A6C34878D82A}">
                    <a16:rowId xmlns:a16="http://schemas.microsoft.com/office/drawing/2014/main" val="10004"/>
                  </a:ext>
                </a:extLst>
              </a:tr>
              <a:tr h="349134">
                <a:tc>
                  <a:txBody>
                    <a:bodyPr/>
                    <a:lstStyle/>
                    <a:p>
                      <a:pPr algn="l"/>
                      <a:r>
                        <a:rPr sz="1200"/>
                        <a:t>5</a:t>
                      </a:r>
                    </a:p>
                  </a:txBody>
                  <a:tcPr marT="63500" marB="63500">
                    <a:solidFill>
                      <a:srgbClr val="C8C8C8"/>
                    </a:solidFill>
                  </a:tcPr>
                </a:tc>
                <a:tc>
                  <a:txBody>
                    <a:bodyPr/>
                    <a:lstStyle/>
                    <a:p>
                      <a:pPr algn="l"/>
                      <a:r>
                        <a:rPr sz="1200"/>
                        <a:t>Aston Martin</a:t>
                      </a:r>
                    </a:p>
                  </a:txBody>
                  <a:tcPr marT="63500" marB="63500">
                    <a:solidFill>
                      <a:srgbClr val="C8C8C8"/>
                    </a:solidFill>
                  </a:tcPr>
                </a:tc>
                <a:tc>
                  <a:txBody>
                    <a:bodyPr/>
                    <a:lstStyle/>
                    <a:p>
                      <a:pPr algn="l"/>
                      <a:r>
                        <a:rPr sz="1200"/>
                        <a:t>11.21</a:t>
                      </a:r>
                    </a:p>
                  </a:txBody>
                  <a:tcPr marT="63500" marB="63500">
                    <a:solidFill>
                      <a:srgbClr val="C8C8C8"/>
                    </a:solidFill>
                  </a:tcPr>
                </a:tc>
                <a:extLst>
                  <a:ext uri="{0D108BD9-81ED-4DB2-BD59-A6C34878D82A}">
                    <a16:rowId xmlns:a16="http://schemas.microsoft.com/office/drawing/2014/main" val="10005"/>
                  </a:ext>
                </a:extLst>
              </a:tr>
              <a:tr h="349134">
                <a:tc>
                  <a:txBody>
                    <a:bodyPr/>
                    <a:lstStyle/>
                    <a:p>
                      <a:pPr algn="l"/>
                      <a:r>
                        <a:rPr sz="1200"/>
                        <a:t>6</a:t>
                      </a:r>
                    </a:p>
                  </a:txBody>
                  <a:tcPr marT="63500" marB="63500">
                    <a:solidFill>
                      <a:srgbClr val="C8C8C8"/>
                    </a:solidFill>
                  </a:tcPr>
                </a:tc>
                <a:tc>
                  <a:txBody>
                    <a:bodyPr/>
                    <a:lstStyle/>
                    <a:p>
                      <a:pPr algn="l"/>
                      <a:r>
                        <a:rPr sz="1200"/>
                        <a:t>Visa RB</a:t>
                      </a:r>
                    </a:p>
                  </a:txBody>
                  <a:tcPr marT="63500" marB="63500">
                    <a:solidFill>
                      <a:srgbClr val="C8C8C8"/>
                    </a:solidFill>
                  </a:tcPr>
                </a:tc>
                <a:tc>
                  <a:txBody>
                    <a:bodyPr/>
                    <a:lstStyle/>
                    <a:p>
                      <a:pPr algn="l"/>
                      <a:r>
                        <a:rPr sz="1200"/>
                        <a:t>12.1</a:t>
                      </a:r>
                    </a:p>
                  </a:txBody>
                  <a:tcPr marT="63500" marB="63500">
                    <a:solidFill>
                      <a:srgbClr val="C8C8C8"/>
                    </a:solidFill>
                  </a:tcPr>
                </a:tc>
                <a:extLst>
                  <a:ext uri="{0D108BD9-81ED-4DB2-BD59-A6C34878D82A}">
                    <a16:rowId xmlns:a16="http://schemas.microsoft.com/office/drawing/2014/main" val="10006"/>
                  </a:ext>
                </a:extLst>
              </a:tr>
              <a:tr h="349134">
                <a:tc>
                  <a:txBody>
                    <a:bodyPr/>
                    <a:lstStyle/>
                    <a:p>
                      <a:pPr algn="l"/>
                      <a:r>
                        <a:rPr sz="1200"/>
                        <a:t>7</a:t>
                      </a:r>
                    </a:p>
                  </a:txBody>
                  <a:tcPr marT="63500" marB="63500">
                    <a:solidFill>
                      <a:srgbClr val="C8C8C8"/>
                    </a:solidFill>
                  </a:tcPr>
                </a:tc>
                <a:tc>
                  <a:txBody>
                    <a:bodyPr/>
                    <a:lstStyle/>
                    <a:p>
                      <a:pPr algn="l"/>
                      <a:r>
                        <a:rPr sz="1200"/>
                        <a:t>Haas</a:t>
                      </a:r>
                    </a:p>
                  </a:txBody>
                  <a:tcPr marT="63500" marB="63500">
                    <a:solidFill>
                      <a:srgbClr val="C8C8C8"/>
                    </a:solidFill>
                  </a:tcPr>
                </a:tc>
                <a:tc>
                  <a:txBody>
                    <a:bodyPr/>
                    <a:lstStyle/>
                    <a:p>
                      <a:pPr algn="l"/>
                      <a:r>
                        <a:rPr sz="1200"/>
                        <a:t>13.25</a:t>
                      </a:r>
                    </a:p>
                  </a:txBody>
                  <a:tcPr marT="63500" marB="63500">
                    <a:solidFill>
                      <a:srgbClr val="C8C8C8"/>
                    </a:solidFill>
                  </a:tcPr>
                </a:tc>
                <a:extLst>
                  <a:ext uri="{0D108BD9-81ED-4DB2-BD59-A6C34878D82A}">
                    <a16:rowId xmlns:a16="http://schemas.microsoft.com/office/drawing/2014/main" val="10007"/>
                  </a:ext>
                </a:extLst>
              </a:tr>
              <a:tr h="349134">
                <a:tc>
                  <a:txBody>
                    <a:bodyPr/>
                    <a:lstStyle/>
                    <a:p>
                      <a:pPr algn="l"/>
                      <a:r>
                        <a:rPr sz="1200"/>
                        <a:t>8</a:t>
                      </a:r>
                    </a:p>
                  </a:txBody>
                  <a:tcPr marT="63500" marB="63500">
                    <a:solidFill>
                      <a:srgbClr val="C8C8C8"/>
                    </a:solidFill>
                  </a:tcPr>
                </a:tc>
                <a:tc>
                  <a:txBody>
                    <a:bodyPr/>
                    <a:lstStyle/>
                    <a:p>
                      <a:pPr algn="l"/>
                      <a:r>
                        <a:rPr sz="1200"/>
                        <a:t>Alpine</a:t>
                      </a:r>
                    </a:p>
                  </a:txBody>
                  <a:tcPr marT="63500" marB="63500">
                    <a:solidFill>
                      <a:srgbClr val="C8C8C8"/>
                    </a:solidFill>
                  </a:tcPr>
                </a:tc>
                <a:tc>
                  <a:txBody>
                    <a:bodyPr/>
                    <a:lstStyle/>
                    <a:p>
                      <a:pPr algn="l"/>
                      <a:r>
                        <a:rPr sz="1200"/>
                        <a:t>13.88</a:t>
                      </a:r>
                    </a:p>
                  </a:txBody>
                  <a:tcPr marT="63500" marB="63500">
                    <a:solidFill>
                      <a:srgbClr val="C8C8C8"/>
                    </a:solidFill>
                  </a:tcPr>
                </a:tc>
                <a:extLst>
                  <a:ext uri="{0D108BD9-81ED-4DB2-BD59-A6C34878D82A}">
                    <a16:rowId xmlns:a16="http://schemas.microsoft.com/office/drawing/2014/main" val="10008"/>
                  </a:ext>
                </a:extLst>
              </a:tr>
              <a:tr h="349134">
                <a:tc>
                  <a:txBody>
                    <a:bodyPr/>
                    <a:lstStyle/>
                    <a:p>
                      <a:pPr algn="l"/>
                      <a:r>
                        <a:rPr sz="1200"/>
                        <a:t>9</a:t>
                      </a:r>
                    </a:p>
                  </a:txBody>
                  <a:tcPr marT="63500" marB="63500">
                    <a:solidFill>
                      <a:srgbClr val="C8C8C8"/>
                    </a:solidFill>
                  </a:tcPr>
                </a:tc>
                <a:tc>
                  <a:txBody>
                    <a:bodyPr/>
                    <a:lstStyle/>
                    <a:p>
                      <a:pPr algn="l"/>
                      <a:r>
                        <a:rPr sz="1200"/>
                        <a:t>Williams</a:t>
                      </a:r>
                    </a:p>
                  </a:txBody>
                  <a:tcPr marT="63500" marB="63500">
                    <a:solidFill>
                      <a:srgbClr val="C8C8C8"/>
                    </a:solidFill>
                  </a:tcPr>
                </a:tc>
                <a:tc>
                  <a:txBody>
                    <a:bodyPr/>
                    <a:lstStyle/>
                    <a:p>
                      <a:pPr algn="l"/>
                      <a:r>
                        <a:rPr sz="1200"/>
                        <a:t>14.64</a:t>
                      </a:r>
                    </a:p>
                  </a:txBody>
                  <a:tcPr marT="63500" marB="63500">
                    <a:solidFill>
                      <a:srgbClr val="C8C8C8"/>
                    </a:solidFill>
                  </a:tcPr>
                </a:tc>
                <a:extLst>
                  <a:ext uri="{0D108BD9-81ED-4DB2-BD59-A6C34878D82A}">
                    <a16:rowId xmlns:a16="http://schemas.microsoft.com/office/drawing/2014/main" val="10009"/>
                  </a:ext>
                </a:extLst>
              </a:tr>
              <a:tr h="349140">
                <a:tc>
                  <a:txBody>
                    <a:bodyPr/>
                    <a:lstStyle/>
                    <a:p>
                      <a:pPr algn="l"/>
                      <a:r>
                        <a:rPr sz="1200"/>
                        <a:t>10</a:t>
                      </a:r>
                    </a:p>
                  </a:txBody>
                  <a:tcPr marT="63500" marB="63500">
                    <a:solidFill>
                      <a:srgbClr val="C8C8C8"/>
                    </a:solidFill>
                  </a:tcPr>
                </a:tc>
                <a:tc>
                  <a:txBody>
                    <a:bodyPr/>
                    <a:lstStyle/>
                    <a:p>
                      <a:pPr algn="l"/>
                      <a:r>
                        <a:rPr sz="1200"/>
                        <a:t>Stake</a:t>
                      </a:r>
                    </a:p>
                  </a:txBody>
                  <a:tcPr marT="63500" marB="63500">
                    <a:solidFill>
                      <a:srgbClr val="C8C8C8"/>
                    </a:solidFill>
                  </a:tcPr>
                </a:tc>
                <a:tc>
                  <a:txBody>
                    <a:bodyPr/>
                    <a:lstStyle/>
                    <a:p>
                      <a:pPr algn="l"/>
                      <a:r>
                        <a:rPr sz="1200"/>
                        <a:t>16.6</a:t>
                      </a:r>
                    </a:p>
                  </a:txBody>
                  <a:tcPr marT="63500" marB="63500">
                    <a:solidFill>
                      <a:srgbClr val="C8C8C8"/>
                    </a:solidFill>
                  </a:tcPr>
                </a:tc>
                <a:extLst>
                  <a:ext uri="{0D108BD9-81ED-4DB2-BD59-A6C34878D82A}">
                    <a16:rowId xmlns:a16="http://schemas.microsoft.com/office/drawing/2014/main" val="10010"/>
                  </a:ext>
                </a:extLst>
              </a:tr>
            </a:tbl>
          </a:graphicData>
        </a:graphic>
      </p:graphicFrame>
      <p:sp>
        <p:nvSpPr>
          <p:cNvPr id="10" name="Rectangle 9"/>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Lowest Qualifying Average by Team</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583168" y="233172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603</a:t>
            </a:r>
          </a:p>
        </p:txBody>
      </p:sp>
      <p:sp>
        <p:nvSpPr>
          <p:cNvPr id="3" name="Rounded Rectangle 2"/>
          <p:cNvSpPr/>
          <p:nvPr/>
        </p:nvSpPr>
        <p:spPr>
          <a:xfrm>
            <a:off x="4291584" y="233172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620</a:t>
            </a:r>
          </a:p>
        </p:txBody>
      </p:sp>
      <p:sp>
        <p:nvSpPr>
          <p:cNvPr id="4" name="Rounded Rectangle 3"/>
          <p:cNvSpPr/>
          <p:nvPr/>
        </p:nvSpPr>
        <p:spPr>
          <a:xfrm>
            <a:off x="2682240" y="379476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597</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746</a:t>
            </a:r>
          </a:p>
        </p:txBody>
      </p:sp>
      <p:sp>
        <p:nvSpPr>
          <p:cNvPr id="6" name="Rounded Rectangle 5"/>
          <p:cNvSpPr/>
          <p:nvPr/>
        </p:nvSpPr>
        <p:spPr>
          <a:xfrm>
            <a:off x="5364480" y="379476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563</a:t>
            </a:r>
          </a:p>
        </p:txBody>
      </p:sp>
      <p:sp>
        <p:nvSpPr>
          <p:cNvPr id="7" name="Rounded Rectangle 6"/>
          <p:cNvSpPr/>
          <p:nvPr/>
        </p:nvSpPr>
        <p:spPr>
          <a:xfrm>
            <a:off x="6437376" y="233172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616</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511</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Lowest Qualifying Average by Team</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Fastest Pit Stop by Team</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Name the team that will complete the fastest pit stop of the season.</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- 603</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- 620</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- 597</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- 746</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- 563</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- 616</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- 511</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802880" y="1371600"/>
            <a:ext cx="1950720" cy="41148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Benedict
McLaren - 18</a:t>
            </a:r>
          </a:p>
        </p:txBody>
      </p:sp>
      <p:sp>
        <p:nvSpPr>
          <p:cNvPr id="3" name="Rounded Rectangle 2"/>
          <p:cNvSpPr/>
          <p:nvPr/>
        </p:nvSpPr>
        <p:spPr>
          <a:xfrm>
            <a:off x="7802880" y="1920240"/>
            <a:ext cx="1950720" cy="41148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Carla
McLaren - 18</a:t>
            </a:r>
          </a:p>
        </p:txBody>
      </p:sp>
      <p:sp>
        <p:nvSpPr>
          <p:cNvPr id="4" name="Rounded Rectangle 3"/>
          <p:cNvSpPr/>
          <p:nvPr/>
        </p:nvSpPr>
        <p:spPr>
          <a:xfrm>
            <a:off x="7802880" y="2468880"/>
            <a:ext cx="1950720" cy="41148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Damian
Red Bull - 18</a:t>
            </a:r>
          </a:p>
        </p:txBody>
      </p:sp>
      <p:sp>
        <p:nvSpPr>
          <p:cNvPr id="5" name="Rounded Rectangle 4"/>
          <p:cNvSpPr/>
          <p:nvPr/>
        </p:nvSpPr>
        <p:spPr>
          <a:xfrm>
            <a:off x="7802880" y="3017520"/>
            <a:ext cx="1950720" cy="41148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Jarek
Red Bull - 18</a:t>
            </a:r>
          </a:p>
        </p:txBody>
      </p:sp>
      <p:sp>
        <p:nvSpPr>
          <p:cNvPr id="6" name="Rounded Rectangle 5"/>
          <p:cNvSpPr/>
          <p:nvPr/>
        </p:nvSpPr>
        <p:spPr>
          <a:xfrm>
            <a:off x="7802880" y="3566160"/>
            <a:ext cx="1950720" cy="41148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Josh
Red Bull - 18</a:t>
            </a:r>
          </a:p>
        </p:txBody>
      </p:sp>
      <p:sp>
        <p:nvSpPr>
          <p:cNvPr id="7" name="Rounded Rectangle 6"/>
          <p:cNvSpPr/>
          <p:nvPr/>
        </p:nvSpPr>
        <p:spPr>
          <a:xfrm>
            <a:off x="7802880" y="4114800"/>
            <a:ext cx="1950720" cy="41148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Kacper
Red Bull - 18</a:t>
            </a:r>
          </a:p>
        </p:txBody>
      </p:sp>
      <p:sp>
        <p:nvSpPr>
          <p:cNvPr id="8" name="Rounded Rectangle 7"/>
          <p:cNvSpPr/>
          <p:nvPr/>
        </p:nvSpPr>
        <p:spPr>
          <a:xfrm>
            <a:off x="7802880" y="4663440"/>
            <a:ext cx="1950720" cy="41148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t>Suley
McLaren - 18</a:t>
            </a:r>
          </a:p>
        </p:txBody>
      </p:sp>
      <p:graphicFrame>
        <p:nvGraphicFramePr>
          <p:cNvPr id="9" name="Table 8"/>
          <p:cNvGraphicFramePr>
            <a:graphicFrameLocks noGrp="1"/>
          </p:cNvGraphicFramePr>
          <p:nvPr/>
        </p:nvGraphicFramePr>
        <p:xfrm>
          <a:off x="487680" y="1371600"/>
          <a:ext cx="4876800" cy="38404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349134">
                <a:tc>
                  <a:txBody>
                    <a:bodyPr/>
                    <a:lstStyle/>
                    <a:p>
                      <a:pPr algn="l"/>
                      <a:r>
                        <a:rPr sz="1200"/>
                        <a:t>Rank</a:t>
                      </a:r>
                    </a:p>
                  </a:txBody>
                  <a:tcPr marT="63500" marB="63500">
                    <a:solidFill>
                      <a:srgbClr val="C8C8C8"/>
                    </a:solidFill>
                  </a:tcPr>
                </a:tc>
                <a:tc>
                  <a:txBody>
                    <a:bodyPr/>
                    <a:lstStyle/>
                    <a:p>
                      <a:pPr algn="l"/>
                      <a:r>
                        <a:rPr sz="1200"/>
                        <a:t>Team</a:t>
                      </a:r>
                    </a:p>
                  </a:txBody>
                  <a:tcPr marT="63500" marB="63500">
                    <a:solidFill>
                      <a:srgbClr val="C8C8C8"/>
                    </a:solidFill>
                  </a:tcPr>
                </a:tc>
                <a:tc>
                  <a:txBody>
                    <a:bodyPr/>
                    <a:lstStyle/>
                    <a:p>
                      <a:pPr algn="l"/>
                      <a:r>
                        <a:rPr sz="1200"/>
                        <a:t>Count</a:t>
                      </a:r>
                    </a:p>
                  </a:txBody>
                  <a:tcPr marT="63500" marB="63500">
                    <a:solidFill>
                      <a:srgbClr val="C8C8C8"/>
                    </a:solidFill>
                  </a:tcPr>
                </a:tc>
                <a:extLst>
                  <a:ext uri="{0D108BD9-81ED-4DB2-BD59-A6C34878D82A}">
                    <a16:rowId xmlns:a16="http://schemas.microsoft.com/office/drawing/2014/main" val="10000"/>
                  </a:ext>
                </a:extLst>
              </a:tr>
              <a:tr h="349134">
                <a:tc>
                  <a:txBody>
                    <a:bodyPr/>
                    <a:lstStyle/>
                    <a:p>
                      <a:pPr algn="l"/>
                      <a:r>
                        <a:rPr sz="1200"/>
                        <a:t>1.5</a:t>
                      </a:r>
                    </a:p>
                  </a:txBody>
                  <a:tcPr marT="63500" marB="63500">
                    <a:solidFill>
                      <a:srgbClr val="C8C8C8"/>
                    </a:solidFill>
                  </a:tcPr>
                </a:tc>
                <a:tc>
                  <a:txBody>
                    <a:bodyPr/>
                    <a:lstStyle/>
                    <a:p>
                      <a:pPr algn="l"/>
                      <a:r>
                        <a:rPr sz="1200"/>
                        <a:t>Red Bull</a:t>
                      </a:r>
                    </a:p>
                  </a:txBody>
                  <a:tcPr marT="63500" marB="63500">
                    <a:solidFill>
                      <a:srgbClr val="C8C8C8"/>
                    </a:solidFill>
                  </a:tcPr>
                </a:tc>
                <a:tc>
                  <a:txBody>
                    <a:bodyPr/>
                    <a:lstStyle/>
                    <a:p>
                      <a:pPr algn="l"/>
                      <a:r>
                        <a:rPr sz="1200"/>
                        <a:t>1.9</a:t>
                      </a:r>
                    </a:p>
                  </a:txBody>
                  <a:tcPr marT="63500" marB="63500">
                    <a:solidFill>
                      <a:srgbClr val="C8C8C8"/>
                    </a:solidFill>
                  </a:tcPr>
                </a:tc>
                <a:extLst>
                  <a:ext uri="{0D108BD9-81ED-4DB2-BD59-A6C34878D82A}">
                    <a16:rowId xmlns:a16="http://schemas.microsoft.com/office/drawing/2014/main" val="10001"/>
                  </a:ext>
                </a:extLst>
              </a:tr>
              <a:tr h="349134">
                <a:tc>
                  <a:txBody>
                    <a:bodyPr/>
                    <a:lstStyle/>
                    <a:p>
                      <a:pPr algn="l"/>
                      <a:r>
                        <a:rPr sz="1200"/>
                        <a:t>1.5</a:t>
                      </a:r>
                    </a:p>
                  </a:txBody>
                  <a:tcPr marT="63500" marB="63500">
                    <a:solidFill>
                      <a:srgbClr val="C8C8C8"/>
                    </a:solidFill>
                  </a:tcPr>
                </a:tc>
                <a:tc>
                  <a:txBody>
                    <a:bodyPr/>
                    <a:lstStyle/>
                    <a:p>
                      <a:pPr algn="l"/>
                      <a:r>
                        <a:rPr sz="1200"/>
                        <a:t>McLaren</a:t>
                      </a:r>
                    </a:p>
                  </a:txBody>
                  <a:tcPr marT="63500" marB="63500">
                    <a:solidFill>
                      <a:srgbClr val="C8C8C8"/>
                    </a:solidFill>
                  </a:tcPr>
                </a:tc>
                <a:tc>
                  <a:txBody>
                    <a:bodyPr/>
                    <a:lstStyle/>
                    <a:p>
                      <a:pPr algn="l"/>
                      <a:r>
                        <a:rPr sz="1200"/>
                        <a:t>1.9</a:t>
                      </a:r>
                    </a:p>
                  </a:txBody>
                  <a:tcPr marT="63500" marB="63500">
                    <a:solidFill>
                      <a:srgbClr val="C8C8C8"/>
                    </a:solidFill>
                  </a:tcPr>
                </a:tc>
                <a:extLst>
                  <a:ext uri="{0D108BD9-81ED-4DB2-BD59-A6C34878D82A}">
                    <a16:rowId xmlns:a16="http://schemas.microsoft.com/office/drawing/2014/main" val="10002"/>
                  </a:ext>
                </a:extLst>
              </a:tr>
              <a:tr h="349134">
                <a:tc>
                  <a:txBody>
                    <a:bodyPr/>
                    <a:lstStyle/>
                    <a:p>
                      <a:pPr algn="l"/>
                      <a:r>
                        <a:rPr sz="1200"/>
                        <a:t>3</a:t>
                      </a:r>
                    </a:p>
                  </a:txBody>
                  <a:tcPr marT="63500" marB="63500">
                    <a:solidFill>
                      <a:srgbClr val="C8C8C8"/>
                    </a:solidFill>
                  </a:tcPr>
                </a:tc>
                <a:tc>
                  <a:txBody>
                    <a:bodyPr/>
                    <a:lstStyle/>
                    <a:p>
                      <a:pPr algn="l"/>
                      <a:r>
                        <a:rPr sz="1200"/>
                        <a:t>Ferrari</a:t>
                      </a:r>
                    </a:p>
                  </a:txBody>
                  <a:tcPr marT="63500" marB="63500">
                    <a:solidFill>
                      <a:srgbClr val="C8C8C8"/>
                    </a:solidFill>
                  </a:tcPr>
                </a:tc>
                <a:tc>
                  <a:txBody>
                    <a:bodyPr/>
                    <a:lstStyle/>
                    <a:p>
                      <a:pPr algn="l"/>
                      <a:r>
                        <a:rPr sz="1200"/>
                        <a:t>1.94</a:t>
                      </a:r>
                    </a:p>
                  </a:txBody>
                  <a:tcPr marT="63500" marB="63500">
                    <a:solidFill>
                      <a:srgbClr val="C8C8C8"/>
                    </a:solidFill>
                  </a:tcPr>
                </a:tc>
                <a:extLst>
                  <a:ext uri="{0D108BD9-81ED-4DB2-BD59-A6C34878D82A}">
                    <a16:rowId xmlns:a16="http://schemas.microsoft.com/office/drawing/2014/main" val="10003"/>
                  </a:ext>
                </a:extLst>
              </a:tr>
              <a:tr h="349134">
                <a:tc>
                  <a:txBody>
                    <a:bodyPr/>
                    <a:lstStyle/>
                    <a:p>
                      <a:pPr algn="l"/>
                      <a:r>
                        <a:rPr sz="1200"/>
                        <a:t>4.5</a:t>
                      </a:r>
                    </a:p>
                  </a:txBody>
                  <a:tcPr marT="63500" marB="63500">
                    <a:solidFill>
                      <a:srgbClr val="C8C8C8"/>
                    </a:solidFill>
                  </a:tcPr>
                </a:tc>
                <a:tc>
                  <a:txBody>
                    <a:bodyPr/>
                    <a:lstStyle/>
                    <a:p>
                      <a:pPr algn="l"/>
                      <a:r>
                        <a:rPr sz="1200"/>
                        <a:t>Alpine</a:t>
                      </a:r>
                    </a:p>
                  </a:txBody>
                  <a:tcPr marT="63500" marB="63500">
                    <a:solidFill>
                      <a:srgbClr val="C8C8C8"/>
                    </a:solidFill>
                  </a:tcPr>
                </a:tc>
                <a:tc>
                  <a:txBody>
                    <a:bodyPr/>
                    <a:lstStyle/>
                    <a:p>
                      <a:pPr algn="l"/>
                      <a:r>
                        <a:rPr sz="1200"/>
                        <a:t>2.01</a:t>
                      </a:r>
                    </a:p>
                  </a:txBody>
                  <a:tcPr marT="63500" marB="63500">
                    <a:solidFill>
                      <a:srgbClr val="C8C8C8"/>
                    </a:solidFill>
                  </a:tcPr>
                </a:tc>
                <a:extLst>
                  <a:ext uri="{0D108BD9-81ED-4DB2-BD59-A6C34878D82A}">
                    <a16:rowId xmlns:a16="http://schemas.microsoft.com/office/drawing/2014/main" val="10004"/>
                  </a:ext>
                </a:extLst>
              </a:tr>
              <a:tr h="349134">
                <a:tc>
                  <a:txBody>
                    <a:bodyPr/>
                    <a:lstStyle/>
                    <a:p>
                      <a:pPr algn="l"/>
                      <a:r>
                        <a:rPr sz="1200"/>
                        <a:t>4.5</a:t>
                      </a:r>
                    </a:p>
                  </a:txBody>
                  <a:tcPr marT="63500" marB="63500">
                    <a:solidFill>
                      <a:srgbClr val="C8C8C8"/>
                    </a:solidFill>
                  </a:tcPr>
                </a:tc>
                <a:tc>
                  <a:txBody>
                    <a:bodyPr/>
                    <a:lstStyle/>
                    <a:p>
                      <a:pPr algn="l"/>
                      <a:r>
                        <a:rPr sz="1200"/>
                        <a:t>Visa RB</a:t>
                      </a:r>
                    </a:p>
                  </a:txBody>
                  <a:tcPr marT="63500" marB="63500">
                    <a:solidFill>
                      <a:srgbClr val="C8C8C8"/>
                    </a:solidFill>
                  </a:tcPr>
                </a:tc>
                <a:tc>
                  <a:txBody>
                    <a:bodyPr/>
                    <a:lstStyle/>
                    <a:p>
                      <a:pPr algn="l"/>
                      <a:r>
                        <a:rPr sz="1200"/>
                        <a:t>2.01</a:t>
                      </a:r>
                    </a:p>
                  </a:txBody>
                  <a:tcPr marT="63500" marB="63500">
                    <a:solidFill>
                      <a:srgbClr val="C8C8C8"/>
                    </a:solidFill>
                  </a:tcPr>
                </a:tc>
                <a:extLst>
                  <a:ext uri="{0D108BD9-81ED-4DB2-BD59-A6C34878D82A}">
                    <a16:rowId xmlns:a16="http://schemas.microsoft.com/office/drawing/2014/main" val="10005"/>
                  </a:ext>
                </a:extLst>
              </a:tr>
              <a:tr h="349134">
                <a:tc>
                  <a:txBody>
                    <a:bodyPr/>
                    <a:lstStyle/>
                    <a:p>
                      <a:pPr algn="l"/>
                      <a:r>
                        <a:rPr sz="1200"/>
                        <a:t>6</a:t>
                      </a:r>
                    </a:p>
                  </a:txBody>
                  <a:tcPr marT="63500" marB="63500">
                    <a:solidFill>
                      <a:srgbClr val="C8C8C8"/>
                    </a:solidFill>
                  </a:tcPr>
                </a:tc>
                <a:tc>
                  <a:txBody>
                    <a:bodyPr/>
                    <a:lstStyle/>
                    <a:p>
                      <a:pPr algn="l"/>
                      <a:r>
                        <a:rPr sz="1200"/>
                        <a:t>Mercedes</a:t>
                      </a:r>
                    </a:p>
                  </a:txBody>
                  <a:tcPr marT="63500" marB="63500">
                    <a:solidFill>
                      <a:srgbClr val="C8C8C8"/>
                    </a:solidFill>
                  </a:tcPr>
                </a:tc>
                <a:tc>
                  <a:txBody>
                    <a:bodyPr/>
                    <a:lstStyle/>
                    <a:p>
                      <a:pPr algn="l"/>
                      <a:r>
                        <a:rPr sz="1200"/>
                        <a:t>2.12</a:t>
                      </a:r>
                    </a:p>
                  </a:txBody>
                  <a:tcPr marT="63500" marB="63500">
                    <a:solidFill>
                      <a:srgbClr val="C8C8C8"/>
                    </a:solidFill>
                  </a:tcPr>
                </a:tc>
                <a:extLst>
                  <a:ext uri="{0D108BD9-81ED-4DB2-BD59-A6C34878D82A}">
                    <a16:rowId xmlns:a16="http://schemas.microsoft.com/office/drawing/2014/main" val="10006"/>
                  </a:ext>
                </a:extLst>
              </a:tr>
              <a:tr h="349134">
                <a:tc>
                  <a:txBody>
                    <a:bodyPr/>
                    <a:lstStyle/>
                    <a:p>
                      <a:pPr algn="l"/>
                      <a:r>
                        <a:rPr sz="1200"/>
                        <a:t>7</a:t>
                      </a:r>
                    </a:p>
                  </a:txBody>
                  <a:tcPr marT="63500" marB="63500">
                    <a:solidFill>
                      <a:srgbClr val="C8C8C8"/>
                    </a:solidFill>
                  </a:tcPr>
                </a:tc>
                <a:tc>
                  <a:txBody>
                    <a:bodyPr/>
                    <a:lstStyle/>
                    <a:p>
                      <a:pPr algn="l"/>
                      <a:r>
                        <a:rPr sz="1200"/>
                        <a:t>Stake</a:t>
                      </a:r>
                    </a:p>
                  </a:txBody>
                  <a:tcPr marT="63500" marB="63500">
                    <a:solidFill>
                      <a:srgbClr val="C8C8C8"/>
                    </a:solidFill>
                  </a:tcPr>
                </a:tc>
                <a:tc>
                  <a:txBody>
                    <a:bodyPr/>
                    <a:lstStyle/>
                    <a:p>
                      <a:pPr algn="l"/>
                      <a:r>
                        <a:rPr sz="1200"/>
                        <a:t>2.32</a:t>
                      </a:r>
                    </a:p>
                  </a:txBody>
                  <a:tcPr marT="63500" marB="63500">
                    <a:solidFill>
                      <a:srgbClr val="C8C8C8"/>
                    </a:solidFill>
                  </a:tcPr>
                </a:tc>
                <a:extLst>
                  <a:ext uri="{0D108BD9-81ED-4DB2-BD59-A6C34878D82A}">
                    <a16:rowId xmlns:a16="http://schemas.microsoft.com/office/drawing/2014/main" val="10007"/>
                  </a:ext>
                </a:extLst>
              </a:tr>
              <a:tr h="349134">
                <a:tc>
                  <a:txBody>
                    <a:bodyPr/>
                    <a:lstStyle/>
                    <a:p>
                      <a:pPr algn="l"/>
                      <a:r>
                        <a:rPr sz="1200"/>
                        <a:t>8</a:t>
                      </a:r>
                    </a:p>
                  </a:txBody>
                  <a:tcPr marT="63500" marB="63500">
                    <a:solidFill>
                      <a:srgbClr val="C8C8C8"/>
                    </a:solidFill>
                  </a:tcPr>
                </a:tc>
                <a:tc>
                  <a:txBody>
                    <a:bodyPr/>
                    <a:lstStyle/>
                    <a:p>
                      <a:pPr algn="l"/>
                      <a:r>
                        <a:rPr sz="1200"/>
                        <a:t>Aston Martin</a:t>
                      </a:r>
                    </a:p>
                  </a:txBody>
                  <a:tcPr marT="63500" marB="63500">
                    <a:solidFill>
                      <a:srgbClr val="C8C8C8"/>
                    </a:solidFill>
                  </a:tcPr>
                </a:tc>
                <a:tc>
                  <a:txBody>
                    <a:bodyPr/>
                    <a:lstStyle/>
                    <a:p>
                      <a:pPr algn="l"/>
                      <a:r>
                        <a:rPr sz="1200"/>
                        <a:t>2.34</a:t>
                      </a:r>
                    </a:p>
                  </a:txBody>
                  <a:tcPr marT="63500" marB="63500">
                    <a:solidFill>
                      <a:srgbClr val="C8C8C8"/>
                    </a:solidFill>
                  </a:tcPr>
                </a:tc>
                <a:extLst>
                  <a:ext uri="{0D108BD9-81ED-4DB2-BD59-A6C34878D82A}">
                    <a16:rowId xmlns:a16="http://schemas.microsoft.com/office/drawing/2014/main" val="10008"/>
                  </a:ext>
                </a:extLst>
              </a:tr>
              <a:tr h="349134">
                <a:tc>
                  <a:txBody>
                    <a:bodyPr/>
                    <a:lstStyle/>
                    <a:p>
                      <a:pPr algn="l"/>
                      <a:r>
                        <a:rPr sz="1200"/>
                        <a:t>9</a:t>
                      </a:r>
                    </a:p>
                  </a:txBody>
                  <a:tcPr marT="63500" marB="63500">
                    <a:solidFill>
                      <a:srgbClr val="C8C8C8"/>
                    </a:solidFill>
                  </a:tcPr>
                </a:tc>
                <a:tc>
                  <a:txBody>
                    <a:bodyPr/>
                    <a:lstStyle/>
                    <a:p>
                      <a:pPr algn="l"/>
                      <a:r>
                        <a:rPr sz="1200"/>
                        <a:t>Williams</a:t>
                      </a:r>
                    </a:p>
                  </a:txBody>
                  <a:tcPr marT="63500" marB="63500">
                    <a:solidFill>
                      <a:srgbClr val="C8C8C8"/>
                    </a:solidFill>
                  </a:tcPr>
                </a:tc>
                <a:tc>
                  <a:txBody>
                    <a:bodyPr/>
                    <a:lstStyle/>
                    <a:p>
                      <a:pPr algn="l"/>
                      <a:r>
                        <a:rPr sz="1200"/>
                        <a:t>2.39</a:t>
                      </a:r>
                    </a:p>
                  </a:txBody>
                  <a:tcPr marT="63500" marB="63500">
                    <a:solidFill>
                      <a:srgbClr val="C8C8C8"/>
                    </a:solidFill>
                  </a:tcPr>
                </a:tc>
                <a:extLst>
                  <a:ext uri="{0D108BD9-81ED-4DB2-BD59-A6C34878D82A}">
                    <a16:rowId xmlns:a16="http://schemas.microsoft.com/office/drawing/2014/main" val="10009"/>
                  </a:ext>
                </a:extLst>
              </a:tr>
              <a:tr h="349140">
                <a:tc>
                  <a:txBody>
                    <a:bodyPr/>
                    <a:lstStyle/>
                    <a:p>
                      <a:pPr algn="l"/>
                      <a:r>
                        <a:rPr sz="1200"/>
                        <a:t>10</a:t>
                      </a:r>
                    </a:p>
                  </a:txBody>
                  <a:tcPr marT="63500" marB="63500">
                    <a:solidFill>
                      <a:srgbClr val="C8C8C8"/>
                    </a:solidFill>
                  </a:tcPr>
                </a:tc>
                <a:tc>
                  <a:txBody>
                    <a:bodyPr/>
                    <a:lstStyle/>
                    <a:p>
                      <a:pPr algn="l"/>
                      <a:r>
                        <a:rPr sz="1200"/>
                        <a:t>Haas</a:t>
                      </a:r>
                    </a:p>
                  </a:txBody>
                  <a:tcPr marT="63500" marB="63500">
                    <a:solidFill>
                      <a:srgbClr val="C8C8C8"/>
                    </a:solidFill>
                  </a:tcPr>
                </a:tc>
                <a:tc>
                  <a:txBody>
                    <a:bodyPr/>
                    <a:lstStyle/>
                    <a:p>
                      <a:pPr algn="l"/>
                      <a:r>
                        <a:rPr sz="1200"/>
                        <a:t>2.51</a:t>
                      </a:r>
                    </a:p>
                  </a:txBody>
                  <a:tcPr marT="63500" marB="63500">
                    <a:solidFill>
                      <a:srgbClr val="C8C8C8"/>
                    </a:solidFill>
                  </a:tcPr>
                </a:tc>
                <a:extLst>
                  <a:ext uri="{0D108BD9-81ED-4DB2-BD59-A6C34878D82A}">
                    <a16:rowId xmlns:a16="http://schemas.microsoft.com/office/drawing/2014/main" val="10010"/>
                  </a:ext>
                </a:extLst>
              </a:tr>
            </a:tbl>
          </a:graphicData>
        </a:graphic>
      </p:graphicFrame>
      <p:sp>
        <p:nvSpPr>
          <p:cNvPr id="10" name="Rectangle 9"/>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Fastest Pit Stop by Team</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583168" y="233172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621</a:t>
            </a:r>
          </a:p>
        </p:txBody>
      </p:sp>
      <p:sp>
        <p:nvSpPr>
          <p:cNvPr id="3" name="Rounded Rectangle 2"/>
          <p:cNvSpPr/>
          <p:nvPr/>
        </p:nvSpPr>
        <p:spPr>
          <a:xfrm>
            <a:off x="4291584" y="233172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638</a:t>
            </a:r>
          </a:p>
        </p:txBody>
      </p:sp>
      <p:sp>
        <p:nvSpPr>
          <p:cNvPr id="4" name="Rounded Rectangle 3"/>
          <p:cNvSpPr/>
          <p:nvPr/>
        </p:nvSpPr>
        <p:spPr>
          <a:xfrm>
            <a:off x="2682240" y="379476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615</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764</a:t>
            </a:r>
          </a:p>
        </p:txBody>
      </p:sp>
      <p:sp>
        <p:nvSpPr>
          <p:cNvPr id="6" name="Rounded Rectangle 5"/>
          <p:cNvSpPr/>
          <p:nvPr/>
        </p:nvSpPr>
        <p:spPr>
          <a:xfrm>
            <a:off x="5364480" y="379476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581</a:t>
            </a:r>
          </a:p>
        </p:txBody>
      </p:sp>
      <p:sp>
        <p:nvSpPr>
          <p:cNvPr id="7" name="Rounded Rectangle 6"/>
          <p:cNvSpPr/>
          <p:nvPr/>
        </p:nvSpPr>
        <p:spPr>
          <a:xfrm>
            <a:off x="6437376" y="233172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634</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529</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Superlatives: Fastest Pit Stop by Team</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Pick 5 Races - name 5 races over the season for different scenarios  (that's a bit broad).</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- 621</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- 638</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- 615</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- 764</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- 581</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- 634</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- 529</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Gasly Races</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Pick 5 Races. You get Gasly's points in them...</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- 621</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- 638</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- 615</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- 764</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- 581</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- 634</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- 529</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Gasly @ Bahrain</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Miami</a:t>
                      </a:r>
                    </a:p>
                  </a:txBody>
                  <a:tcPr>
                    <a:solidFill>
                      <a:srgbClr val="040273"/>
                    </a:solidFill>
                  </a:tcPr>
                </a:tc>
                <a:tc>
                  <a:txBody>
                    <a:bodyPr/>
                    <a:lstStyle/>
                    <a:p>
                      <a:r>
                        <a:t>Imola</a:t>
                      </a:r>
                    </a:p>
                  </a:txBody>
                  <a:tcPr>
                    <a:solidFill>
                      <a:srgbClr val="040273"/>
                    </a:solidFill>
                  </a:tcPr>
                </a:tc>
                <a:tc>
                  <a:txBody>
                    <a:bodyPr/>
                    <a:lstStyle/>
                    <a:p>
                      <a:r>
                        <a:t>Monza</a:t>
                      </a:r>
                    </a:p>
                  </a:txBody>
                  <a:tcPr>
                    <a:solidFill>
                      <a:srgbClr val="040273"/>
                    </a:solidFill>
                  </a:tcPr>
                </a:tc>
                <a:tc>
                  <a:txBody>
                    <a:bodyPr/>
                    <a:lstStyle/>
                    <a:p>
                      <a:r>
                        <a:t>Baku</a:t>
                      </a:r>
                    </a:p>
                  </a:txBody>
                  <a:tcPr>
                    <a:solidFill>
                      <a:srgbClr val="040273"/>
                    </a:solidFill>
                  </a:tcPr>
                </a:tc>
                <a:tc>
                  <a:txBody>
                    <a:bodyPr/>
                    <a:lstStyle/>
                    <a:p>
                      <a:r>
                        <a:t>Las Vegas</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China</a:t>
                      </a:r>
                    </a:p>
                  </a:txBody>
                  <a:tcPr>
                    <a:solidFill>
                      <a:srgbClr val="E8002D"/>
                    </a:solidFill>
                  </a:tcPr>
                </a:tc>
                <a:tc>
                  <a:txBody>
                    <a:bodyPr/>
                    <a:lstStyle/>
                    <a:p>
                      <a:r>
                        <a:t>Miami</a:t>
                      </a:r>
                    </a:p>
                  </a:txBody>
                  <a:tcPr>
                    <a:solidFill>
                      <a:srgbClr val="E8002D"/>
                    </a:solidFill>
                  </a:tcPr>
                </a:tc>
                <a:tc>
                  <a:txBody>
                    <a:bodyPr/>
                    <a:lstStyle/>
                    <a:p>
                      <a:r>
                        <a:t>Spain</a:t>
                      </a:r>
                    </a:p>
                  </a:txBody>
                  <a:tcPr>
                    <a:solidFill>
                      <a:srgbClr val="E8002D"/>
                    </a:solidFill>
                  </a:tcPr>
                </a:tc>
                <a:tc>
                  <a:txBody>
                    <a:bodyPr/>
                    <a:lstStyle/>
                    <a:p>
                      <a:r>
                        <a:t>COTA</a:t>
                      </a:r>
                    </a:p>
                  </a:txBody>
                  <a:tcPr>
                    <a:solidFill>
                      <a:srgbClr val="E8002D"/>
                    </a:solidFill>
                  </a:tcPr>
                </a:tc>
                <a:tc>
                  <a:txBody>
                    <a:bodyPr/>
                    <a:lstStyle/>
                    <a:p>
                      <a:r>
                        <a:t>Brazil</a:t>
                      </a:r>
                    </a:p>
                  </a:txBody>
                  <a:tcPr>
                    <a:solidFill>
                      <a:srgbClr val="E8002D"/>
                    </a:solidFill>
                  </a:tcPr>
                </a:tc>
                <a:extLst>
                  <a:ext uri="{0D108BD9-81ED-4DB2-BD59-A6C34878D82A}">
                    <a16:rowId xmlns:a16="http://schemas.microsoft.com/office/drawing/2014/main" val="10002"/>
                  </a:ext>
                </a:extLst>
              </a:tr>
              <a:tr h="293914">
                <a:tc>
                  <a:txBody>
                    <a:bodyPr/>
                    <a:lstStyle/>
                    <a:p>
                      <a:r>
                        <a:t>0</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Australia</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Baku</a:t>
                      </a:r>
                    </a:p>
                  </a:txBody>
                  <a:tcPr>
                    <a:solidFill>
                      <a:srgbClr val="FAC205"/>
                    </a:solidFill>
                  </a:tcPr>
                </a:tc>
                <a:extLst>
                  <a:ext uri="{0D108BD9-81ED-4DB2-BD59-A6C34878D82A}">
                    <a16:rowId xmlns:a16="http://schemas.microsoft.com/office/drawing/2014/main" val="10004"/>
                  </a:ext>
                </a:extLst>
              </a:tr>
              <a:tr h="293914">
                <a:tc>
                  <a:txBody>
                    <a:bodyPr/>
                    <a:lstStyle/>
                    <a:p>
                      <a:r>
                        <a:t>0</a:t>
                      </a:r>
                    </a:p>
                  </a:txBody>
                  <a:tcPr>
                    <a:solidFill>
                      <a:srgbClr val="FAC205"/>
                    </a:solidFill>
                  </a:tcPr>
                </a:tc>
                <a:tc>
                  <a:txBody>
                    <a:bodyPr/>
                    <a:lstStyle/>
                    <a:p>
                      <a:r>
                        <a:t>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Australia</a:t>
                      </a:r>
                    </a:p>
                  </a:txBody>
                  <a:tcPr>
                    <a:solidFill>
                      <a:srgbClr val="028F1E"/>
                    </a:solidFill>
                  </a:tcPr>
                </a:tc>
                <a:tc>
                  <a:txBody>
                    <a:bodyPr/>
                    <a:lstStyle/>
                    <a:p>
                      <a:r>
                        <a:t>Monaco</a:t>
                      </a:r>
                    </a:p>
                  </a:txBody>
                  <a:tcPr>
                    <a:solidFill>
                      <a:srgbClr val="028F1E"/>
                    </a:solidFill>
                  </a:tcPr>
                </a:tc>
                <a:tc>
                  <a:txBody>
                    <a:bodyPr/>
                    <a:lstStyle/>
                    <a:p>
                      <a:r>
                        <a:t>Hungary</a:t>
                      </a:r>
                    </a:p>
                  </a:txBody>
                  <a:tcPr>
                    <a:solidFill>
                      <a:srgbClr val="028F1E"/>
                    </a:solidFill>
                  </a:tcPr>
                </a:tc>
                <a:tc>
                  <a:txBody>
                    <a:bodyPr/>
                    <a:lstStyle/>
                    <a:p>
                      <a:r>
                        <a:t>Monza</a:t>
                      </a:r>
                    </a:p>
                  </a:txBody>
                  <a:tcPr>
                    <a:solidFill>
                      <a:srgbClr val="028F1E"/>
                    </a:solidFill>
                  </a:tcPr>
                </a:tc>
                <a:tc>
                  <a:txBody>
                    <a:bodyPr/>
                    <a:lstStyle/>
                    <a:p>
                      <a:r>
                        <a:t>Brazil</a:t>
                      </a:r>
                    </a:p>
                  </a:txBody>
                  <a:tcPr>
                    <a:solidFill>
                      <a:srgbClr val="028F1E"/>
                    </a:solidFill>
                  </a:tcPr>
                </a:tc>
                <a:extLst>
                  <a:ext uri="{0D108BD9-81ED-4DB2-BD59-A6C34878D82A}">
                    <a16:rowId xmlns:a16="http://schemas.microsoft.com/office/drawing/2014/main" val="10006"/>
                  </a:ext>
                </a:extLst>
              </a:tr>
              <a:tr h="293914">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China</a:t>
                      </a:r>
                    </a:p>
                  </a:txBody>
                  <a:tcPr>
                    <a:solidFill>
                      <a:srgbClr val="FF5B00"/>
                    </a:solidFill>
                  </a:tcPr>
                </a:tc>
                <a:tc>
                  <a:txBody>
                    <a:bodyPr/>
                    <a:lstStyle/>
                    <a:p>
                      <a:r>
                        <a:t>Austria</a:t>
                      </a:r>
                    </a:p>
                  </a:txBody>
                  <a:tcPr>
                    <a:solidFill>
                      <a:srgbClr val="FF5B00"/>
                    </a:solidFill>
                  </a:tcPr>
                </a:tc>
                <a:tc>
                  <a:txBody>
                    <a:bodyPr/>
                    <a:lstStyle/>
                    <a:p>
                      <a:r>
                        <a:t>Singapore</a:t>
                      </a:r>
                    </a:p>
                  </a:txBody>
                  <a:tcPr>
                    <a:solidFill>
                      <a:srgbClr val="FF5B00"/>
                    </a:solidFill>
                  </a:tcPr>
                </a:tc>
                <a:tc>
                  <a:txBody>
                    <a:bodyPr/>
                    <a:lstStyle/>
                    <a:p>
                      <a:r>
                        <a:t>Brazil</a:t>
                      </a:r>
                    </a:p>
                  </a:txBody>
                  <a:tcPr>
                    <a:solidFill>
                      <a:srgbClr val="FF5B00"/>
                    </a:solidFill>
                  </a:tcPr>
                </a:tc>
                <a:tc>
                  <a:txBody>
                    <a:bodyPr/>
                    <a:lstStyle/>
                    <a:p>
                      <a:r>
                        <a:t>Las Vegas</a:t>
                      </a:r>
                    </a:p>
                  </a:txBody>
                  <a:tcPr>
                    <a:solidFill>
                      <a:srgbClr val="FF5B00"/>
                    </a:solidFill>
                  </a:tcPr>
                </a:tc>
                <a:extLst>
                  <a:ext uri="{0D108BD9-81ED-4DB2-BD59-A6C34878D82A}">
                    <a16:rowId xmlns:a16="http://schemas.microsoft.com/office/drawing/2014/main" val="10008"/>
                  </a:ext>
                </a:extLst>
              </a:tr>
              <a:tr h="293914">
                <a:tc>
                  <a:txBody>
                    <a:bodyPr/>
                    <a:lstStyle/>
                    <a:p>
                      <a:r>
                        <a:t>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Silverstone</a:t>
                      </a:r>
                    </a:p>
                  </a:txBody>
                  <a:tcPr>
                    <a:solidFill>
                      <a:srgbClr val="13EAC9"/>
                    </a:solidFill>
                  </a:tcPr>
                </a:tc>
                <a:tc>
                  <a:txBody>
                    <a:bodyPr/>
                    <a:lstStyle/>
                    <a:p>
                      <a:r>
                        <a:t>Monza</a:t>
                      </a:r>
                    </a:p>
                  </a:txBody>
                  <a:tcPr>
                    <a:solidFill>
                      <a:srgbClr val="13EAC9"/>
                    </a:solidFill>
                  </a:tcPr>
                </a:tc>
                <a:tc>
                  <a:txBody>
                    <a:bodyPr/>
                    <a:lstStyle/>
                    <a:p>
                      <a:r>
                        <a:t>Brazil</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Australia</a:t>
                      </a:r>
                    </a:p>
                  </a:txBody>
                  <a:tcPr>
                    <a:solidFill>
                      <a:srgbClr val="9A0EEA"/>
                    </a:solidFill>
                  </a:tcPr>
                </a:tc>
                <a:tc>
                  <a:txBody>
                    <a:bodyPr/>
                    <a:lstStyle/>
                    <a:p>
                      <a:r>
                        <a:t>Spain</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Qatar</a:t>
                      </a:r>
                    </a:p>
                  </a:txBody>
                  <a:tcPr>
                    <a:solidFill>
                      <a:srgbClr val="9A0EEA"/>
                    </a:solidFill>
                  </a:tcPr>
                </a:tc>
                <a:extLst>
                  <a:ext uri="{0D108BD9-81ED-4DB2-BD59-A6C34878D82A}">
                    <a16:rowId xmlns:a16="http://schemas.microsoft.com/office/drawing/2014/main" val="10012"/>
                  </a:ext>
                </a:extLst>
              </a:tr>
              <a:tr h="293918">
                <a:tc>
                  <a:txBody>
                    <a:bodyPr/>
                    <a:lstStyle/>
                    <a:p>
                      <a:r>
                        <a:t>0</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638</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615</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764</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581</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634</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529</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Gasly @ Australia</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Miami</a:t>
                      </a:r>
                    </a:p>
                  </a:txBody>
                  <a:tcPr>
                    <a:solidFill>
                      <a:srgbClr val="040273"/>
                    </a:solidFill>
                  </a:tcPr>
                </a:tc>
                <a:tc>
                  <a:txBody>
                    <a:bodyPr/>
                    <a:lstStyle/>
                    <a:p>
                      <a:r>
                        <a:t>Imola</a:t>
                      </a:r>
                    </a:p>
                  </a:txBody>
                  <a:tcPr>
                    <a:solidFill>
                      <a:srgbClr val="040273"/>
                    </a:solidFill>
                  </a:tcPr>
                </a:tc>
                <a:tc>
                  <a:txBody>
                    <a:bodyPr/>
                    <a:lstStyle/>
                    <a:p>
                      <a:r>
                        <a:t>Monza</a:t>
                      </a:r>
                    </a:p>
                  </a:txBody>
                  <a:tcPr>
                    <a:solidFill>
                      <a:srgbClr val="040273"/>
                    </a:solidFill>
                  </a:tcPr>
                </a:tc>
                <a:tc>
                  <a:txBody>
                    <a:bodyPr/>
                    <a:lstStyle/>
                    <a:p>
                      <a:r>
                        <a:t>Baku</a:t>
                      </a:r>
                    </a:p>
                  </a:txBody>
                  <a:tcPr>
                    <a:solidFill>
                      <a:srgbClr val="040273"/>
                    </a:solidFill>
                  </a:tcPr>
                </a:tc>
                <a:tc>
                  <a:txBody>
                    <a:bodyPr/>
                    <a:lstStyle/>
                    <a:p>
                      <a:r>
                        <a:t>Las Vegas</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China</a:t>
                      </a:r>
                    </a:p>
                  </a:txBody>
                  <a:tcPr>
                    <a:solidFill>
                      <a:srgbClr val="E8002D"/>
                    </a:solidFill>
                  </a:tcPr>
                </a:tc>
                <a:tc>
                  <a:txBody>
                    <a:bodyPr/>
                    <a:lstStyle/>
                    <a:p>
                      <a:r>
                        <a:t>Miami</a:t>
                      </a:r>
                    </a:p>
                  </a:txBody>
                  <a:tcPr>
                    <a:solidFill>
                      <a:srgbClr val="E8002D"/>
                    </a:solidFill>
                  </a:tcPr>
                </a:tc>
                <a:tc>
                  <a:txBody>
                    <a:bodyPr/>
                    <a:lstStyle/>
                    <a:p>
                      <a:r>
                        <a:t>Spain</a:t>
                      </a:r>
                    </a:p>
                  </a:txBody>
                  <a:tcPr>
                    <a:solidFill>
                      <a:srgbClr val="E8002D"/>
                    </a:solidFill>
                  </a:tcPr>
                </a:tc>
                <a:tc>
                  <a:txBody>
                    <a:bodyPr/>
                    <a:lstStyle/>
                    <a:p>
                      <a:r>
                        <a:t>COTA</a:t>
                      </a:r>
                    </a:p>
                  </a:txBody>
                  <a:tcPr>
                    <a:solidFill>
                      <a:srgbClr val="E8002D"/>
                    </a:solidFill>
                  </a:tcPr>
                </a:tc>
                <a:tc>
                  <a:txBody>
                    <a:bodyPr/>
                    <a:lstStyle/>
                    <a:p>
                      <a:r>
                        <a:t>Brazil</a:t>
                      </a:r>
                    </a:p>
                  </a:txBody>
                  <a:tcPr>
                    <a:solidFill>
                      <a:srgbClr val="E8002D"/>
                    </a:solidFill>
                  </a:tcPr>
                </a:tc>
                <a:extLst>
                  <a:ext uri="{0D108BD9-81ED-4DB2-BD59-A6C34878D82A}">
                    <a16:rowId xmlns:a16="http://schemas.microsoft.com/office/drawing/2014/main" val="10002"/>
                  </a:ext>
                </a:extLst>
              </a:tr>
              <a:tr h="293914">
                <a:tc>
                  <a:txBody>
                    <a:bodyPr/>
                    <a:lstStyle/>
                    <a:p>
                      <a:r>
                        <a:t>0</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Australia</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Baku</a:t>
                      </a:r>
                    </a:p>
                  </a:txBody>
                  <a:tcPr>
                    <a:solidFill>
                      <a:srgbClr val="FAC205"/>
                    </a:solidFill>
                  </a:tcPr>
                </a:tc>
                <a:extLst>
                  <a:ext uri="{0D108BD9-81ED-4DB2-BD59-A6C34878D82A}">
                    <a16:rowId xmlns:a16="http://schemas.microsoft.com/office/drawing/2014/main" val="10004"/>
                  </a:ext>
                </a:extLst>
              </a:tr>
              <a:tr h="293914">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Australia</a:t>
                      </a:r>
                    </a:p>
                  </a:txBody>
                  <a:tcPr>
                    <a:solidFill>
                      <a:srgbClr val="028F1E"/>
                    </a:solidFill>
                  </a:tcPr>
                </a:tc>
                <a:tc>
                  <a:txBody>
                    <a:bodyPr/>
                    <a:lstStyle/>
                    <a:p>
                      <a:r>
                        <a:t>Monaco</a:t>
                      </a:r>
                    </a:p>
                  </a:txBody>
                  <a:tcPr>
                    <a:solidFill>
                      <a:srgbClr val="028F1E"/>
                    </a:solidFill>
                  </a:tcPr>
                </a:tc>
                <a:tc>
                  <a:txBody>
                    <a:bodyPr/>
                    <a:lstStyle/>
                    <a:p>
                      <a:r>
                        <a:t>Hungary</a:t>
                      </a:r>
                    </a:p>
                  </a:txBody>
                  <a:tcPr>
                    <a:solidFill>
                      <a:srgbClr val="028F1E"/>
                    </a:solidFill>
                  </a:tcPr>
                </a:tc>
                <a:tc>
                  <a:txBody>
                    <a:bodyPr/>
                    <a:lstStyle/>
                    <a:p>
                      <a:r>
                        <a:t>Monza</a:t>
                      </a:r>
                    </a:p>
                  </a:txBody>
                  <a:tcPr>
                    <a:solidFill>
                      <a:srgbClr val="028F1E"/>
                    </a:solidFill>
                  </a:tcPr>
                </a:tc>
                <a:tc>
                  <a:txBody>
                    <a:bodyPr/>
                    <a:lstStyle/>
                    <a:p>
                      <a:r>
                        <a:t>Brazil</a:t>
                      </a:r>
                    </a:p>
                  </a:txBody>
                  <a:tcPr>
                    <a:solidFill>
                      <a:srgbClr val="028F1E"/>
                    </a:solidFill>
                  </a:tcPr>
                </a:tc>
                <a:extLst>
                  <a:ext uri="{0D108BD9-81ED-4DB2-BD59-A6C34878D82A}">
                    <a16:rowId xmlns:a16="http://schemas.microsoft.com/office/drawing/2014/main" val="10006"/>
                  </a:ext>
                </a:extLst>
              </a:tr>
              <a:tr h="293914">
                <a:tc>
                  <a:txBody>
                    <a:bodyPr/>
                    <a:lstStyle/>
                    <a:p>
                      <a:r>
                        <a:t>0</a:t>
                      </a:r>
                    </a:p>
                  </a:txBody>
                  <a:tcPr>
                    <a:solidFill>
                      <a:srgbClr val="028F1E"/>
                    </a:solidFill>
                  </a:tcPr>
                </a:tc>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China</a:t>
                      </a:r>
                    </a:p>
                  </a:txBody>
                  <a:tcPr>
                    <a:solidFill>
                      <a:srgbClr val="FF5B00"/>
                    </a:solidFill>
                  </a:tcPr>
                </a:tc>
                <a:tc>
                  <a:txBody>
                    <a:bodyPr/>
                    <a:lstStyle/>
                    <a:p>
                      <a:r>
                        <a:t>Austria</a:t>
                      </a:r>
                    </a:p>
                  </a:txBody>
                  <a:tcPr>
                    <a:solidFill>
                      <a:srgbClr val="FF5B00"/>
                    </a:solidFill>
                  </a:tcPr>
                </a:tc>
                <a:tc>
                  <a:txBody>
                    <a:bodyPr/>
                    <a:lstStyle/>
                    <a:p>
                      <a:r>
                        <a:t>Singapore</a:t>
                      </a:r>
                    </a:p>
                  </a:txBody>
                  <a:tcPr>
                    <a:solidFill>
                      <a:srgbClr val="FF5B00"/>
                    </a:solidFill>
                  </a:tcPr>
                </a:tc>
                <a:tc>
                  <a:txBody>
                    <a:bodyPr/>
                    <a:lstStyle/>
                    <a:p>
                      <a:r>
                        <a:t>Brazil</a:t>
                      </a:r>
                    </a:p>
                  </a:txBody>
                  <a:tcPr>
                    <a:solidFill>
                      <a:srgbClr val="FF5B00"/>
                    </a:solidFill>
                  </a:tcPr>
                </a:tc>
                <a:tc>
                  <a:txBody>
                    <a:bodyPr/>
                    <a:lstStyle/>
                    <a:p>
                      <a:r>
                        <a:t>Las Vegas</a:t>
                      </a:r>
                    </a:p>
                  </a:txBody>
                  <a:tcPr>
                    <a:solidFill>
                      <a:srgbClr val="FF5B00"/>
                    </a:solidFill>
                  </a:tcPr>
                </a:tc>
                <a:extLst>
                  <a:ext uri="{0D108BD9-81ED-4DB2-BD59-A6C34878D82A}">
                    <a16:rowId xmlns:a16="http://schemas.microsoft.com/office/drawing/2014/main" val="10008"/>
                  </a:ext>
                </a:extLst>
              </a:tr>
              <a:tr h="293914">
                <a:tc>
                  <a:txBody>
                    <a:bodyPr/>
                    <a:lstStyle/>
                    <a:p>
                      <a:r>
                        <a:t>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Silverstone</a:t>
                      </a:r>
                    </a:p>
                  </a:txBody>
                  <a:tcPr>
                    <a:solidFill>
                      <a:srgbClr val="13EAC9"/>
                    </a:solidFill>
                  </a:tcPr>
                </a:tc>
                <a:tc>
                  <a:txBody>
                    <a:bodyPr/>
                    <a:lstStyle/>
                    <a:p>
                      <a:r>
                        <a:t>Monza</a:t>
                      </a:r>
                    </a:p>
                  </a:txBody>
                  <a:tcPr>
                    <a:solidFill>
                      <a:srgbClr val="13EAC9"/>
                    </a:solidFill>
                  </a:tcPr>
                </a:tc>
                <a:tc>
                  <a:txBody>
                    <a:bodyPr/>
                    <a:lstStyle/>
                    <a:p>
                      <a:r>
                        <a:t>Brazil</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Australia</a:t>
                      </a:r>
                    </a:p>
                  </a:txBody>
                  <a:tcPr>
                    <a:solidFill>
                      <a:srgbClr val="9A0EEA"/>
                    </a:solidFill>
                  </a:tcPr>
                </a:tc>
                <a:tc>
                  <a:txBody>
                    <a:bodyPr/>
                    <a:lstStyle/>
                    <a:p>
                      <a:r>
                        <a:t>Spain</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Qatar</a:t>
                      </a:r>
                    </a:p>
                  </a:txBody>
                  <a:tcPr>
                    <a:solidFill>
                      <a:srgbClr val="9A0EEA"/>
                    </a:solidFill>
                  </a:tcPr>
                </a:tc>
                <a:extLst>
                  <a:ext uri="{0D108BD9-81ED-4DB2-BD59-A6C34878D82A}">
                    <a16:rowId xmlns:a16="http://schemas.microsoft.com/office/drawing/2014/main" val="10012"/>
                  </a:ext>
                </a:extLst>
              </a:tr>
              <a:tr h="293918">
                <a:tc>
                  <a:txBody>
                    <a:bodyPr/>
                    <a:lstStyle/>
                    <a:p>
                      <a:r>
                        <a:t>0</a:t>
                      </a:r>
                    </a:p>
                  </a:txBody>
                  <a:tcPr>
                    <a:solidFill>
                      <a:srgbClr val="9A0EEA"/>
                    </a:solidFill>
                  </a:tcPr>
                </a:tc>
                <a:tc>
                  <a:txBody>
                    <a:bodyPr/>
                    <a:lstStyle/>
                    <a:p>
                      <a:r>
                        <a:t>0</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638</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615</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764</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581</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634</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529</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Gasly @ China</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Miami</a:t>
                      </a:r>
                    </a:p>
                  </a:txBody>
                  <a:tcPr>
                    <a:solidFill>
                      <a:srgbClr val="040273"/>
                    </a:solidFill>
                  </a:tcPr>
                </a:tc>
                <a:tc>
                  <a:txBody>
                    <a:bodyPr/>
                    <a:lstStyle/>
                    <a:p>
                      <a:r>
                        <a:t>Imola</a:t>
                      </a:r>
                    </a:p>
                  </a:txBody>
                  <a:tcPr>
                    <a:solidFill>
                      <a:srgbClr val="040273"/>
                    </a:solidFill>
                  </a:tcPr>
                </a:tc>
                <a:tc>
                  <a:txBody>
                    <a:bodyPr/>
                    <a:lstStyle/>
                    <a:p>
                      <a:r>
                        <a:t>Monza</a:t>
                      </a:r>
                    </a:p>
                  </a:txBody>
                  <a:tcPr>
                    <a:solidFill>
                      <a:srgbClr val="040273"/>
                    </a:solidFill>
                  </a:tcPr>
                </a:tc>
                <a:tc>
                  <a:txBody>
                    <a:bodyPr/>
                    <a:lstStyle/>
                    <a:p>
                      <a:r>
                        <a:t>Baku</a:t>
                      </a:r>
                    </a:p>
                  </a:txBody>
                  <a:tcPr>
                    <a:solidFill>
                      <a:srgbClr val="040273"/>
                    </a:solidFill>
                  </a:tcPr>
                </a:tc>
                <a:tc>
                  <a:txBody>
                    <a:bodyPr/>
                    <a:lstStyle/>
                    <a:p>
                      <a:r>
                        <a:t>Las Vegas</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China</a:t>
                      </a:r>
                    </a:p>
                  </a:txBody>
                  <a:tcPr>
                    <a:solidFill>
                      <a:srgbClr val="E8002D"/>
                    </a:solidFill>
                  </a:tcPr>
                </a:tc>
                <a:tc>
                  <a:txBody>
                    <a:bodyPr/>
                    <a:lstStyle/>
                    <a:p>
                      <a:r>
                        <a:t>Miami</a:t>
                      </a:r>
                    </a:p>
                  </a:txBody>
                  <a:tcPr>
                    <a:solidFill>
                      <a:srgbClr val="E8002D"/>
                    </a:solidFill>
                  </a:tcPr>
                </a:tc>
                <a:tc>
                  <a:txBody>
                    <a:bodyPr/>
                    <a:lstStyle/>
                    <a:p>
                      <a:r>
                        <a:t>Spain</a:t>
                      </a:r>
                    </a:p>
                  </a:txBody>
                  <a:tcPr>
                    <a:solidFill>
                      <a:srgbClr val="E8002D"/>
                    </a:solidFill>
                  </a:tcPr>
                </a:tc>
                <a:tc>
                  <a:txBody>
                    <a:bodyPr/>
                    <a:lstStyle/>
                    <a:p>
                      <a:r>
                        <a:t>COTA</a:t>
                      </a:r>
                    </a:p>
                  </a:txBody>
                  <a:tcPr>
                    <a:solidFill>
                      <a:srgbClr val="E8002D"/>
                    </a:solidFill>
                  </a:tcPr>
                </a:tc>
                <a:tc>
                  <a:txBody>
                    <a:bodyPr/>
                    <a:lstStyle/>
                    <a:p>
                      <a:r>
                        <a:t>Brazil</a:t>
                      </a:r>
                    </a:p>
                  </a:txBody>
                  <a:tcPr>
                    <a:solidFill>
                      <a:srgbClr val="E8002D"/>
                    </a:solidFill>
                  </a:tcPr>
                </a:tc>
                <a:extLst>
                  <a:ext uri="{0D108BD9-81ED-4DB2-BD59-A6C34878D82A}">
                    <a16:rowId xmlns:a16="http://schemas.microsoft.com/office/drawing/2014/main" val="10002"/>
                  </a:ext>
                </a:extLst>
              </a:tr>
              <a:tr h="293914">
                <a:tc>
                  <a:txBody>
                    <a:bodyPr/>
                    <a:lstStyle/>
                    <a:p>
                      <a:r>
                        <a:t>0</a:t>
                      </a:r>
                    </a:p>
                  </a:txBody>
                  <a:tcPr>
                    <a:solidFill>
                      <a:srgbClr val="E8002D"/>
                    </a:solidFill>
                  </a:tcPr>
                </a:tc>
                <a:tc>
                  <a:txBody>
                    <a:bodyPr/>
                    <a:lstStyle/>
                    <a:p>
                      <a:r>
                        <a:t>0</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Australia</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Baku</a:t>
                      </a:r>
                    </a:p>
                  </a:txBody>
                  <a:tcPr>
                    <a:solidFill>
                      <a:srgbClr val="FAC205"/>
                    </a:solidFill>
                  </a:tcPr>
                </a:tc>
                <a:extLst>
                  <a:ext uri="{0D108BD9-81ED-4DB2-BD59-A6C34878D82A}">
                    <a16:rowId xmlns:a16="http://schemas.microsoft.com/office/drawing/2014/main" val="10004"/>
                  </a:ext>
                </a:extLst>
              </a:tr>
              <a:tr h="293914">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Australia</a:t>
                      </a:r>
                    </a:p>
                  </a:txBody>
                  <a:tcPr>
                    <a:solidFill>
                      <a:srgbClr val="028F1E"/>
                    </a:solidFill>
                  </a:tcPr>
                </a:tc>
                <a:tc>
                  <a:txBody>
                    <a:bodyPr/>
                    <a:lstStyle/>
                    <a:p>
                      <a:r>
                        <a:t>Monaco</a:t>
                      </a:r>
                    </a:p>
                  </a:txBody>
                  <a:tcPr>
                    <a:solidFill>
                      <a:srgbClr val="028F1E"/>
                    </a:solidFill>
                  </a:tcPr>
                </a:tc>
                <a:tc>
                  <a:txBody>
                    <a:bodyPr/>
                    <a:lstStyle/>
                    <a:p>
                      <a:r>
                        <a:t>Hungary</a:t>
                      </a:r>
                    </a:p>
                  </a:txBody>
                  <a:tcPr>
                    <a:solidFill>
                      <a:srgbClr val="028F1E"/>
                    </a:solidFill>
                  </a:tcPr>
                </a:tc>
                <a:tc>
                  <a:txBody>
                    <a:bodyPr/>
                    <a:lstStyle/>
                    <a:p>
                      <a:r>
                        <a:t>Monza</a:t>
                      </a:r>
                    </a:p>
                  </a:txBody>
                  <a:tcPr>
                    <a:solidFill>
                      <a:srgbClr val="028F1E"/>
                    </a:solidFill>
                  </a:tcPr>
                </a:tc>
                <a:tc>
                  <a:txBody>
                    <a:bodyPr/>
                    <a:lstStyle/>
                    <a:p>
                      <a:r>
                        <a:t>Brazil</a:t>
                      </a:r>
                    </a:p>
                  </a:txBody>
                  <a:tcPr>
                    <a:solidFill>
                      <a:srgbClr val="028F1E"/>
                    </a:solidFill>
                  </a:tcPr>
                </a:tc>
                <a:extLst>
                  <a:ext uri="{0D108BD9-81ED-4DB2-BD59-A6C34878D82A}">
                    <a16:rowId xmlns:a16="http://schemas.microsoft.com/office/drawing/2014/main" val="10006"/>
                  </a:ext>
                </a:extLst>
              </a:tr>
              <a:tr h="293914">
                <a:tc>
                  <a:txBody>
                    <a:bodyPr/>
                    <a:lstStyle/>
                    <a:p>
                      <a:r>
                        <a:t>0</a:t>
                      </a:r>
                    </a:p>
                  </a:txBody>
                  <a:tcPr>
                    <a:solidFill>
                      <a:srgbClr val="028F1E"/>
                    </a:solidFill>
                  </a:tcPr>
                </a:tc>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China</a:t>
                      </a:r>
                    </a:p>
                  </a:txBody>
                  <a:tcPr>
                    <a:solidFill>
                      <a:srgbClr val="FF5B00"/>
                    </a:solidFill>
                  </a:tcPr>
                </a:tc>
                <a:tc>
                  <a:txBody>
                    <a:bodyPr/>
                    <a:lstStyle/>
                    <a:p>
                      <a:r>
                        <a:t>Austria</a:t>
                      </a:r>
                    </a:p>
                  </a:txBody>
                  <a:tcPr>
                    <a:solidFill>
                      <a:srgbClr val="FF5B00"/>
                    </a:solidFill>
                  </a:tcPr>
                </a:tc>
                <a:tc>
                  <a:txBody>
                    <a:bodyPr/>
                    <a:lstStyle/>
                    <a:p>
                      <a:r>
                        <a:t>Singapore</a:t>
                      </a:r>
                    </a:p>
                  </a:txBody>
                  <a:tcPr>
                    <a:solidFill>
                      <a:srgbClr val="FF5B00"/>
                    </a:solidFill>
                  </a:tcPr>
                </a:tc>
                <a:tc>
                  <a:txBody>
                    <a:bodyPr/>
                    <a:lstStyle/>
                    <a:p>
                      <a:r>
                        <a:t>Brazil</a:t>
                      </a:r>
                    </a:p>
                  </a:txBody>
                  <a:tcPr>
                    <a:solidFill>
                      <a:srgbClr val="FF5B00"/>
                    </a:solidFill>
                  </a:tcPr>
                </a:tc>
                <a:tc>
                  <a:txBody>
                    <a:bodyPr/>
                    <a:lstStyle/>
                    <a:p>
                      <a:r>
                        <a:t>Las Vegas</a:t>
                      </a:r>
                    </a:p>
                  </a:txBody>
                  <a:tcPr>
                    <a:solidFill>
                      <a:srgbClr val="FF5B00"/>
                    </a:solidFill>
                  </a:tcPr>
                </a:tc>
                <a:extLst>
                  <a:ext uri="{0D108BD9-81ED-4DB2-BD59-A6C34878D82A}">
                    <a16:rowId xmlns:a16="http://schemas.microsoft.com/office/drawing/2014/main" val="10008"/>
                  </a:ext>
                </a:extLst>
              </a:tr>
              <a:tr h="293914">
                <a:tc>
                  <a:txBody>
                    <a:bodyPr/>
                    <a:lstStyle/>
                    <a:p>
                      <a:r>
                        <a:t>0</a:t>
                      </a:r>
                    </a:p>
                  </a:txBody>
                  <a:tcPr>
                    <a:solidFill>
                      <a:srgbClr val="FF5B00"/>
                    </a:solidFill>
                  </a:tcPr>
                </a:tc>
                <a:tc>
                  <a:txBody>
                    <a:bodyPr/>
                    <a:lstStyle/>
                    <a:p>
                      <a:r>
                        <a:t>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Silverstone</a:t>
                      </a:r>
                    </a:p>
                  </a:txBody>
                  <a:tcPr>
                    <a:solidFill>
                      <a:srgbClr val="13EAC9"/>
                    </a:solidFill>
                  </a:tcPr>
                </a:tc>
                <a:tc>
                  <a:txBody>
                    <a:bodyPr/>
                    <a:lstStyle/>
                    <a:p>
                      <a:r>
                        <a:t>Monza</a:t>
                      </a:r>
                    </a:p>
                  </a:txBody>
                  <a:tcPr>
                    <a:solidFill>
                      <a:srgbClr val="13EAC9"/>
                    </a:solidFill>
                  </a:tcPr>
                </a:tc>
                <a:tc>
                  <a:txBody>
                    <a:bodyPr/>
                    <a:lstStyle/>
                    <a:p>
                      <a:r>
                        <a:t>Brazil</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Australia</a:t>
                      </a:r>
                    </a:p>
                  </a:txBody>
                  <a:tcPr>
                    <a:solidFill>
                      <a:srgbClr val="9A0EEA"/>
                    </a:solidFill>
                  </a:tcPr>
                </a:tc>
                <a:tc>
                  <a:txBody>
                    <a:bodyPr/>
                    <a:lstStyle/>
                    <a:p>
                      <a:r>
                        <a:t>Spain</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Qatar</a:t>
                      </a:r>
                    </a:p>
                  </a:txBody>
                  <a:tcPr>
                    <a:solidFill>
                      <a:srgbClr val="9A0EEA"/>
                    </a:solidFill>
                  </a:tcPr>
                </a:tc>
                <a:extLst>
                  <a:ext uri="{0D108BD9-81ED-4DB2-BD59-A6C34878D82A}">
                    <a16:rowId xmlns:a16="http://schemas.microsoft.com/office/drawing/2014/main" val="10012"/>
                  </a:ext>
                </a:extLst>
              </a:tr>
              <a:tr h="293918">
                <a:tc>
                  <a:txBody>
                    <a:bodyPr/>
                    <a:lstStyle/>
                    <a:p>
                      <a:r>
                        <a:t>0</a:t>
                      </a:r>
                    </a:p>
                  </a:txBody>
                  <a:tcPr>
                    <a:solidFill>
                      <a:srgbClr val="9A0EEA"/>
                    </a:solidFill>
                  </a:tcPr>
                </a:tc>
                <a:tc>
                  <a:txBody>
                    <a:bodyPr/>
                    <a:lstStyle/>
                    <a:p>
                      <a:r>
                        <a:t>0</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638</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615</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764</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581</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634</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529</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Gasly @ Miami</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Miami</a:t>
                      </a:r>
                    </a:p>
                  </a:txBody>
                  <a:tcPr>
                    <a:solidFill>
                      <a:srgbClr val="040273"/>
                    </a:solidFill>
                  </a:tcPr>
                </a:tc>
                <a:tc>
                  <a:txBody>
                    <a:bodyPr/>
                    <a:lstStyle/>
                    <a:p>
                      <a:r>
                        <a:t>Imola</a:t>
                      </a:r>
                    </a:p>
                  </a:txBody>
                  <a:tcPr>
                    <a:solidFill>
                      <a:srgbClr val="040273"/>
                    </a:solidFill>
                  </a:tcPr>
                </a:tc>
                <a:tc>
                  <a:txBody>
                    <a:bodyPr/>
                    <a:lstStyle/>
                    <a:p>
                      <a:r>
                        <a:t>Monza</a:t>
                      </a:r>
                    </a:p>
                  </a:txBody>
                  <a:tcPr>
                    <a:solidFill>
                      <a:srgbClr val="040273"/>
                    </a:solidFill>
                  </a:tcPr>
                </a:tc>
                <a:tc>
                  <a:txBody>
                    <a:bodyPr/>
                    <a:lstStyle/>
                    <a:p>
                      <a:r>
                        <a:t>Baku</a:t>
                      </a:r>
                    </a:p>
                  </a:txBody>
                  <a:tcPr>
                    <a:solidFill>
                      <a:srgbClr val="040273"/>
                    </a:solidFill>
                  </a:tcPr>
                </a:tc>
                <a:tc>
                  <a:txBody>
                    <a:bodyPr/>
                    <a:lstStyle/>
                    <a:p>
                      <a:r>
                        <a:t>Las Vegas</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China</a:t>
                      </a:r>
                    </a:p>
                  </a:txBody>
                  <a:tcPr>
                    <a:solidFill>
                      <a:srgbClr val="E8002D"/>
                    </a:solidFill>
                  </a:tcPr>
                </a:tc>
                <a:tc>
                  <a:txBody>
                    <a:bodyPr/>
                    <a:lstStyle/>
                    <a:p>
                      <a:r>
                        <a:t>Miami</a:t>
                      </a:r>
                    </a:p>
                  </a:txBody>
                  <a:tcPr>
                    <a:solidFill>
                      <a:srgbClr val="E8002D"/>
                    </a:solidFill>
                  </a:tcPr>
                </a:tc>
                <a:tc>
                  <a:txBody>
                    <a:bodyPr/>
                    <a:lstStyle/>
                    <a:p>
                      <a:r>
                        <a:t>Spain</a:t>
                      </a:r>
                    </a:p>
                  </a:txBody>
                  <a:tcPr>
                    <a:solidFill>
                      <a:srgbClr val="E8002D"/>
                    </a:solidFill>
                  </a:tcPr>
                </a:tc>
                <a:tc>
                  <a:txBody>
                    <a:bodyPr/>
                    <a:lstStyle/>
                    <a:p>
                      <a:r>
                        <a:t>COTA</a:t>
                      </a:r>
                    </a:p>
                  </a:txBody>
                  <a:tcPr>
                    <a:solidFill>
                      <a:srgbClr val="E8002D"/>
                    </a:solidFill>
                  </a:tcPr>
                </a:tc>
                <a:tc>
                  <a:txBody>
                    <a:bodyPr/>
                    <a:lstStyle/>
                    <a:p>
                      <a:r>
                        <a:t>Brazil</a:t>
                      </a:r>
                    </a:p>
                  </a:txBody>
                  <a:tcPr>
                    <a:solidFill>
                      <a:srgbClr val="E8002D"/>
                    </a:solidFill>
                  </a:tcPr>
                </a:tc>
                <a:extLst>
                  <a:ext uri="{0D108BD9-81ED-4DB2-BD59-A6C34878D82A}">
                    <a16:rowId xmlns:a16="http://schemas.microsoft.com/office/drawing/2014/main" val="10002"/>
                  </a:ext>
                </a:extLst>
              </a:tr>
              <a:tr h="293914">
                <a:tc>
                  <a:txBody>
                    <a:bodyPr/>
                    <a:lstStyle/>
                    <a:p>
                      <a:r>
                        <a:t>0</a:t>
                      </a:r>
                    </a:p>
                  </a:txBody>
                  <a:tcPr>
                    <a:solidFill>
                      <a:srgbClr val="E8002D"/>
                    </a:solidFill>
                  </a:tcPr>
                </a:tc>
                <a:tc>
                  <a:txBody>
                    <a:bodyPr/>
                    <a:lstStyle/>
                    <a:p>
                      <a:r>
                        <a:t>0</a:t>
                      </a:r>
                    </a:p>
                  </a:txBody>
                  <a:tcPr>
                    <a:solidFill>
                      <a:srgbClr val="E8002D"/>
                    </a:solidFill>
                  </a:tcPr>
                </a:tc>
                <a:tc>
                  <a:txBody>
                    <a:bodyPr/>
                    <a:lstStyle/>
                    <a:p>
                      <a:r>
                        <a:t>0</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Australia</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Baku</a:t>
                      </a:r>
                    </a:p>
                  </a:txBody>
                  <a:tcPr>
                    <a:solidFill>
                      <a:srgbClr val="FAC205"/>
                    </a:solidFill>
                  </a:tcPr>
                </a:tc>
                <a:extLst>
                  <a:ext uri="{0D108BD9-81ED-4DB2-BD59-A6C34878D82A}">
                    <a16:rowId xmlns:a16="http://schemas.microsoft.com/office/drawing/2014/main" val="10004"/>
                  </a:ext>
                </a:extLst>
              </a:tr>
              <a:tr h="293914">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Australia</a:t>
                      </a:r>
                    </a:p>
                  </a:txBody>
                  <a:tcPr>
                    <a:solidFill>
                      <a:srgbClr val="028F1E"/>
                    </a:solidFill>
                  </a:tcPr>
                </a:tc>
                <a:tc>
                  <a:txBody>
                    <a:bodyPr/>
                    <a:lstStyle/>
                    <a:p>
                      <a:r>
                        <a:t>Monaco</a:t>
                      </a:r>
                    </a:p>
                  </a:txBody>
                  <a:tcPr>
                    <a:solidFill>
                      <a:srgbClr val="028F1E"/>
                    </a:solidFill>
                  </a:tcPr>
                </a:tc>
                <a:tc>
                  <a:txBody>
                    <a:bodyPr/>
                    <a:lstStyle/>
                    <a:p>
                      <a:r>
                        <a:t>Hungary</a:t>
                      </a:r>
                    </a:p>
                  </a:txBody>
                  <a:tcPr>
                    <a:solidFill>
                      <a:srgbClr val="028F1E"/>
                    </a:solidFill>
                  </a:tcPr>
                </a:tc>
                <a:tc>
                  <a:txBody>
                    <a:bodyPr/>
                    <a:lstStyle/>
                    <a:p>
                      <a:r>
                        <a:t>Monza</a:t>
                      </a:r>
                    </a:p>
                  </a:txBody>
                  <a:tcPr>
                    <a:solidFill>
                      <a:srgbClr val="028F1E"/>
                    </a:solidFill>
                  </a:tcPr>
                </a:tc>
                <a:tc>
                  <a:txBody>
                    <a:bodyPr/>
                    <a:lstStyle/>
                    <a:p>
                      <a:r>
                        <a:t>Brazil</a:t>
                      </a:r>
                    </a:p>
                  </a:txBody>
                  <a:tcPr>
                    <a:solidFill>
                      <a:srgbClr val="028F1E"/>
                    </a:solidFill>
                  </a:tcPr>
                </a:tc>
                <a:extLst>
                  <a:ext uri="{0D108BD9-81ED-4DB2-BD59-A6C34878D82A}">
                    <a16:rowId xmlns:a16="http://schemas.microsoft.com/office/drawing/2014/main" val="10006"/>
                  </a:ext>
                </a:extLst>
              </a:tr>
              <a:tr h="293914">
                <a:tc>
                  <a:txBody>
                    <a:bodyPr/>
                    <a:lstStyle/>
                    <a:p>
                      <a:r>
                        <a:t>0</a:t>
                      </a:r>
                    </a:p>
                  </a:txBody>
                  <a:tcPr>
                    <a:solidFill>
                      <a:srgbClr val="028F1E"/>
                    </a:solidFill>
                  </a:tcPr>
                </a:tc>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China</a:t>
                      </a:r>
                    </a:p>
                  </a:txBody>
                  <a:tcPr>
                    <a:solidFill>
                      <a:srgbClr val="FF5B00"/>
                    </a:solidFill>
                  </a:tcPr>
                </a:tc>
                <a:tc>
                  <a:txBody>
                    <a:bodyPr/>
                    <a:lstStyle/>
                    <a:p>
                      <a:r>
                        <a:t>Austria</a:t>
                      </a:r>
                    </a:p>
                  </a:txBody>
                  <a:tcPr>
                    <a:solidFill>
                      <a:srgbClr val="FF5B00"/>
                    </a:solidFill>
                  </a:tcPr>
                </a:tc>
                <a:tc>
                  <a:txBody>
                    <a:bodyPr/>
                    <a:lstStyle/>
                    <a:p>
                      <a:r>
                        <a:t>Singapore</a:t>
                      </a:r>
                    </a:p>
                  </a:txBody>
                  <a:tcPr>
                    <a:solidFill>
                      <a:srgbClr val="FF5B00"/>
                    </a:solidFill>
                  </a:tcPr>
                </a:tc>
                <a:tc>
                  <a:txBody>
                    <a:bodyPr/>
                    <a:lstStyle/>
                    <a:p>
                      <a:r>
                        <a:t>Brazil</a:t>
                      </a:r>
                    </a:p>
                  </a:txBody>
                  <a:tcPr>
                    <a:solidFill>
                      <a:srgbClr val="FF5B00"/>
                    </a:solidFill>
                  </a:tcPr>
                </a:tc>
                <a:tc>
                  <a:txBody>
                    <a:bodyPr/>
                    <a:lstStyle/>
                    <a:p>
                      <a:r>
                        <a:t>Las Vegas</a:t>
                      </a:r>
                    </a:p>
                  </a:txBody>
                  <a:tcPr>
                    <a:solidFill>
                      <a:srgbClr val="FF5B00"/>
                    </a:solidFill>
                  </a:tcPr>
                </a:tc>
                <a:extLst>
                  <a:ext uri="{0D108BD9-81ED-4DB2-BD59-A6C34878D82A}">
                    <a16:rowId xmlns:a16="http://schemas.microsoft.com/office/drawing/2014/main" val="10008"/>
                  </a:ext>
                </a:extLst>
              </a:tr>
              <a:tr h="293914">
                <a:tc>
                  <a:txBody>
                    <a:bodyPr/>
                    <a:lstStyle/>
                    <a:p>
                      <a:r>
                        <a:t>0</a:t>
                      </a:r>
                    </a:p>
                  </a:txBody>
                  <a:tcPr>
                    <a:solidFill>
                      <a:srgbClr val="FF5B00"/>
                    </a:solidFill>
                  </a:tcPr>
                </a:tc>
                <a:tc>
                  <a:txBody>
                    <a:bodyPr/>
                    <a:lstStyle/>
                    <a:p>
                      <a:r>
                        <a:t>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Silverstone</a:t>
                      </a:r>
                    </a:p>
                  </a:txBody>
                  <a:tcPr>
                    <a:solidFill>
                      <a:srgbClr val="13EAC9"/>
                    </a:solidFill>
                  </a:tcPr>
                </a:tc>
                <a:tc>
                  <a:txBody>
                    <a:bodyPr/>
                    <a:lstStyle/>
                    <a:p>
                      <a:r>
                        <a:t>Monza</a:t>
                      </a:r>
                    </a:p>
                  </a:txBody>
                  <a:tcPr>
                    <a:solidFill>
                      <a:srgbClr val="13EAC9"/>
                    </a:solidFill>
                  </a:tcPr>
                </a:tc>
                <a:tc>
                  <a:txBody>
                    <a:bodyPr/>
                    <a:lstStyle/>
                    <a:p>
                      <a:r>
                        <a:t>Brazil</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Australia</a:t>
                      </a:r>
                    </a:p>
                  </a:txBody>
                  <a:tcPr>
                    <a:solidFill>
                      <a:srgbClr val="9A0EEA"/>
                    </a:solidFill>
                  </a:tcPr>
                </a:tc>
                <a:tc>
                  <a:txBody>
                    <a:bodyPr/>
                    <a:lstStyle/>
                    <a:p>
                      <a:r>
                        <a:t>Spain</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Qatar</a:t>
                      </a:r>
                    </a:p>
                  </a:txBody>
                  <a:tcPr>
                    <a:solidFill>
                      <a:srgbClr val="9A0EEA"/>
                    </a:solidFill>
                  </a:tcPr>
                </a:tc>
                <a:extLst>
                  <a:ext uri="{0D108BD9-81ED-4DB2-BD59-A6C34878D82A}">
                    <a16:rowId xmlns:a16="http://schemas.microsoft.com/office/drawing/2014/main" val="10012"/>
                  </a:ext>
                </a:extLst>
              </a:tr>
              <a:tr h="293918">
                <a:tc>
                  <a:txBody>
                    <a:bodyPr/>
                    <a:lstStyle/>
                    <a:p>
                      <a:r>
                        <a:t>0</a:t>
                      </a:r>
                    </a:p>
                  </a:txBody>
                  <a:tcPr>
                    <a:solidFill>
                      <a:srgbClr val="9A0EEA"/>
                    </a:solidFill>
                  </a:tcPr>
                </a:tc>
                <a:tc>
                  <a:txBody>
                    <a:bodyPr/>
                    <a:lstStyle/>
                    <a:p>
                      <a:r>
                        <a:t>0</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638</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615</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764</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581</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634</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529</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Gasly @ Imola</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Miami</a:t>
                      </a:r>
                    </a:p>
                  </a:txBody>
                  <a:tcPr>
                    <a:solidFill>
                      <a:srgbClr val="040273"/>
                    </a:solidFill>
                  </a:tcPr>
                </a:tc>
                <a:tc>
                  <a:txBody>
                    <a:bodyPr/>
                    <a:lstStyle/>
                    <a:p>
                      <a:r>
                        <a:t>Imola</a:t>
                      </a:r>
                    </a:p>
                  </a:txBody>
                  <a:tcPr>
                    <a:solidFill>
                      <a:srgbClr val="040273"/>
                    </a:solidFill>
                  </a:tcPr>
                </a:tc>
                <a:tc>
                  <a:txBody>
                    <a:bodyPr/>
                    <a:lstStyle/>
                    <a:p>
                      <a:r>
                        <a:t>Monza</a:t>
                      </a:r>
                    </a:p>
                  </a:txBody>
                  <a:tcPr>
                    <a:solidFill>
                      <a:srgbClr val="040273"/>
                    </a:solidFill>
                  </a:tcPr>
                </a:tc>
                <a:tc>
                  <a:txBody>
                    <a:bodyPr/>
                    <a:lstStyle/>
                    <a:p>
                      <a:r>
                        <a:t>Baku</a:t>
                      </a:r>
                    </a:p>
                  </a:txBody>
                  <a:tcPr>
                    <a:solidFill>
                      <a:srgbClr val="040273"/>
                    </a:solidFill>
                  </a:tcPr>
                </a:tc>
                <a:tc>
                  <a:txBody>
                    <a:bodyPr/>
                    <a:lstStyle/>
                    <a:p>
                      <a:r>
                        <a:t>Las Vegas</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China</a:t>
                      </a:r>
                    </a:p>
                  </a:txBody>
                  <a:tcPr>
                    <a:solidFill>
                      <a:srgbClr val="E8002D"/>
                    </a:solidFill>
                  </a:tcPr>
                </a:tc>
                <a:tc>
                  <a:txBody>
                    <a:bodyPr/>
                    <a:lstStyle/>
                    <a:p>
                      <a:r>
                        <a:t>Miami</a:t>
                      </a:r>
                    </a:p>
                  </a:txBody>
                  <a:tcPr>
                    <a:solidFill>
                      <a:srgbClr val="E8002D"/>
                    </a:solidFill>
                  </a:tcPr>
                </a:tc>
                <a:tc>
                  <a:txBody>
                    <a:bodyPr/>
                    <a:lstStyle/>
                    <a:p>
                      <a:r>
                        <a:t>Spain</a:t>
                      </a:r>
                    </a:p>
                  </a:txBody>
                  <a:tcPr>
                    <a:solidFill>
                      <a:srgbClr val="E8002D"/>
                    </a:solidFill>
                  </a:tcPr>
                </a:tc>
                <a:tc>
                  <a:txBody>
                    <a:bodyPr/>
                    <a:lstStyle/>
                    <a:p>
                      <a:r>
                        <a:t>COTA</a:t>
                      </a:r>
                    </a:p>
                  </a:txBody>
                  <a:tcPr>
                    <a:solidFill>
                      <a:srgbClr val="E8002D"/>
                    </a:solidFill>
                  </a:tcPr>
                </a:tc>
                <a:tc>
                  <a:txBody>
                    <a:bodyPr/>
                    <a:lstStyle/>
                    <a:p>
                      <a:r>
                        <a:t>Brazil</a:t>
                      </a:r>
                    </a:p>
                  </a:txBody>
                  <a:tcPr>
                    <a:solidFill>
                      <a:srgbClr val="E8002D"/>
                    </a:solidFill>
                  </a:tcPr>
                </a:tc>
                <a:extLst>
                  <a:ext uri="{0D108BD9-81ED-4DB2-BD59-A6C34878D82A}">
                    <a16:rowId xmlns:a16="http://schemas.microsoft.com/office/drawing/2014/main" val="10002"/>
                  </a:ext>
                </a:extLst>
              </a:tr>
              <a:tr h="293914">
                <a:tc>
                  <a:txBody>
                    <a:bodyPr/>
                    <a:lstStyle/>
                    <a:p>
                      <a:r>
                        <a:t>0</a:t>
                      </a:r>
                    </a:p>
                  </a:txBody>
                  <a:tcPr>
                    <a:solidFill>
                      <a:srgbClr val="E8002D"/>
                    </a:solidFill>
                  </a:tcPr>
                </a:tc>
                <a:tc>
                  <a:txBody>
                    <a:bodyPr/>
                    <a:lstStyle/>
                    <a:p>
                      <a:r>
                        <a:t>0</a:t>
                      </a:r>
                    </a:p>
                  </a:txBody>
                  <a:tcPr>
                    <a:solidFill>
                      <a:srgbClr val="E8002D"/>
                    </a:solidFill>
                  </a:tcPr>
                </a:tc>
                <a:tc>
                  <a:txBody>
                    <a:bodyPr/>
                    <a:lstStyle/>
                    <a:p>
                      <a:r>
                        <a:t>0</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Australia</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Baku</a:t>
                      </a:r>
                    </a:p>
                  </a:txBody>
                  <a:tcPr>
                    <a:solidFill>
                      <a:srgbClr val="FAC205"/>
                    </a:solidFill>
                  </a:tcPr>
                </a:tc>
                <a:extLst>
                  <a:ext uri="{0D108BD9-81ED-4DB2-BD59-A6C34878D82A}">
                    <a16:rowId xmlns:a16="http://schemas.microsoft.com/office/drawing/2014/main" val="10004"/>
                  </a:ext>
                </a:extLst>
              </a:tr>
              <a:tr h="293914">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Australia</a:t>
                      </a:r>
                    </a:p>
                  </a:txBody>
                  <a:tcPr>
                    <a:solidFill>
                      <a:srgbClr val="028F1E"/>
                    </a:solidFill>
                  </a:tcPr>
                </a:tc>
                <a:tc>
                  <a:txBody>
                    <a:bodyPr/>
                    <a:lstStyle/>
                    <a:p>
                      <a:r>
                        <a:t>Monaco</a:t>
                      </a:r>
                    </a:p>
                  </a:txBody>
                  <a:tcPr>
                    <a:solidFill>
                      <a:srgbClr val="028F1E"/>
                    </a:solidFill>
                  </a:tcPr>
                </a:tc>
                <a:tc>
                  <a:txBody>
                    <a:bodyPr/>
                    <a:lstStyle/>
                    <a:p>
                      <a:r>
                        <a:t>Hungary</a:t>
                      </a:r>
                    </a:p>
                  </a:txBody>
                  <a:tcPr>
                    <a:solidFill>
                      <a:srgbClr val="028F1E"/>
                    </a:solidFill>
                  </a:tcPr>
                </a:tc>
                <a:tc>
                  <a:txBody>
                    <a:bodyPr/>
                    <a:lstStyle/>
                    <a:p>
                      <a:r>
                        <a:t>Monza</a:t>
                      </a:r>
                    </a:p>
                  </a:txBody>
                  <a:tcPr>
                    <a:solidFill>
                      <a:srgbClr val="028F1E"/>
                    </a:solidFill>
                  </a:tcPr>
                </a:tc>
                <a:tc>
                  <a:txBody>
                    <a:bodyPr/>
                    <a:lstStyle/>
                    <a:p>
                      <a:r>
                        <a:t>Brazil</a:t>
                      </a:r>
                    </a:p>
                  </a:txBody>
                  <a:tcPr>
                    <a:solidFill>
                      <a:srgbClr val="028F1E"/>
                    </a:solidFill>
                  </a:tcPr>
                </a:tc>
                <a:extLst>
                  <a:ext uri="{0D108BD9-81ED-4DB2-BD59-A6C34878D82A}">
                    <a16:rowId xmlns:a16="http://schemas.microsoft.com/office/drawing/2014/main" val="10006"/>
                  </a:ext>
                </a:extLst>
              </a:tr>
              <a:tr h="293914">
                <a:tc>
                  <a:txBody>
                    <a:bodyPr/>
                    <a:lstStyle/>
                    <a:p>
                      <a:r>
                        <a:t>0</a:t>
                      </a:r>
                    </a:p>
                  </a:txBody>
                  <a:tcPr>
                    <a:solidFill>
                      <a:srgbClr val="028F1E"/>
                    </a:solidFill>
                  </a:tcPr>
                </a:tc>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China</a:t>
                      </a:r>
                    </a:p>
                  </a:txBody>
                  <a:tcPr>
                    <a:solidFill>
                      <a:srgbClr val="FF5B00"/>
                    </a:solidFill>
                  </a:tcPr>
                </a:tc>
                <a:tc>
                  <a:txBody>
                    <a:bodyPr/>
                    <a:lstStyle/>
                    <a:p>
                      <a:r>
                        <a:t>Austria</a:t>
                      </a:r>
                    </a:p>
                  </a:txBody>
                  <a:tcPr>
                    <a:solidFill>
                      <a:srgbClr val="FF5B00"/>
                    </a:solidFill>
                  </a:tcPr>
                </a:tc>
                <a:tc>
                  <a:txBody>
                    <a:bodyPr/>
                    <a:lstStyle/>
                    <a:p>
                      <a:r>
                        <a:t>Singapore</a:t>
                      </a:r>
                    </a:p>
                  </a:txBody>
                  <a:tcPr>
                    <a:solidFill>
                      <a:srgbClr val="FF5B00"/>
                    </a:solidFill>
                  </a:tcPr>
                </a:tc>
                <a:tc>
                  <a:txBody>
                    <a:bodyPr/>
                    <a:lstStyle/>
                    <a:p>
                      <a:r>
                        <a:t>Brazil</a:t>
                      </a:r>
                    </a:p>
                  </a:txBody>
                  <a:tcPr>
                    <a:solidFill>
                      <a:srgbClr val="FF5B00"/>
                    </a:solidFill>
                  </a:tcPr>
                </a:tc>
                <a:tc>
                  <a:txBody>
                    <a:bodyPr/>
                    <a:lstStyle/>
                    <a:p>
                      <a:r>
                        <a:t>Las Vegas</a:t>
                      </a:r>
                    </a:p>
                  </a:txBody>
                  <a:tcPr>
                    <a:solidFill>
                      <a:srgbClr val="FF5B00"/>
                    </a:solidFill>
                  </a:tcPr>
                </a:tc>
                <a:extLst>
                  <a:ext uri="{0D108BD9-81ED-4DB2-BD59-A6C34878D82A}">
                    <a16:rowId xmlns:a16="http://schemas.microsoft.com/office/drawing/2014/main" val="10008"/>
                  </a:ext>
                </a:extLst>
              </a:tr>
              <a:tr h="293914">
                <a:tc>
                  <a:txBody>
                    <a:bodyPr/>
                    <a:lstStyle/>
                    <a:p>
                      <a:r>
                        <a:t>0</a:t>
                      </a:r>
                    </a:p>
                  </a:txBody>
                  <a:tcPr>
                    <a:solidFill>
                      <a:srgbClr val="FF5B00"/>
                    </a:solidFill>
                  </a:tcPr>
                </a:tc>
                <a:tc>
                  <a:txBody>
                    <a:bodyPr/>
                    <a:lstStyle/>
                    <a:p>
                      <a:r>
                        <a:t>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Silverstone</a:t>
                      </a:r>
                    </a:p>
                  </a:txBody>
                  <a:tcPr>
                    <a:solidFill>
                      <a:srgbClr val="13EAC9"/>
                    </a:solidFill>
                  </a:tcPr>
                </a:tc>
                <a:tc>
                  <a:txBody>
                    <a:bodyPr/>
                    <a:lstStyle/>
                    <a:p>
                      <a:r>
                        <a:t>Monza</a:t>
                      </a:r>
                    </a:p>
                  </a:txBody>
                  <a:tcPr>
                    <a:solidFill>
                      <a:srgbClr val="13EAC9"/>
                    </a:solidFill>
                  </a:tcPr>
                </a:tc>
                <a:tc>
                  <a:txBody>
                    <a:bodyPr/>
                    <a:lstStyle/>
                    <a:p>
                      <a:r>
                        <a:t>Brazil</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Australia</a:t>
                      </a:r>
                    </a:p>
                  </a:txBody>
                  <a:tcPr>
                    <a:solidFill>
                      <a:srgbClr val="9A0EEA"/>
                    </a:solidFill>
                  </a:tcPr>
                </a:tc>
                <a:tc>
                  <a:txBody>
                    <a:bodyPr/>
                    <a:lstStyle/>
                    <a:p>
                      <a:r>
                        <a:t>Spain</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Qatar</a:t>
                      </a:r>
                    </a:p>
                  </a:txBody>
                  <a:tcPr>
                    <a:solidFill>
                      <a:srgbClr val="9A0EEA"/>
                    </a:solidFill>
                  </a:tcPr>
                </a:tc>
                <a:extLst>
                  <a:ext uri="{0D108BD9-81ED-4DB2-BD59-A6C34878D82A}">
                    <a16:rowId xmlns:a16="http://schemas.microsoft.com/office/drawing/2014/main" val="10012"/>
                  </a:ext>
                </a:extLst>
              </a:tr>
              <a:tr h="293918">
                <a:tc>
                  <a:txBody>
                    <a:bodyPr/>
                    <a:lstStyle/>
                    <a:p>
                      <a:r>
                        <a:t>0</a:t>
                      </a:r>
                    </a:p>
                  </a:txBody>
                  <a:tcPr>
                    <a:solidFill>
                      <a:srgbClr val="9A0EEA"/>
                    </a:solidFill>
                  </a:tcPr>
                </a:tc>
                <a:tc>
                  <a:txBody>
                    <a:bodyPr/>
                    <a:lstStyle/>
                    <a:p>
                      <a:r>
                        <a:t>0</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638</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615</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764</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581</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634</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529</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Gasly @ Monaco</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Miami</a:t>
                      </a:r>
                    </a:p>
                  </a:txBody>
                  <a:tcPr>
                    <a:solidFill>
                      <a:srgbClr val="040273"/>
                    </a:solidFill>
                  </a:tcPr>
                </a:tc>
                <a:tc>
                  <a:txBody>
                    <a:bodyPr/>
                    <a:lstStyle/>
                    <a:p>
                      <a:r>
                        <a:t>Imola</a:t>
                      </a:r>
                    </a:p>
                  </a:txBody>
                  <a:tcPr>
                    <a:solidFill>
                      <a:srgbClr val="040273"/>
                    </a:solidFill>
                  </a:tcPr>
                </a:tc>
                <a:tc>
                  <a:txBody>
                    <a:bodyPr/>
                    <a:lstStyle/>
                    <a:p>
                      <a:r>
                        <a:t>Monza</a:t>
                      </a:r>
                    </a:p>
                  </a:txBody>
                  <a:tcPr>
                    <a:solidFill>
                      <a:srgbClr val="040273"/>
                    </a:solidFill>
                  </a:tcPr>
                </a:tc>
                <a:tc>
                  <a:txBody>
                    <a:bodyPr/>
                    <a:lstStyle/>
                    <a:p>
                      <a:r>
                        <a:t>Baku</a:t>
                      </a:r>
                    </a:p>
                  </a:txBody>
                  <a:tcPr>
                    <a:solidFill>
                      <a:srgbClr val="040273"/>
                    </a:solidFill>
                  </a:tcPr>
                </a:tc>
                <a:tc>
                  <a:txBody>
                    <a:bodyPr/>
                    <a:lstStyle/>
                    <a:p>
                      <a:r>
                        <a:t>Las Vegas</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China</a:t>
                      </a:r>
                    </a:p>
                  </a:txBody>
                  <a:tcPr>
                    <a:solidFill>
                      <a:srgbClr val="E8002D"/>
                    </a:solidFill>
                  </a:tcPr>
                </a:tc>
                <a:tc>
                  <a:txBody>
                    <a:bodyPr/>
                    <a:lstStyle/>
                    <a:p>
                      <a:r>
                        <a:t>Miami</a:t>
                      </a:r>
                    </a:p>
                  </a:txBody>
                  <a:tcPr>
                    <a:solidFill>
                      <a:srgbClr val="E8002D"/>
                    </a:solidFill>
                  </a:tcPr>
                </a:tc>
                <a:tc>
                  <a:txBody>
                    <a:bodyPr/>
                    <a:lstStyle/>
                    <a:p>
                      <a:r>
                        <a:t>Spain</a:t>
                      </a:r>
                    </a:p>
                  </a:txBody>
                  <a:tcPr>
                    <a:solidFill>
                      <a:srgbClr val="E8002D"/>
                    </a:solidFill>
                  </a:tcPr>
                </a:tc>
                <a:tc>
                  <a:txBody>
                    <a:bodyPr/>
                    <a:lstStyle/>
                    <a:p>
                      <a:r>
                        <a:t>COTA</a:t>
                      </a:r>
                    </a:p>
                  </a:txBody>
                  <a:tcPr>
                    <a:solidFill>
                      <a:srgbClr val="E8002D"/>
                    </a:solidFill>
                  </a:tcPr>
                </a:tc>
                <a:tc>
                  <a:txBody>
                    <a:bodyPr/>
                    <a:lstStyle/>
                    <a:p>
                      <a:r>
                        <a:t>Brazil</a:t>
                      </a:r>
                    </a:p>
                  </a:txBody>
                  <a:tcPr>
                    <a:solidFill>
                      <a:srgbClr val="E8002D"/>
                    </a:solidFill>
                  </a:tcPr>
                </a:tc>
                <a:extLst>
                  <a:ext uri="{0D108BD9-81ED-4DB2-BD59-A6C34878D82A}">
                    <a16:rowId xmlns:a16="http://schemas.microsoft.com/office/drawing/2014/main" val="10002"/>
                  </a:ext>
                </a:extLst>
              </a:tr>
              <a:tr h="293914">
                <a:tc>
                  <a:txBody>
                    <a:bodyPr/>
                    <a:lstStyle/>
                    <a:p>
                      <a:r>
                        <a:t>0</a:t>
                      </a:r>
                    </a:p>
                  </a:txBody>
                  <a:tcPr>
                    <a:solidFill>
                      <a:srgbClr val="E8002D"/>
                    </a:solidFill>
                  </a:tcPr>
                </a:tc>
                <a:tc>
                  <a:txBody>
                    <a:bodyPr/>
                    <a:lstStyle/>
                    <a:p>
                      <a:r>
                        <a:t>0</a:t>
                      </a:r>
                    </a:p>
                  </a:txBody>
                  <a:tcPr>
                    <a:solidFill>
                      <a:srgbClr val="E8002D"/>
                    </a:solidFill>
                  </a:tcPr>
                </a:tc>
                <a:tc>
                  <a:txBody>
                    <a:bodyPr/>
                    <a:lstStyle/>
                    <a:p>
                      <a:r>
                        <a:t>0</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Australia</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Baku</a:t>
                      </a:r>
                    </a:p>
                  </a:txBody>
                  <a:tcPr>
                    <a:solidFill>
                      <a:srgbClr val="FAC205"/>
                    </a:solidFill>
                  </a:tcPr>
                </a:tc>
                <a:extLst>
                  <a:ext uri="{0D108BD9-81ED-4DB2-BD59-A6C34878D82A}">
                    <a16:rowId xmlns:a16="http://schemas.microsoft.com/office/drawing/2014/main" val="10004"/>
                  </a:ext>
                </a:extLst>
              </a:tr>
              <a:tr h="293914">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Australia</a:t>
                      </a:r>
                    </a:p>
                  </a:txBody>
                  <a:tcPr>
                    <a:solidFill>
                      <a:srgbClr val="028F1E"/>
                    </a:solidFill>
                  </a:tcPr>
                </a:tc>
                <a:tc>
                  <a:txBody>
                    <a:bodyPr/>
                    <a:lstStyle/>
                    <a:p>
                      <a:r>
                        <a:t>Monaco</a:t>
                      </a:r>
                    </a:p>
                  </a:txBody>
                  <a:tcPr>
                    <a:solidFill>
                      <a:srgbClr val="028F1E"/>
                    </a:solidFill>
                  </a:tcPr>
                </a:tc>
                <a:tc>
                  <a:txBody>
                    <a:bodyPr/>
                    <a:lstStyle/>
                    <a:p>
                      <a:r>
                        <a:t>Hungary</a:t>
                      </a:r>
                    </a:p>
                  </a:txBody>
                  <a:tcPr>
                    <a:solidFill>
                      <a:srgbClr val="028F1E"/>
                    </a:solidFill>
                  </a:tcPr>
                </a:tc>
                <a:tc>
                  <a:txBody>
                    <a:bodyPr/>
                    <a:lstStyle/>
                    <a:p>
                      <a:r>
                        <a:t>Monza</a:t>
                      </a:r>
                    </a:p>
                  </a:txBody>
                  <a:tcPr>
                    <a:solidFill>
                      <a:srgbClr val="028F1E"/>
                    </a:solidFill>
                  </a:tcPr>
                </a:tc>
                <a:tc>
                  <a:txBody>
                    <a:bodyPr/>
                    <a:lstStyle/>
                    <a:p>
                      <a:r>
                        <a:t>Brazil</a:t>
                      </a:r>
                    </a:p>
                  </a:txBody>
                  <a:tcPr>
                    <a:solidFill>
                      <a:srgbClr val="028F1E"/>
                    </a:solidFill>
                  </a:tcPr>
                </a:tc>
                <a:extLst>
                  <a:ext uri="{0D108BD9-81ED-4DB2-BD59-A6C34878D82A}">
                    <a16:rowId xmlns:a16="http://schemas.microsoft.com/office/drawing/2014/main" val="10006"/>
                  </a:ext>
                </a:extLst>
              </a:tr>
              <a:tr h="293914">
                <a:tc>
                  <a:txBody>
                    <a:bodyPr/>
                    <a:lstStyle/>
                    <a:p>
                      <a:r>
                        <a:t>1</a:t>
                      </a:r>
                    </a:p>
                  </a:txBody>
                  <a:tcPr>
                    <a:solidFill>
                      <a:srgbClr val="028F1E"/>
                    </a:solidFill>
                  </a:tcPr>
                </a:tc>
                <a:tc>
                  <a:txBody>
                    <a:bodyPr/>
                    <a:lstStyle/>
                    <a:p>
                      <a:r>
                        <a:t>0</a:t>
                      </a:r>
                    </a:p>
                  </a:txBody>
                  <a:tcPr>
                    <a:solidFill>
                      <a:srgbClr val="028F1E"/>
                    </a:solidFill>
                  </a:tcPr>
                </a:tc>
                <a:tc>
                  <a:txBody>
                    <a:bodyPr/>
                    <a:lstStyle/>
                    <a:p>
                      <a:r>
                        <a:t>1</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China</a:t>
                      </a:r>
                    </a:p>
                  </a:txBody>
                  <a:tcPr>
                    <a:solidFill>
                      <a:srgbClr val="FF5B00"/>
                    </a:solidFill>
                  </a:tcPr>
                </a:tc>
                <a:tc>
                  <a:txBody>
                    <a:bodyPr/>
                    <a:lstStyle/>
                    <a:p>
                      <a:r>
                        <a:t>Austria</a:t>
                      </a:r>
                    </a:p>
                  </a:txBody>
                  <a:tcPr>
                    <a:solidFill>
                      <a:srgbClr val="FF5B00"/>
                    </a:solidFill>
                  </a:tcPr>
                </a:tc>
                <a:tc>
                  <a:txBody>
                    <a:bodyPr/>
                    <a:lstStyle/>
                    <a:p>
                      <a:r>
                        <a:t>Singapore</a:t>
                      </a:r>
                    </a:p>
                  </a:txBody>
                  <a:tcPr>
                    <a:solidFill>
                      <a:srgbClr val="FF5B00"/>
                    </a:solidFill>
                  </a:tcPr>
                </a:tc>
                <a:tc>
                  <a:txBody>
                    <a:bodyPr/>
                    <a:lstStyle/>
                    <a:p>
                      <a:r>
                        <a:t>Brazil</a:t>
                      </a:r>
                    </a:p>
                  </a:txBody>
                  <a:tcPr>
                    <a:solidFill>
                      <a:srgbClr val="FF5B00"/>
                    </a:solidFill>
                  </a:tcPr>
                </a:tc>
                <a:tc>
                  <a:txBody>
                    <a:bodyPr/>
                    <a:lstStyle/>
                    <a:p>
                      <a:r>
                        <a:t>Las Vegas</a:t>
                      </a:r>
                    </a:p>
                  </a:txBody>
                  <a:tcPr>
                    <a:solidFill>
                      <a:srgbClr val="FF5B00"/>
                    </a:solidFill>
                  </a:tcPr>
                </a:tc>
                <a:extLst>
                  <a:ext uri="{0D108BD9-81ED-4DB2-BD59-A6C34878D82A}">
                    <a16:rowId xmlns:a16="http://schemas.microsoft.com/office/drawing/2014/main" val="10008"/>
                  </a:ext>
                </a:extLst>
              </a:tr>
              <a:tr h="293914">
                <a:tc>
                  <a:txBody>
                    <a:bodyPr/>
                    <a:lstStyle/>
                    <a:p>
                      <a:r>
                        <a:t>0</a:t>
                      </a:r>
                    </a:p>
                  </a:txBody>
                  <a:tcPr>
                    <a:solidFill>
                      <a:srgbClr val="FF5B00"/>
                    </a:solidFill>
                  </a:tcPr>
                </a:tc>
                <a:tc>
                  <a:txBody>
                    <a:bodyPr/>
                    <a:lstStyle/>
                    <a:p>
                      <a:r>
                        <a:t>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Silverstone</a:t>
                      </a:r>
                    </a:p>
                  </a:txBody>
                  <a:tcPr>
                    <a:solidFill>
                      <a:srgbClr val="13EAC9"/>
                    </a:solidFill>
                  </a:tcPr>
                </a:tc>
                <a:tc>
                  <a:txBody>
                    <a:bodyPr/>
                    <a:lstStyle/>
                    <a:p>
                      <a:r>
                        <a:t>Monza</a:t>
                      </a:r>
                    </a:p>
                  </a:txBody>
                  <a:tcPr>
                    <a:solidFill>
                      <a:srgbClr val="13EAC9"/>
                    </a:solidFill>
                  </a:tcPr>
                </a:tc>
                <a:tc>
                  <a:txBody>
                    <a:bodyPr/>
                    <a:lstStyle/>
                    <a:p>
                      <a:r>
                        <a:t>Brazil</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Australia</a:t>
                      </a:r>
                    </a:p>
                  </a:txBody>
                  <a:tcPr>
                    <a:solidFill>
                      <a:srgbClr val="9A0EEA"/>
                    </a:solidFill>
                  </a:tcPr>
                </a:tc>
                <a:tc>
                  <a:txBody>
                    <a:bodyPr/>
                    <a:lstStyle/>
                    <a:p>
                      <a:r>
                        <a:t>Spain</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Qatar</a:t>
                      </a:r>
                    </a:p>
                  </a:txBody>
                  <a:tcPr>
                    <a:solidFill>
                      <a:srgbClr val="9A0EEA"/>
                    </a:solidFill>
                  </a:tcPr>
                </a:tc>
                <a:extLst>
                  <a:ext uri="{0D108BD9-81ED-4DB2-BD59-A6C34878D82A}">
                    <a16:rowId xmlns:a16="http://schemas.microsoft.com/office/drawing/2014/main" val="10012"/>
                  </a:ext>
                </a:extLst>
              </a:tr>
              <a:tr h="293918">
                <a:tc>
                  <a:txBody>
                    <a:bodyPr/>
                    <a:lstStyle/>
                    <a:p>
                      <a:r>
                        <a:t>0</a:t>
                      </a:r>
                    </a:p>
                  </a:txBody>
                  <a:tcPr>
                    <a:solidFill>
                      <a:srgbClr val="9A0EEA"/>
                    </a:solidFill>
                  </a:tcPr>
                </a:tc>
                <a:tc>
                  <a:txBody>
                    <a:bodyPr/>
                    <a:lstStyle/>
                    <a:p>
                      <a:r>
                        <a:t>0</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638</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615</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765</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581</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634</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529</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Gasly @ Spain</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Miami</a:t>
                      </a:r>
                    </a:p>
                  </a:txBody>
                  <a:tcPr>
                    <a:solidFill>
                      <a:srgbClr val="040273"/>
                    </a:solidFill>
                  </a:tcPr>
                </a:tc>
                <a:tc>
                  <a:txBody>
                    <a:bodyPr/>
                    <a:lstStyle/>
                    <a:p>
                      <a:r>
                        <a:t>Imola</a:t>
                      </a:r>
                    </a:p>
                  </a:txBody>
                  <a:tcPr>
                    <a:solidFill>
                      <a:srgbClr val="040273"/>
                    </a:solidFill>
                  </a:tcPr>
                </a:tc>
                <a:tc>
                  <a:txBody>
                    <a:bodyPr/>
                    <a:lstStyle/>
                    <a:p>
                      <a:r>
                        <a:t>Monza</a:t>
                      </a:r>
                    </a:p>
                  </a:txBody>
                  <a:tcPr>
                    <a:solidFill>
                      <a:srgbClr val="040273"/>
                    </a:solidFill>
                  </a:tcPr>
                </a:tc>
                <a:tc>
                  <a:txBody>
                    <a:bodyPr/>
                    <a:lstStyle/>
                    <a:p>
                      <a:r>
                        <a:t>Baku</a:t>
                      </a:r>
                    </a:p>
                  </a:txBody>
                  <a:tcPr>
                    <a:solidFill>
                      <a:srgbClr val="040273"/>
                    </a:solidFill>
                  </a:tcPr>
                </a:tc>
                <a:tc>
                  <a:txBody>
                    <a:bodyPr/>
                    <a:lstStyle/>
                    <a:p>
                      <a:r>
                        <a:t>Las Vegas</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China</a:t>
                      </a:r>
                    </a:p>
                  </a:txBody>
                  <a:tcPr>
                    <a:solidFill>
                      <a:srgbClr val="E8002D"/>
                    </a:solidFill>
                  </a:tcPr>
                </a:tc>
                <a:tc>
                  <a:txBody>
                    <a:bodyPr/>
                    <a:lstStyle/>
                    <a:p>
                      <a:r>
                        <a:t>Miami</a:t>
                      </a:r>
                    </a:p>
                  </a:txBody>
                  <a:tcPr>
                    <a:solidFill>
                      <a:srgbClr val="E8002D"/>
                    </a:solidFill>
                  </a:tcPr>
                </a:tc>
                <a:tc>
                  <a:txBody>
                    <a:bodyPr/>
                    <a:lstStyle/>
                    <a:p>
                      <a:r>
                        <a:t>Spain</a:t>
                      </a:r>
                    </a:p>
                  </a:txBody>
                  <a:tcPr>
                    <a:solidFill>
                      <a:srgbClr val="E8002D"/>
                    </a:solidFill>
                  </a:tcPr>
                </a:tc>
                <a:tc>
                  <a:txBody>
                    <a:bodyPr/>
                    <a:lstStyle/>
                    <a:p>
                      <a:r>
                        <a:t>COTA</a:t>
                      </a:r>
                    </a:p>
                  </a:txBody>
                  <a:tcPr>
                    <a:solidFill>
                      <a:srgbClr val="E8002D"/>
                    </a:solidFill>
                  </a:tcPr>
                </a:tc>
                <a:tc>
                  <a:txBody>
                    <a:bodyPr/>
                    <a:lstStyle/>
                    <a:p>
                      <a:r>
                        <a:t>Brazil</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Australia</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Baku</a:t>
                      </a:r>
                    </a:p>
                  </a:txBody>
                  <a:tcPr>
                    <a:solidFill>
                      <a:srgbClr val="FAC205"/>
                    </a:solidFill>
                  </a:tcPr>
                </a:tc>
                <a:extLst>
                  <a:ext uri="{0D108BD9-81ED-4DB2-BD59-A6C34878D82A}">
                    <a16:rowId xmlns:a16="http://schemas.microsoft.com/office/drawing/2014/main" val="10004"/>
                  </a:ext>
                </a:extLst>
              </a:tr>
              <a:tr h="293914">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Australia</a:t>
                      </a:r>
                    </a:p>
                  </a:txBody>
                  <a:tcPr>
                    <a:solidFill>
                      <a:srgbClr val="028F1E"/>
                    </a:solidFill>
                  </a:tcPr>
                </a:tc>
                <a:tc>
                  <a:txBody>
                    <a:bodyPr/>
                    <a:lstStyle/>
                    <a:p>
                      <a:r>
                        <a:t>Monaco</a:t>
                      </a:r>
                    </a:p>
                  </a:txBody>
                  <a:tcPr>
                    <a:solidFill>
                      <a:srgbClr val="028F1E"/>
                    </a:solidFill>
                  </a:tcPr>
                </a:tc>
                <a:tc>
                  <a:txBody>
                    <a:bodyPr/>
                    <a:lstStyle/>
                    <a:p>
                      <a:r>
                        <a:t>Hungary</a:t>
                      </a:r>
                    </a:p>
                  </a:txBody>
                  <a:tcPr>
                    <a:solidFill>
                      <a:srgbClr val="028F1E"/>
                    </a:solidFill>
                  </a:tcPr>
                </a:tc>
                <a:tc>
                  <a:txBody>
                    <a:bodyPr/>
                    <a:lstStyle/>
                    <a:p>
                      <a:r>
                        <a:t>Monza</a:t>
                      </a:r>
                    </a:p>
                  </a:txBody>
                  <a:tcPr>
                    <a:solidFill>
                      <a:srgbClr val="028F1E"/>
                    </a:solidFill>
                  </a:tcPr>
                </a:tc>
                <a:tc>
                  <a:txBody>
                    <a:bodyPr/>
                    <a:lstStyle/>
                    <a:p>
                      <a:r>
                        <a:t>Brazil</a:t>
                      </a:r>
                    </a:p>
                  </a:txBody>
                  <a:tcPr>
                    <a:solidFill>
                      <a:srgbClr val="028F1E"/>
                    </a:solidFill>
                  </a:tcPr>
                </a:tc>
                <a:extLst>
                  <a:ext uri="{0D108BD9-81ED-4DB2-BD59-A6C34878D82A}">
                    <a16:rowId xmlns:a16="http://schemas.microsoft.com/office/drawing/2014/main" val="10006"/>
                  </a:ext>
                </a:extLst>
              </a:tr>
              <a:tr h="293914">
                <a:tc>
                  <a:txBody>
                    <a:bodyPr/>
                    <a:lstStyle/>
                    <a:p>
                      <a:r>
                        <a:t>1</a:t>
                      </a:r>
                    </a:p>
                  </a:txBody>
                  <a:tcPr>
                    <a:solidFill>
                      <a:srgbClr val="028F1E"/>
                    </a:solidFill>
                  </a:tcPr>
                </a:tc>
                <a:tc>
                  <a:txBody>
                    <a:bodyPr/>
                    <a:lstStyle/>
                    <a:p>
                      <a:r>
                        <a:t>0</a:t>
                      </a:r>
                    </a:p>
                  </a:txBody>
                  <a:tcPr>
                    <a:solidFill>
                      <a:srgbClr val="028F1E"/>
                    </a:solidFill>
                  </a:tcPr>
                </a:tc>
                <a:tc>
                  <a:txBody>
                    <a:bodyPr/>
                    <a:lstStyle/>
                    <a:p>
                      <a:r>
                        <a:t>1</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China</a:t>
                      </a:r>
                    </a:p>
                  </a:txBody>
                  <a:tcPr>
                    <a:solidFill>
                      <a:srgbClr val="FF5B00"/>
                    </a:solidFill>
                  </a:tcPr>
                </a:tc>
                <a:tc>
                  <a:txBody>
                    <a:bodyPr/>
                    <a:lstStyle/>
                    <a:p>
                      <a:r>
                        <a:t>Austria</a:t>
                      </a:r>
                    </a:p>
                  </a:txBody>
                  <a:tcPr>
                    <a:solidFill>
                      <a:srgbClr val="FF5B00"/>
                    </a:solidFill>
                  </a:tcPr>
                </a:tc>
                <a:tc>
                  <a:txBody>
                    <a:bodyPr/>
                    <a:lstStyle/>
                    <a:p>
                      <a:r>
                        <a:t>Singapore</a:t>
                      </a:r>
                    </a:p>
                  </a:txBody>
                  <a:tcPr>
                    <a:solidFill>
                      <a:srgbClr val="FF5B00"/>
                    </a:solidFill>
                  </a:tcPr>
                </a:tc>
                <a:tc>
                  <a:txBody>
                    <a:bodyPr/>
                    <a:lstStyle/>
                    <a:p>
                      <a:r>
                        <a:t>Brazil</a:t>
                      </a:r>
                    </a:p>
                  </a:txBody>
                  <a:tcPr>
                    <a:solidFill>
                      <a:srgbClr val="FF5B00"/>
                    </a:solidFill>
                  </a:tcPr>
                </a:tc>
                <a:tc>
                  <a:txBody>
                    <a:bodyPr/>
                    <a:lstStyle/>
                    <a:p>
                      <a:r>
                        <a:t>Las Vegas</a:t>
                      </a:r>
                    </a:p>
                  </a:txBody>
                  <a:tcPr>
                    <a:solidFill>
                      <a:srgbClr val="FF5B00"/>
                    </a:solidFill>
                  </a:tcPr>
                </a:tc>
                <a:extLst>
                  <a:ext uri="{0D108BD9-81ED-4DB2-BD59-A6C34878D82A}">
                    <a16:rowId xmlns:a16="http://schemas.microsoft.com/office/drawing/2014/main" val="10008"/>
                  </a:ext>
                </a:extLst>
              </a:tr>
              <a:tr h="293914">
                <a:tc>
                  <a:txBody>
                    <a:bodyPr/>
                    <a:lstStyle/>
                    <a:p>
                      <a:r>
                        <a:t>0</a:t>
                      </a:r>
                    </a:p>
                  </a:txBody>
                  <a:tcPr>
                    <a:solidFill>
                      <a:srgbClr val="FF5B00"/>
                    </a:solidFill>
                  </a:tcPr>
                </a:tc>
                <a:tc>
                  <a:txBody>
                    <a:bodyPr/>
                    <a:lstStyle/>
                    <a:p>
                      <a:r>
                        <a:t>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Silverstone</a:t>
                      </a:r>
                    </a:p>
                  </a:txBody>
                  <a:tcPr>
                    <a:solidFill>
                      <a:srgbClr val="13EAC9"/>
                    </a:solidFill>
                  </a:tcPr>
                </a:tc>
                <a:tc>
                  <a:txBody>
                    <a:bodyPr/>
                    <a:lstStyle/>
                    <a:p>
                      <a:r>
                        <a:t>Monza</a:t>
                      </a:r>
                    </a:p>
                  </a:txBody>
                  <a:tcPr>
                    <a:solidFill>
                      <a:srgbClr val="13EAC9"/>
                    </a:solidFill>
                  </a:tcPr>
                </a:tc>
                <a:tc>
                  <a:txBody>
                    <a:bodyPr/>
                    <a:lstStyle/>
                    <a:p>
                      <a:r>
                        <a:t>Brazil</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Australia</a:t>
                      </a:r>
                    </a:p>
                  </a:txBody>
                  <a:tcPr>
                    <a:solidFill>
                      <a:srgbClr val="9A0EEA"/>
                    </a:solidFill>
                  </a:tcPr>
                </a:tc>
                <a:tc>
                  <a:txBody>
                    <a:bodyPr/>
                    <a:lstStyle/>
                    <a:p>
                      <a:r>
                        <a:t>Spain</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Qatar</a:t>
                      </a:r>
                    </a:p>
                  </a:txBody>
                  <a:tcPr>
                    <a:solidFill>
                      <a:srgbClr val="9A0EEA"/>
                    </a:solidFill>
                  </a:tcPr>
                </a:tc>
                <a:extLst>
                  <a:ext uri="{0D108BD9-81ED-4DB2-BD59-A6C34878D82A}">
                    <a16:rowId xmlns:a16="http://schemas.microsoft.com/office/drawing/2014/main" val="10012"/>
                  </a:ext>
                </a:extLst>
              </a:tr>
              <a:tr h="293918">
                <a:tc>
                  <a:txBody>
                    <a:bodyPr/>
                    <a:lstStyle/>
                    <a:p>
                      <a:r>
                        <a:t>2</a:t>
                      </a:r>
                    </a:p>
                  </a:txBody>
                  <a:tcPr>
                    <a:solidFill>
                      <a:srgbClr val="9A0EEA"/>
                    </a:solidFill>
                  </a:tcPr>
                </a:tc>
                <a:tc>
                  <a:txBody>
                    <a:bodyPr/>
                    <a:lstStyle/>
                    <a:p>
                      <a:r>
                        <a:t>0</a:t>
                      </a:r>
                    </a:p>
                  </a:txBody>
                  <a:tcPr>
                    <a:solidFill>
                      <a:srgbClr val="9A0EEA"/>
                    </a:solidFill>
                  </a:tcPr>
                </a:tc>
                <a:tc>
                  <a:txBody>
                    <a:bodyPr/>
                    <a:lstStyle/>
                    <a:p>
                      <a:r>
                        <a:t>2</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640</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615</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765</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581</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634</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531</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Gasly @ Austria</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Miami</a:t>
                      </a:r>
                    </a:p>
                  </a:txBody>
                  <a:tcPr>
                    <a:solidFill>
                      <a:srgbClr val="040273"/>
                    </a:solidFill>
                  </a:tcPr>
                </a:tc>
                <a:tc>
                  <a:txBody>
                    <a:bodyPr/>
                    <a:lstStyle/>
                    <a:p>
                      <a:r>
                        <a:t>Imola</a:t>
                      </a:r>
                    </a:p>
                  </a:txBody>
                  <a:tcPr>
                    <a:solidFill>
                      <a:srgbClr val="040273"/>
                    </a:solidFill>
                  </a:tcPr>
                </a:tc>
                <a:tc>
                  <a:txBody>
                    <a:bodyPr/>
                    <a:lstStyle/>
                    <a:p>
                      <a:r>
                        <a:t>Monza</a:t>
                      </a:r>
                    </a:p>
                  </a:txBody>
                  <a:tcPr>
                    <a:solidFill>
                      <a:srgbClr val="040273"/>
                    </a:solidFill>
                  </a:tcPr>
                </a:tc>
                <a:tc>
                  <a:txBody>
                    <a:bodyPr/>
                    <a:lstStyle/>
                    <a:p>
                      <a:r>
                        <a:t>Baku</a:t>
                      </a:r>
                    </a:p>
                  </a:txBody>
                  <a:tcPr>
                    <a:solidFill>
                      <a:srgbClr val="040273"/>
                    </a:solidFill>
                  </a:tcPr>
                </a:tc>
                <a:tc>
                  <a:txBody>
                    <a:bodyPr/>
                    <a:lstStyle/>
                    <a:p>
                      <a:r>
                        <a:t>Las Vegas</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China</a:t>
                      </a:r>
                    </a:p>
                  </a:txBody>
                  <a:tcPr>
                    <a:solidFill>
                      <a:srgbClr val="E8002D"/>
                    </a:solidFill>
                  </a:tcPr>
                </a:tc>
                <a:tc>
                  <a:txBody>
                    <a:bodyPr/>
                    <a:lstStyle/>
                    <a:p>
                      <a:r>
                        <a:t>Miami</a:t>
                      </a:r>
                    </a:p>
                  </a:txBody>
                  <a:tcPr>
                    <a:solidFill>
                      <a:srgbClr val="E8002D"/>
                    </a:solidFill>
                  </a:tcPr>
                </a:tc>
                <a:tc>
                  <a:txBody>
                    <a:bodyPr/>
                    <a:lstStyle/>
                    <a:p>
                      <a:r>
                        <a:t>Spain</a:t>
                      </a:r>
                    </a:p>
                  </a:txBody>
                  <a:tcPr>
                    <a:solidFill>
                      <a:srgbClr val="E8002D"/>
                    </a:solidFill>
                  </a:tcPr>
                </a:tc>
                <a:tc>
                  <a:txBody>
                    <a:bodyPr/>
                    <a:lstStyle/>
                    <a:p>
                      <a:r>
                        <a:t>COTA</a:t>
                      </a:r>
                    </a:p>
                  </a:txBody>
                  <a:tcPr>
                    <a:solidFill>
                      <a:srgbClr val="E8002D"/>
                    </a:solidFill>
                  </a:tcPr>
                </a:tc>
                <a:tc>
                  <a:txBody>
                    <a:bodyPr/>
                    <a:lstStyle/>
                    <a:p>
                      <a:r>
                        <a:t>Brazil</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Australia</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Baku</a:t>
                      </a:r>
                    </a:p>
                  </a:txBody>
                  <a:tcPr>
                    <a:solidFill>
                      <a:srgbClr val="FAC205"/>
                    </a:solidFill>
                  </a:tcPr>
                </a:tc>
                <a:extLst>
                  <a:ext uri="{0D108BD9-81ED-4DB2-BD59-A6C34878D82A}">
                    <a16:rowId xmlns:a16="http://schemas.microsoft.com/office/drawing/2014/main" val="10004"/>
                  </a:ext>
                </a:extLst>
              </a:tr>
              <a:tr h="293914">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Australia</a:t>
                      </a:r>
                    </a:p>
                  </a:txBody>
                  <a:tcPr>
                    <a:solidFill>
                      <a:srgbClr val="028F1E"/>
                    </a:solidFill>
                  </a:tcPr>
                </a:tc>
                <a:tc>
                  <a:txBody>
                    <a:bodyPr/>
                    <a:lstStyle/>
                    <a:p>
                      <a:r>
                        <a:t>Monaco</a:t>
                      </a:r>
                    </a:p>
                  </a:txBody>
                  <a:tcPr>
                    <a:solidFill>
                      <a:srgbClr val="028F1E"/>
                    </a:solidFill>
                  </a:tcPr>
                </a:tc>
                <a:tc>
                  <a:txBody>
                    <a:bodyPr/>
                    <a:lstStyle/>
                    <a:p>
                      <a:r>
                        <a:t>Hungary</a:t>
                      </a:r>
                    </a:p>
                  </a:txBody>
                  <a:tcPr>
                    <a:solidFill>
                      <a:srgbClr val="028F1E"/>
                    </a:solidFill>
                  </a:tcPr>
                </a:tc>
                <a:tc>
                  <a:txBody>
                    <a:bodyPr/>
                    <a:lstStyle/>
                    <a:p>
                      <a:r>
                        <a:t>Monza</a:t>
                      </a:r>
                    </a:p>
                  </a:txBody>
                  <a:tcPr>
                    <a:solidFill>
                      <a:srgbClr val="028F1E"/>
                    </a:solidFill>
                  </a:tcPr>
                </a:tc>
                <a:tc>
                  <a:txBody>
                    <a:bodyPr/>
                    <a:lstStyle/>
                    <a:p>
                      <a:r>
                        <a:t>Brazil</a:t>
                      </a:r>
                    </a:p>
                  </a:txBody>
                  <a:tcPr>
                    <a:solidFill>
                      <a:srgbClr val="028F1E"/>
                    </a:solidFill>
                  </a:tcPr>
                </a:tc>
                <a:extLst>
                  <a:ext uri="{0D108BD9-81ED-4DB2-BD59-A6C34878D82A}">
                    <a16:rowId xmlns:a16="http://schemas.microsoft.com/office/drawing/2014/main" val="10006"/>
                  </a:ext>
                </a:extLst>
              </a:tr>
              <a:tr h="293914">
                <a:tc>
                  <a:txBody>
                    <a:bodyPr/>
                    <a:lstStyle/>
                    <a:p>
                      <a:r>
                        <a:t>1</a:t>
                      </a:r>
                    </a:p>
                  </a:txBody>
                  <a:tcPr>
                    <a:solidFill>
                      <a:srgbClr val="028F1E"/>
                    </a:solidFill>
                  </a:tcPr>
                </a:tc>
                <a:tc>
                  <a:txBody>
                    <a:bodyPr/>
                    <a:lstStyle/>
                    <a:p>
                      <a:r>
                        <a:t>0</a:t>
                      </a:r>
                    </a:p>
                  </a:txBody>
                  <a:tcPr>
                    <a:solidFill>
                      <a:srgbClr val="028F1E"/>
                    </a:solidFill>
                  </a:tcPr>
                </a:tc>
                <a:tc>
                  <a:txBody>
                    <a:bodyPr/>
                    <a:lstStyle/>
                    <a:p>
                      <a:r>
                        <a:t>1</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China</a:t>
                      </a:r>
                    </a:p>
                  </a:txBody>
                  <a:tcPr>
                    <a:solidFill>
                      <a:srgbClr val="FF5B00"/>
                    </a:solidFill>
                  </a:tcPr>
                </a:tc>
                <a:tc>
                  <a:txBody>
                    <a:bodyPr/>
                    <a:lstStyle/>
                    <a:p>
                      <a:r>
                        <a:t>Austria</a:t>
                      </a:r>
                    </a:p>
                  </a:txBody>
                  <a:tcPr>
                    <a:solidFill>
                      <a:srgbClr val="FF5B00"/>
                    </a:solidFill>
                  </a:tcPr>
                </a:tc>
                <a:tc>
                  <a:txBody>
                    <a:bodyPr/>
                    <a:lstStyle/>
                    <a:p>
                      <a:r>
                        <a:t>Singapore</a:t>
                      </a:r>
                    </a:p>
                  </a:txBody>
                  <a:tcPr>
                    <a:solidFill>
                      <a:srgbClr val="FF5B00"/>
                    </a:solidFill>
                  </a:tcPr>
                </a:tc>
                <a:tc>
                  <a:txBody>
                    <a:bodyPr/>
                    <a:lstStyle/>
                    <a:p>
                      <a:r>
                        <a:t>Brazil</a:t>
                      </a:r>
                    </a:p>
                  </a:txBody>
                  <a:tcPr>
                    <a:solidFill>
                      <a:srgbClr val="FF5B00"/>
                    </a:solidFill>
                  </a:tcPr>
                </a:tc>
                <a:tc>
                  <a:txBody>
                    <a:bodyPr/>
                    <a:lstStyle/>
                    <a:p>
                      <a:r>
                        <a:t>Las Vegas</a:t>
                      </a:r>
                    </a:p>
                  </a:txBody>
                  <a:tcPr>
                    <a:solidFill>
                      <a:srgbClr val="FF5B00"/>
                    </a:solidFill>
                  </a:tcPr>
                </a:tc>
                <a:extLst>
                  <a:ext uri="{0D108BD9-81ED-4DB2-BD59-A6C34878D82A}">
                    <a16:rowId xmlns:a16="http://schemas.microsoft.com/office/drawing/2014/main" val="10008"/>
                  </a:ext>
                </a:extLst>
              </a:tr>
              <a:tr h="293914">
                <a:tc>
                  <a:txBody>
                    <a:bodyPr/>
                    <a:lstStyle/>
                    <a:p>
                      <a:r>
                        <a:t>1</a:t>
                      </a:r>
                    </a:p>
                  </a:txBody>
                  <a:tcPr>
                    <a:solidFill>
                      <a:srgbClr val="FF5B00"/>
                    </a:solidFill>
                  </a:tcPr>
                </a:tc>
                <a:tc>
                  <a:txBody>
                    <a:bodyPr/>
                    <a:lstStyle/>
                    <a:p>
                      <a:r>
                        <a:t>0</a:t>
                      </a:r>
                    </a:p>
                  </a:txBody>
                  <a:tcPr>
                    <a:solidFill>
                      <a:srgbClr val="FF5B00"/>
                    </a:solidFill>
                  </a:tcPr>
                </a:tc>
                <a:tc>
                  <a:txBody>
                    <a:bodyPr/>
                    <a:lstStyle/>
                    <a:p>
                      <a:r>
                        <a:t>1</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Silverstone</a:t>
                      </a:r>
                    </a:p>
                  </a:txBody>
                  <a:tcPr>
                    <a:solidFill>
                      <a:srgbClr val="13EAC9"/>
                    </a:solidFill>
                  </a:tcPr>
                </a:tc>
                <a:tc>
                  <a:txBody>
                    <a:bodyPr/>
                    <a:lstStyle/>
                    <a:p>
                      <a:r>
                        <a:t>Monza</a:t>
                      </a:r>
                    </a:p>
                  </a:txBody>
                  <a:tcPr>
                    <a:solidFill>
                      <a:srgbClr val="13EAC9"/>
                    </a:solidFill>
                  </a:tcPr>
                </a:tc>
                <a:tc>
                  <a:txBody>
                    <a:bodyPr/>
                    <a:lstStyle/>
                    <a:p>
                      <a:r>
                        <a:t>Brazil</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Australia</a:t>
                      </a:r>
                    </a:p>
                  </a:txBody>
                  <a:tcPr>
                    <a:solidFill>
                      <a:srgbClr val="9A0EEA"/>
                    </a:solidFill>
                  </a:tcPr>
                </a:tc>
                <a:tc>
                  <a:txBody>
                    <a:bodyPr/>
                    <a:lstStyle/>
                    <a:p>
                      <a:r>
                        <a:t>Spain</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Qatar</a:t>
                      </a:r>
                    </a:p>
                  </a:txBody>
                  <a:tcPr>
                    <a:solidFill>
                      <a:srgbClr val="9A0EEA"/>
                    </a:solidFill>
                  </a:tcPr>
                </a:tc>
                <a:extLst>
                  <a:ext uri="{0D108BD9-81ED-4DB2-BD59-A6C34878D82A}">
                    <a16:rowId xmlns:a16="http://schemas.microsoft.com/office/drawing/2014/main" val="10012"/>
                  </a:ext>
                </a:extLst>
              </a:tr>
              <a:tr h="293918">
                <a:tc>
                  <a:txBody>
                    <a:bodyPr/>
                    <a:lstStyle/>
                    <a:p>
                      <a:r>
                        <a:t>2</a:t>
                      </a:r>
                    </a:p>
                  </a:txBody>
                  <a:tcPr>
                    <a:solidFill>
                      <a:srgbClr val="9A0EEA"/>
                    </a:solidFill>
                  </a:tcPr>
                </a:tc>
                <a:tc>
                  <a:txBody>
                    <a:bodyPr/>
                    <a:lstStyle/>
                    <a:p>
                      <a:r>
                        <a:t>0</a:t>
                      </a:r>
                    </a:p>
                  </a:txBody>
                  <a:tcPr>
                    <a:solidFill>
                      <a:srgbClr val="9A0EEA"/>
                    </a:solidFill>
                  </a:tcPr>
                </a:tc>
                <a:tc>
                  <a:txBody>
                    <a:bodyPr/>
                    <a:lstStyle/>
                    <a:p>
                      <a:r>
                        <a:t>2</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640</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615</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765</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582</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634</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531</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Gasly @ Silverstone</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Miami</a:t>
                      </a:r>
                    </a:p>
                  </a:txBody>
                  <a:tcPr>
                    <a:solidFill>
                      <a:srgbClr val="040273"/>
                    </a:solidFill>
                  </a:tcPr>
                </a:tc>
                <a:tc>
                  <a:txBody>
                    <a:bodyPr/>
                    <a:lstStyle/>
                    <a:p>
                      <a:r>
                        <a:t>Imola</a:t>
                      </a:r>
                    </a:p>
                  </a:txBody>
                  <a:tcPr>
                    <a:solidFill>
                      <a:srgbClr val="040273"/>
                    </a:solidFill>
                  </a:tcPr>
                </a:tc>
                <a:tc>
                  <a:txBody>
                    <a:bodyPr/>
                    <a:lstStyle/>
                    <a:p>
                      <a:r>
                        <a:t>Monza</a:t>
                      </a:r>
                    </a:p>
                  </a:txBody>
                  <a:tcPr>
                    <a:solidFill>
                      <a:srgbClr val="040273"/>
                    </a:solidFill>
                  </a:tcPr>
                </a:tc>
                <a:tc>
                  <a:txBody>
                    <a:bodyPr/>
                    <a:lstStyle/>
                    <a:p>
                      <a:r>
                        <a:t>Baku</a:t>
                      </a:r>
                    </a:p>
                  </a:txBody>
                  <a:tcPr>
                    <a:solidFill>
                      <a:srgbClr val="040273"/>
                    </a:solidFill>
                  </a:tcPr>
                </a:tc>
                <a:tc>
                  <a:txBody>
                    <a:bodyPr/>
                    <a:lstStyle/>
                    <a:p>
                      <a:r>
                        <a:t>Las Vegas</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China</a:t>
                      </a:r>
                    </a:p>
                  </a:txBody>
                  <a:tcPr>
                    <a:solidFill>
                      <a:srgbClr val="E8002D"/>
                    </a:solidFill>
                  </a:tcPr>
                </a:tc>
                <a:tc>
                  <a:txBody>
                    <a:bodyPr/>
                    <a:lstStyle/>
                    <a:p>
                      <a:r>
                        <a:t>Miami</a:t>
                      </a:r>
                    </a:p>
                  </a:txBody>
                  <a:tcPr>
                    <a:solidFill>
                      <a:srgbClr val="E8002D"/>
                    </a:solidFill>
                  </a:tcPr>
                </a:tc>
                <a:tc>
                  <a:txBody>
                    <a:bodyPr/>
                    <a:lstStyle/>
                    <a:p>
                      <a:r>
                        <a:t>Spain</a:t>
                      </a:r>
                    </a:p>
                  </a:txBody>
                  <a:tcPr>
                    <a:solidFill>
                      <a:srgbClr val="E8002D"/>
                    </a:solidFill>
                  </a:tcPr>
                </a:tc>
                <a:tc>
                  <a:txBody>
                    <a:bodyPr/>
                    <a:lstStyle/>
                    <a:p>
                      <a:r>
                        <a:t>COTA</a:t>
                      </a:r>
                    </a:p>
                  </a:txBody>
                  <a:tcPr>
                    <a:solidFill>
                      <a:srgbClr val="E8002D"/>
                    </a:solidFill>
                  </a:tcPr>
                </a:tc>
                <a:tc>
                  <a:txBody>
                    <a:bodyPr/>
                    <a:lstStyle/>
                    <a:p>
                      <a:r>
                        <a:t>Brazil</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Australia</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Baku</a:t>
                      </a:r>
                    </a:p>
                  </a:txBody>
                  <a:tcPr>
                    <a:solidFill>
                      <a:srgbClr val="FAC205"/>
                    </a:solidFill>
                  </a:tcPr>
                </a:tc>
                <a:extLst>
                  <a:ext uri="{0D108BD9-81ED-4DB2-BD59-A6C34878D82A}">
                    <a16:rowId xmlns:a16="http://schemas.microsoft.com/office/drawing/2014/main" val="10004"/>
                  </a:ext>
                </a:extLst>
              </a:tr>
              <a:tr h="293914">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Australia</a:t>
                      </a:r>
                    </a:p>
                  </a:txBody>
                  <a:tcPr>
                    <a:solidFill>
                      <a:srgbClr val="028F1E"/>
                    </a:solidFill>
                  </a:tcPr>
                </a:tc>
                <a:tc>
                  <a:txBody>
                    <a:bodyPr/>
                    <a:lstStyle/>
                    <a:p>
                      <a:r>
                        <a:t>Monaco</a:t>
                      </a:r>
                    </a:p>
                  </a:txBody>
                  <a:tcPr>
                    <a:solidFill>
                      <a:srgbClr val="028F1E"/>
                    </a:solidFill>
                  </a:tcPr>
                </a:tc>
                <a:tc>
                  <a:txBody>
                    <a:bodyPr/>
                    <a:lstStyle/>
                    <a:p>
                      <a:r>
                        <a:t>Hungary</a:t>
                      </a:r>
                    </a:p>
                  </a:txBody>
                  <a:tcPr>
                    <a:solidFill>
                      <a:srgbClr val="028F1E"/>
                    </a:solidFill>
                  </a:tcPr>
                </a:tc>
                <a:tc>
                  <a:txBody>
                    <a:bodyPr/>
                    <a:lstStyle/>
                    <a:p>
                      <a:r>
                        <a:t>Monza</a:t>
                      </a:r>
                    </a:p>
                  </a:txBody>
                  <a:tcPr>
                    <a:solidFill>
                      <a:srgbClr val="028F1E"/>
                    </a:solidFill>
                  </a:tcPr>
                </a:tc>
                <a:tc>
                  <a:txBody>
                    <a:bodyPr/>
                    <a:lstStyle/>
                    <a:p>
                      <a:r>
                        <a:t>Brazil</a:t>
                      </a:r>
                    </a:p>
                  </a:txBody>
                  <a:tcPr>
                    <a:solidFill>
                      <a:srgbClr val="028F1E"/>
                    </a:solidFill>
                  </a:tcPr>
                </a:tc>
                <a:extLst>
                  <a:ext uri="{0D108BD9-81ED-4DB2-BD59-A6C34878D82A}">
                    <a16:rowId xmlns:a16="http://schemas.microsoft.com/office/drawing/2014/main" val="10006"/>
                  </a:ext>
                </a:extLst>
              </a:tr>
              <a:tr h="293914">
                <a:tc>
                  <a:txBody>
                    <a:bodyPr/>
                    <a:lstStyle/>
                    <a:p>
                      <a:r>
                        <a:t>1</a:t>
                      </a:r>
                    </a:p>
                  </a:txBody>
                  <a:tcPr>
                    <a:solidFill>
                      <a:srgbClr val="028F1E"/>
                    </a:solidFill>
                  </a:tcPr>
                </a:tc>
                <a:tc>
                  <a:txBody>
                    <a:bodyPr/>
                    <a:lstStyle/>
                    <a:p>
                      <a:r>
                        <a:t>0</a:t>
                      </a:r>
                    </a:p>
                  </a:txBody>
                  <a:tcPr>
                    <a:solidFill>
                      <a:srgbClr val="028F1E"/>
                    </a:solidFill>
                  </a:tcPr>
                </a:tc>
                <a:tc>
                  <a:txBody>
                    <a:bodyPr/>
                    <a:lstStyle/>
                    <a:p>
                      <a:r>
                        <a:t>1</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China</a:t>
                      </a:r>
                    </a:p>
                  </a:txBody>
                  <a:tcPr>
                    <a:solidFill>
                      <a:srgbClr val="FF5B00"/>
                    </a:solidFill>
                  </a:tcPr>
                </a:tc>
                <a:tc>
                  <a:txBody>
                    <a:bodyPr/>
                    <a:lstStyle/>
                    <a:p>
                      <a:r>
                        <a:t>Austria</a:t>
                      </a:r>
                    </a:p>
                  </a:txBody>
                  <a:tcPr>
                    <a:solidFill>
                      <a:srgbClr val="FF5B00"/>
                    </a:solidFill>
                  </a:tcPr>
                </a:tc>
                <a:tc>
                  <a:txBody>
                    <a:bodyPr/>
                    <a:lstStyle/>
                    <a:p>
                      <a:r>
                        <a:t>Singapore</a:t>
                      </a:r>
                    </a:p>
                  </a:txBody>
                  <a:tcPr>
                    <a:solidFill>
                      <a:srgbClr val="FF5B00"/>
                    </a:solidFill>
                  </a:tcPr>
                </a:tc>
                <a:tc>
                  <a:txBody>
                    <a:bodyPr/>
                    <a:lstStyle/>
                    <a:p>
                      <a:r>
                        <a:t>Brazil</a:t>
                      </a:r>
                    </a:p>
                  </a:txBody>
                  <a:tcPr>
                    <a:solidFill>
                      <a:srgbClr val="FF5B00"/>
                    </a:solidFill>
                  </a:tcPr>
                </a:tc>
                <a:tc>
                  <a:txBody>
                    <a:bodyPr/>
                    <a:lstStyle/>
                    <a:p>
                      <a:r>
                        <a:t>Las Vegas</a:t>
                      </a:r>
                    </a:p>
                  </a:txBody>
                  <a:tcPr>
                    <a:solidFill>
                      <a:srgbClr val="FF5B00"/>
                    </a:solidFill>
                  </a:tcPr>
                </a:tc>
                <a:extLst>
                  <a:ext uri="{0D108BD9-81ED-4DB2-BD59-A6C34878D82A}">
                    <a16:rowId xmlns:a16="http://schemas.microsoft.com/office/drawing/2014/main" val="10008"/>
                  </a:ext>
                </a:extLst>
              </a:tr>
              <a:tr h="293914">
                <a:tc>
                  <a:txBody>
                    <a:bodyPr/>
                    <a:lstStyle/>
                    <a:p>
                      <a:r>
                        <a:t>1</a:t>
                      </a:r>
                    </a:p>
                  </a:txBody>
                  <a:tcPr>
                    <a:solidFill>
                      <a:srgbClr val="FF5B00"/>
                    </a:solidFill>
                  </a:tcPr>
                </a:tc>
                <a:tc>
                  <a:txBody>
                    <a:bodyPr/>
                    <a:lstStyle/>
                    <a:p>
                      <a:r>
                        <a:t>0</a:t>
                      </a:r>
                    </a:p>
                  </a:txBody>
                  <a:tcPr>
                    <a:solidFill>
                      <a:srgbClr val="FF5B00"/>
                    </a:solidFill>
                  </a:tcPr>
                </a:tc>
                <a:tc>
                  <a:txBody>
                    <a:bodyPr/>
                    <a:lstStyle/>
                    <a:p>
                      <a:r>
                        <a:t>1</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Silverstone</a:t>
                      </a:r>
                    </a:p>
                  </a:txBody>
                  <a:tcPr>
                    <a:solidFill>
                      <a:srgbClr val="13EAC9"/>
                    </a:solidFill>
                  </a:tcPr>
                </a:tc>
                <a:tc>
                  <a:txBody>
                    <a:bodyPr/>
                    <a:lstStyle/>
                    <a:p>
                      <a:r>
                        <a:t>Monza</a:t>
                      </a:r>
                    </a:p>
                  </a:txBody>
                  <a:tcPr>
                    <a:solidFill>
                      <a:srgbClr val="13EAC9"/>
                    </a:solidFill>
                  </a:tcPr>
                </a:tc>
                <a:tc>
                  <a:txBody>
                    <a:bodyPr/>
                    <a:lstStyle/>
                    <a:p>
                      <a:r>
                        <a:t>Brazil</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Australia</a:t>
                      </a:r>
                    </a:p>
                  </a:txBody>
                  <a:tcPr>
                    <a:solidFill>
                      <a:srgbClr val="9A0EEA"/>
                    </a:solidFill>
                  </a:tcPr>
                </a:tc>
                <a:tc>
                  <a:txBody>
                    <a:bodyPr/>
                    <a:lstStyle/>
                    <a:p>
                      <a:r>
                        <a:t>Spain</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Qatar</a:t>
                      </a:r>
                    </a:p>
                  </a:txBody>
                  <a:tcPr>
                    <a:solidFill>
                      <a:srgbClr val="9A0EEA"/>
                    </a:solidFill>
                  </a:tcPr>
                </a:tc>
                <a:extLst>
                  <a:ext uri="{0D108BD9-81ED-4DB2-BD59-A6C34878D82A}">
                    <a16:rowId xmlns:a16="http://schemas.microsoft.com/office/drawing/2014/main" val="10012"/>
                  </a:ext>
                </a:extLst>
              </a:tr>
              <a:tr h="293918">
                <a:tc>
                  <a:txBody>
                    <a:bodyPr/>
                    <a:lstStyle/>
                    <a:p>
                      <a:r>
                        <a:t>2</a:t>
                      </a:r>
                    </a:p>
                  </a:txBody>
                  <a:tcPr>
                    <a:solidFill>
                      <a:srgbClr val="9A0EEA"/>
                    </a:solidFill>
                  </a:tcPr>
                </a:tc>
                <a:tc>
                  <a:txBody>
                    <a:bodyPr/>
                    <a:lstStyle/>
                    <a:p>
                      <a:r>
                        <a:t>0</a:t>
                      </a:r>
                    </a:p>
                  </a:txBody>
                  <a:tcPr>
                    <a:solidFill>
                      <a:srgbClr val="9A0EEA"/>
                    </a:solidFill>
                  </a:tcPr>
                </a:tc>
                <a:tc>
                  <a:txBody>
                    <a:bodyPr/>
                    <a:lstStyle/>
                    <a:p>
                      <a:r>
                        <a:t>2</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640</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615</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765</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582</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634</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531</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Gasly @ Hungary</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Miami</a:t>
                      </a:r>
                    </a:p>
                  </a:txBody>
                  <a:tcPr>
                    <a:solidFill>
                      <a:srgbClr val="040273"/>
                    </a:solidFill>
                  </a:tcPr>
                </a:tc>
                <a:tc>
                  <a:txBody>
                    <a:bodyPr/>
                    <a:lstStyle/>
                    <a:p>
                      <a:r>
                        <a:t>Imola</a:t>
                      </a:r>
                    </a:p>
                  </a:txBody>
                  <a:tcPr>
                    <a:solidFill>
                      <a:srgbClr val="040273"/>
                    </a:solidFill>
                  </a:tcPr>
                </a:tc>
                <a:tc>
                  <a:txBody>
                    <a:bodyPr/>
                    <a:lstStyle/>
                    <a:p>
                      <a:r>
                        <a:t>Monza</a:t>
                      </a:r>
                    </a:p>
                  </a:txBody>
                  <a:tcPr>
                    <a:solidFill>
                      <a:srgbClr val="040273"/>
                    </a:solidFill>
                  </a:tcPr>
                </a:tc>
                <a:tc>
                  <a:txBody>
                    <a:bodyPr/>
                    <a:lstStyle/>
                    <a:p>
                      <a:r>
                        <a:t>Baku</a:t>
                      </a:r>
                    </a:p>
                  </a:txBody>
                  <a:tcPr>
                    <a:solidFill>
                      <a:srgbClr val="040273"/>
                    </a:solidFill>
                  </a:tcPr>
                </a:tc>
                <a:tc>
                  <a:txBody>
                    <a:bodyPr/>
                    <a:lstStyle/>
                    <a:p>
                      <a:r>
                        <a:t>Las Vegas</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China</a:t>
                      </a:r>
                    </a:p>
                  </a:txBody>
                  <a:tcPr>
                    <a:solidFill>
                      <a:srgbClr val="E8002D"/>
                    </a:solidFill>
                  </a:tcPr>
                </a:tc>
                <a:tc>
                  <a:txBody>
                    <a:bodyPr/>
                    <a:lstStyle/>
                    <a:p>
                      <a:r>
                        <a:t>Miami</a:t>
                      </a:r>
                    </a:p>
                  </a:txBody>
                  <a:tcPr>
                    <a:solidFill>
                      <a:srgbClr val="E8002D"/>
                    </a:solidFill>
                  </a:tcPr>
                </a:tc>
                <a:tc>
                  <a:txBody>
                    <a:bodyPr/>
                    <a:lstStyle/>
                    <a:p>
                      <a:r>
                        <a:t>Spain</a:t>
                      </a:r>
                    </a:p>
                  </a:txBody>
                  <a:tcPr>
                    <a:solidFill>
                      <a:srgbClr val="E8002D"/>
                    </a:solidFill>
                  </a:tcPr>
                </a:tc>
                <a:tc>
                  <a:txBody>
                    <a:bodyPr/>
                    <a:lstStyle/>
                    <a:p>
                      <a:r>
                        <a:t>COTA</a:t>
                      </a:r>
                    </a:p>
                  </a:txBody>
                  <a:tcPr>
                    <a:solidFill>
                      <a:srgbClr val="E8002D"/>
                    </a:solidFill>
                  </a:tcPr>
                </a:tc>
                <a:tc>
                  <a:txBody>
                    <a:bodyPr/>
                    <a:lstStyle/>
                    <a:p>
                      <a:r>
                        <a:t>Brazil</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Australia</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Baku</a:t>
                      </a:r>
                    </a:p>
                  </a:txBody>
                  <a:tcPr>
                    <a:solidFill>
                      <a:srgbClr val="FAC205"/>
                    </a:solidFill>
                  </a:tcPr>
                </a:tc>
                <a:extLst>
                  <a:ext uri="{0D108BD9-81ED-4DB2-BD59-A6C34878D82A}">
                    <a16:rowId xmlns:a16="http://schemas.microsoft.com/office/drawing/2014/main" val="10004"/>
                  </a:ext>
                </a:extLst>
              </a:tr>
              <a:tr h="293914">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Australia</a:t>
                      </a:r>
                    </a:p>
                  </a:txBody>
                  <a:tcPr>
                    <a:solidFill>
                      <a:srgbClr val="028F1E"/>
                    </a:solidFill>
                  </a:tcPr>
                </a:tc>
                <a:tc>
                  <a:txBody>
                    <a:bodyPr/>
                    <a:lstStyle/>
                    <a:p>
                      <a:r>
                        <a:t>Monaco</a:t>
                      </a:r>
                    </a:p>
                  </a:txBody>
                  <a:tcPr>
                    <a:solidFill>
                      <a:srgbClr val="028F1E"/>
                    </a:solidFill>
                  </a:tcPr>
                </a:tc>
                <a:tc>
                  <a:txBody>
                    <a:bodyPr/>
                    <a:lstStyle/>
                    <a:p>
                      <a:r>
                        <a:t>Hungary</a:t>
                      </a:r>
                    </a:p>
                  </a:txBody>
                  <a:tcPr>
                    <a:solidFill>
                      <a:srgbClr val="028F1E"/>
                    </a:solidFill>
                  </a:tcPr>
                </a:tc>
                <a:tc>
                  <a:txBody>
                    <a:bodyPr/>
                    <a:lstStyle/>
                    <a:p>
                      <a:r>
                        <a:t>Monza</a:t>
                      </a:r>
                    </a:p>
                  </a:txBody>
                  <a:tcPr>
                    <a:solidFill>
                      <a:srgbClr val="028F1E"/>
                    </a:solidFill>
                  </a:tcPr>
                </a:tc>
                <a:tc>
                  <a:txBody>
                    <a:bodyPr/>
                    <a:lstStyle/>
                    <a:p>
                      <a:r>
                        <a:t>Brazil</a:t>
                      </a:r>
                    </a:p>
                  </a:txBody>
                  <a:tcPr>
                    <a:solidFill>
                      <a:srgbClr val="028F1E"/>
                    </a:solidFill>
                  </a:tcPr>
                </a:tc>
                <a:extLst>
                  <a:ext uri="{0D108BD9-81ED-4DB2-BD59-A6C34878D82A}">
                    <a16:rowId xmlns:a16="http://schemas.microsoft.com/office/drawing/2014/main" val="10006"/>
                  </a:ext>
                </a:extLst>
              </a:tr>
              <a:tr h="293914">
                <a:tc>
                  <a:txBody>
                    <a:bodyPr/>
                    <a:lstStyle/>
                    <a:p>
                      <a:r>
                        <a:t>1</a:t>
                      </a:r>
                    </a:p>
                  </a:txBody>
                  <a:tcPr>
                    <a:solidFill>
                      <a:srgbClr val="028F1E"/>
                    </a:solidFill>
                  </a:tcPr>
                </a:tc>
                <a:tc>
                  <a:txBody>
                    <a:bodyPr/>
                    <a:lstStyle/>
                    <a:p>
                      <a:r>
                        <a:t>0</a:t>
                      </a:r>
                    </a:p>
                  </a:txBody>
                  <a:tcPr>
                    <a:solidFill>
                      <a:srgbClr val="028F1E"/>
                    </a:solidFill>
                  </a:tcPr>
                </a:tc>
                <a:tc>
                  <a:txBody>
                    <a:bodyPr/>
                    <a:lstStyle/>
                    <a:p>
                      <a:r>
                        <a:t>1</a:t>
                      </a:r>
                    </a:p>
                  </a:txBody>
                  <a:tcPr>
                    <a:solidFill>
                      <a:srgbClr val="028F1E"/>
                    </a:solidFill>
                  </a:tcPr>
                </a:tc>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China</a:t>
                      </a:r>
                    </a:p>
                  </a:txBody>
                  <a:tcPr>
                    <a:solidFill>
                      <a:srgbClr val="FF5B00"/>
                    </a:solidFill>
                  </a:tcPr>
                </a:tc>
                <a:tc>
                  <a:txBody>
                    <a:bodyPr/>
                    <a:lstStyle/>
                    <a:p>
                      <a:r>
                        <a:t>Austria</a:t>
                      </a:r>
                    </a:p>
                  </a:txBody>
                  <a:tcPr>
                    <a:solidFill>
                      <a:srgbClr val="FF5B00"/>
                    </a:solidFill>
                  </a:tcPr>
                </a:tc>
                <a:tc>
                  <a:txBody>
                    <a:bodyPr/>
                    <a:lstStyle/>
                    <a:p>
                      <a:r>
                        <a:t>Singapore</a:t>
                      </a:r>
                    </a:p>
                  </a:txBody>
                  <a:tcPr>
                    <a:solidFill>
                      <a:srgbClr val="FF5B00"/>
                    </a:solidFill>
                  </a:tcPr>
                </a:tc>
                <a:tc>
                  <a:txBody>
                    <a:bodyPr/>
                    <a:lstStyle/>
                    <a:p>
                      <a:r>
                        <a:t>Brazil</a:t>
                      </a:r>
                    </a:p>
                  </a:txBody>
                  <a:tcPr>
                    <a:solidFill>
                      <a:srgbClr val="FF5B00"/>
                    </a:solidFill>
                  </a:tcPr>
                </a:tc>
                <a:tc>
                  <a:txBody>
                    <a:bodyPr/>
                    <a:lstStyle/>
                    <a:p>
                      <a:r>
                        <a:t>Las Vegas</a:t>
                      </a:r>
                    </a:p>
                  </a:txBody>
                  <a:tcPr>
                    <a:solidFill>
                      <a:srgbClr val="FF5B00"/>
                    </a:solidFill>
                  </a:tcPr>
                </a:tc>
                <a:extLst>
                  <a:ext uri="{0D108BD9-81ED-4DB2-BD59-A6C34878D82A}">
                    <a16:rowId xmlns:a16="http://schemas.microsoft.com/office/drawing/2014/main" val="10008"/>
                  </a:ext>
                </a:extLst>
              </a:tr>
              <a:tr h="293914">
                <a:tc>
                  <a:txBody>
                    <a:bodyPr/>
                    <a:lstStyle/>
                    <a:p>
                      <a:r>
                        <a:t>1</a:t>
                      </a:r>
                    </a:p>
                  </a:txBody>
                  <a:tcPr>
                    <a:solidFill>
                      <a:srgbClr val="FF5B00"/>
                    </a:solidFill>
                  </a:tcPr>
                </a:tc>
                <a:tc>
                  <a:txBody>
                    <a:bodyPr/>
                    <a:lstStyle/>
                    <a:p>
                      <a:r>
                        <a:t>0</a:t>
                      </a:r>
                    </a:p>
                  </a:txBody>
                  <a:tcPr>
                    <a:solidFill>
                      <a:srgbClr val="FF5B00"/>
                    </a:solidFill>
                  </a:tcPr>
                </a:tc>
                <a:tc>
                  <a:txBody>
                    <a:bodyPr/>
                    <a:lstStyle/>
                    <a:p>
                      <a:r>
                        <a:t>1</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Silverstone</a:t>
                      </a:r>
                    </a:p>
                  </a:txBody>
                  <a:tcPr>
                    <a:solidFill>
                      <a:srgbClr val="13EAC9"/>
                    </a:solidFill>
                  </a:tcPr>
                </a:tc>
                <a:tc>
                  <a:txBody>
                    <a:bodyPr/>
                    <a:lstStyle/>
                    <a:p>
                      <a:r>
                        <a:t>Monza</a:t>
                      </a:r>
                    </a:p>
                  </a:txBody>
                  <a:tcPr>
                    <a:solidFill>
                      <a:srgbClr val="13EAC9"/>
                    </a:solidFill>
                  </a:tcPr>
                </a:tc>
                <a:tc>
                  <a:txBody>
                    <a:bodyPr/>
                    <a:lstStyle/>
                    <a:p>
                      <a:r>
                        <a:t>Brazil</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Australia</a:t>
                      </a:r>
                    </a:p>
                  </a:txBody>
                  <a:tcPr>
                    <a:solidFill>
                      <a:srgbClr val="9A0EEA"/>
                    </a:solidFill>
                  </a:tcPr>
                </a:tc>
                <a:tc>
                  <a:txBody>
                    <a:bodyPr/>
                    <a:lstStyle/>
                    <a:p>
                      <a:r>
                        <a:t>Spain</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Qatar</a:t>
                      </a:r>
                    </a:p>
                  </a:txBody>
                  <a:tcPr>
                    <a:solidFill>
                      <a:srgbClr val="9A0EEA"/>
                    </a:solidFill>
                  </a:tcPr>
                </a:tc>
                <a:extLst>
                  <a:ext uri="{0D108BD9-81ED-4DB2-BD59-A6C34878D82A}">
                    <a16:rowId xmlns:a16="http://schemas.microsoft.com/office/drawing/2014/main" val="10012"/>
                  </a:ext>
                </a:extLst>
              </a:tr>
              <a:tr h="293918">
                <a:tc>
                  <a:txBody>
                    <a:bodyPr/>
                    <a:lstStyle/>
                    <a:p>
                      <a:r>
                        <a:t>2</a:t>
                      </a:r>
                    </a:p>
                  </a:txBody>
                  <a:tcPr>
                    <a:solidFill>
                      <a:srgbClr val="9A0EEA"/>
                    </a:solidFill>
                  </a:tcPr>
                </a:tc>
                <a:tc>
                  <a:txBody>
                    <a:bodyPr/>
                    <a:lstStyle/>
                    <a:p>
                      <a:r>
                        <a:t>0</a:t>
                      </a:r>
                    </a:p>
                  </a:txBody>
                  <a:tcPr>
                    <a:solidFill>
                      <a:srgbClr val="9A0EEA"/>
                    </a:solidFill>
                  </a:tcPr>
                </a:tc>
                <a:tc>
                  <a:txBody>
                    <a:bodyPr/>
                    <a:lstStyle/>
                    <a:p>
                      <a:r>
                        <a:t>2</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640</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615</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765</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582</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634</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531</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Gasly @ Monza</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Miami</a:t>
                      </a:r>
                    </a:p>
                  </a:txBody>
                  <a:tcPr>
                    <a:solidFill>
                      <a:srgbClr val="040273"/>
                    </a:solidFill>
                  </a:tcPr>
                </a:tc>
                <a:tc>
                  <a:txBody>
                    <a:bodyPr/>
                    <a:lstStyle/>
                    <a:p>
                      <a:r>
                        <a:t>Imola</a:t>
                      </a:r>
                    </a:p>
                  </a:txBody>
                  <a:tcPr>
                    <a:solidFill>
                      <a:srgbClr val="040273"/>
                    </a:solidFill>
                  </a:tcPr>
                </a:tc>
                <a:tc>
                  <a:txBody>
                    <a:bodyPr/>
                    <a:lstStyle/>
                    <a:p>
                      <a:r>
                        <a:t>Monza</a:t>
                      </a:r>
                    </a:p>
                  </a:txBody>
                  <a:tcPr>
                    <a:solidFill>
                      <a:srgbClr val="040273"/>
                    </a:solidFill>
                  </a:tcPr>
                </a:tc>
                <a:tc>
                  <a:txBody>
                    <a:bodyPr/>
                    <a:lstStyle/>
                    <a:p>
                      <a:r>
                        <a:t>Baku</a:t>
                      </a:r>
                    </a:p>
                  </a:txBody>
                  <a:tcPr>
                    <a:solidFill>
                      <a:srgbClr val="040273"/>
                    </a:solidFill>
                  </a:tcPr>
                </a:tc>
                <a:tc>
                  <a:txBody>
                    <a:bodyPr/>
                    <a:lstStyle/>
                    <a:p>
                      <a:r>
                        <a:t>Las Vegas</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China</a:t>
                      </a:r>
                    </a:p>
                  </a:txBody>
                  <a:tcPr>
                    <a:solidFill>
                      <a:srgbClr val="E8002D"/>
                    </a:solidFill>
                  </a:tcPr>
                </a:tc>
                <a:tc>
                  <a:txBody>
                    <a:bodyPr/>
                    <a:lstStyle/>
                    <a:p>
                      <a:r>
                        <a:t>Miami</a:t>
                      </a:r>
                    </a:p>
                  </a:txBody>
                  <a:tcPr>
                    <a:solidFill>
                      <a:srgbClr val="E8002D"/>
                    </a:solidFill>
                  </a:tcPr>
                </a:tc>
                <a:tc>
                  <a:txBody>
                    <a:bodyPr/>
                    <a:lstStyle/>
                    <a:p>
                      <a:r>
                        <a:t>Spain</a:t>
                      </a:r>
                    </a:p>
                  </a:txBody>
                  <a:tcPr>
                    <a:solidFill>
                      <a:srgbClr val="E8002D"/>
                    </a:solidFill>
                  </a:tcPr>
                </a:tc>
                <a:tc>
                  <a:txBody>
                    <a:bodyPr/>
                    <a:lstStyle/>
                    <a:p>
                      <a:r>
                        <a:t>COTA</a:t>
                      </a:r>
                    </a:p>
                  </a:txBody>
                  <a:tcPr>
                    <a:solidFill>
                      <a:srgbClr val="E8002D"/>
                    </a:solidFill>
                  </a:tcPr>
                </a:tc>
                <a:tc>
                  <a:txBody>
                    <a:bodyPr/>
                    <a:lstStyle/>
                    <a:p>
                      <a:r>
                        <a:t>Brazil</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Australia</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Baku</a:t>
                      </a:r>
                    </a:p>
                  </a:txBody>
                  <a:tcPr>
                    <a:solidFill>
                      <a:srgbClr val="FAC205"/>
                    </a:solidFill>
                  </a:tcPr>
                </a:tc>
                <a:extLst>
                  <a:ext uri="{0D108BD9-81ED-4DB2-BD59-A6C34878D82A}">
                    <a16:rowId xmlns:a16="http://schemas.microsoft.com/office/drawing/2014/main" val="10004"/>
                  </a:ext>
                </a:extLst>
              </a:tr>
              <a:tr h="293914">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Australia</a:t>
                      </a:r>
                    </a:p>
                  </a:txBody>
                  <a:tcPr>
                    <a:solidFill>
                      <a:srgbClr val="028F1E"/>
                    </a:solidFill>
                  </a:tcPr>
                </a:tc>
                <a:tc>
                  <a:txBody>
                    <a:bodyPr/>
                    <a:lstStyle/>
                    <a:p>
                      <a:r>
                        <a:t>Monaco</a:t>
                      </a:r>
                    </a:p>
                  </a:txBody>
                  <a:tcPr>
                    <a:solidFill>
                      <a:srgbClr val="028F1E"/>
                    </a:solidFill>
                  </a:tcPr>
                </a:tc>
                <a:tc>
                  <a:txBody>
                    <a:bodyPr/>
                    <a:lstStyle/>
                    <a:p>
                      <a:r>
                        <a:t>Hungary</a:t>
                      </a:r>
                    </a:p>
                  </a:txBody>
                  <a:tcPr>
                    <a:solidFill>
                      <a:srgbClr val="028F1E"/>
                    </a:solidFill>
                  </a:tcPr>
                </a:tc>
                <a:tc>
                  <a:txBody>
                    <a:bodyPr/>
                    <a:lstStyle/>
                    <a:p>
                      <a:r>
                        <a:t>Monza</a:t>
                      </a:r>
                    </a:p>
                  </a:txBody>
                  <a:tcPr>
                    <a:solidFill>
                      <a:srgbClr val="028F1E"/>
                    </a:solidFill>
                  </a:tcPr>
                </a:tc>
                <a:tc>
                  <a:txBody>
                    <a:bodyPr/>
                    <a:lstStyle/>
                    <a:p>
                      <a:r>
                        <a:t>Brazil</a:t>
                      </a:r>
                    </a:p>
                  </a:txBody>
                  <a:tcPr>
                    <a:solidFill>
                      <a:srgbClr val="028F1E"/>
                    </a:solidFill>
                  </a:tcPr>
                </a:tc>
                <a:extLst>
                  <a:ext uri="{0D108BD9-81ED-4DB2-BD59-A6C34878D82A}">
                    <a16:rowId xmlns:a16="http://schemas.microsoft.com/office/drawing/2014/main" val="10006"/>
                  </a:ext>
                </a:extLst>
              </a:tr>
              <a:tr h="293914">
                <a:tc>
                  <a:txBody>
                    <a:bodyPr/>
                    <a:lstStyle/>
                    <a:p>
                      <a:r>
                        <a:t>1</a:t>
                      </a:r>
                    </a:p>
                  </a:txBody>
                  <a:tcPr>
                    <a:solidFill>
                      <a:srgbClr val="028F1E"/>
                    </a:solidFill>
                  </a:tcPr>
                </a:tc>
                <a:tc>
                  <a:txBody>
                    <a:bodyPr/>
                    <a:lstStyle/>
                    <a:p>
                      <a:r>
                        <a:t>0</a:t>
                      </a:r>
                    </a:p>
                  </a:txBody>
                  <a:tcPr>
                    <a:solidFill>
                      <a:srgbClr val="028F1E"/>
                    </a:solidFill>
                  </a:tcPr>
                </a:tc>
                <a:tc>
                  <a:txBody>
                    <a:bodyPr/>
                    <a:lstStyle/>
                    <a:p>
                      <a:r>
                        <a:t>1</a:t>
                      </a:r>
                    </a:p>
                  </a:txBody>
                  <a:tcPr>
                    <a:solidFill>
                      <a:srgbClr val="028F1E"/>
                    </a:solidFill>
                  </a:tcPr>
                </a:tc>
                <a:tc>
                  <a:txBody>
                    <a:bodyPr/>
                    <a:lstStyle/>
                    <a:p>
                      <a:r>
                        <a:t>0</a:t>
                      </a:r>
                    </a:p>
                  </a:txBody>
                  <a:tcPr>
                    <a:solidFill>
                      <a:srgbClr val="028F1E"/>
                    </a:solidFill>
                  </a:tcPr>
                </a:tc>
                <a:tc>
                  <a:txBody>
                    <a:bodyPr/>
                    <a:lstStyle/>
                    <a:p>
                      <a:r>
                        <a:t>0</a:t>
                      </a: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China</a:t>
                      </a:r>
                    </a:p>
                  </a:txBody>
                  <a:tcPr>
                    <a:solidFill>
                      <a:srgbClr val="FF5B00"/>
                    </a:solidFill>
                  </a:tcPr>
                </a:tc>
                <a:tc>
                  <a:txBody>
                    <a:bodyPr/>
                    <a:lstStyle/>
                    <a:p>
                      <a:r>
                        <a:t>Austria</a:t>
                      </a:r>
                    </a:p>
                  </a:txBody>
                  <a:tcPr>
                    <a:solidFill>
                      <a:srgbClr val="FF5B00"/>
                    </a:solidFill>
                  </a:tcPr>
                </a:tc>
                <a:tc>
                  <a:txBody>
                    <a:bodyPr/>
                    <a:lstStyle/>
                    <a:p>
                      <a:r>
                        <a:t>Singapore</a:t>
                      </a:r>
                    </a:p>
                  </a:txBody>
                  <a:tcPr>
                    <a:solidFill>
                      <a:srgbClr val="FF5B00"/>
                    </a:solidFill>
                  </a:tcPr>
                </a:tc>
                <a:tc>
                  <a:txBody>
                    <a:bodyPr/>
                    <a:lstStyle/>
                    <a:p>
                      <a:r>
                        <a:t>Brazil</a:t>
                      </a:r>
                    </a:p>
                  </a:txBody>
                  <a:tcPr>
                    <a:solidFill>
                      <a:srgbClr val="FF5B00"/>
                    </a:solidFill>
                  </a:tcPr>
                </a:tc>
                <a:tc>
                  <a:txBody>
                    <a:bodyPr/>
                    <a:lstStyle/>
                    <a:p>
                      <a:r>
                        <a:t>Las Vegas</a:t>
                      </a:r>
                    </a:p>
                  </a:txBody>
                  <a:tcPr>
                    <a:solidFill>
                      <a:srgbClr val="FF5B00"/>
                    </a:solidFill>
                  </a:tcPr>
                </a:tc>
                <a:extLst>
                  <a:ext uri="{0D108BD9-81ED-4DB2-BD59-A6C34878D82A}">
                    <a16:rowId xmlns:a16="http://schemas.microsoft.com/office/drawing/2014/main" val="10008"/>
                  </a:ext>
                </a:extLst>
              </a:tr>
              <a:tr h="293914">
                <a:tc>
                  <a:txBody>
                    <a:bodyPr/>
                    <a:lstStyle/>
                    <a:p>
                      <a:r>
                        <a:t>1</a:t>
                      </a:r>
                    </a:p>
                  </a:txBody>
                  <a:tcPr>
                    <a:solidFill>
                      <a:srgbClr val="FF5B00"/>
                    </a:solidFill>
                  </a:tcPr>
                </a:tc>
                <a:tc>
                  <a:txBody>
                    <a:bodyPr/>
                    <a:lstStyle/>
                    <a:p>
                      <a:r>
                        <a:t>0</a:t>
                      </a:r>
                    </a:p>
                  </a:txBody>
                  <a:tcPr>
                    <a:solidFill>
                      <a:srgbClr val="FF5B00"/>
                    </a:solidFill>
                  </a:tcPr>
                </a:tc>
                <a:tc>
                  <a:txBody>
                    <a:bodyPr/>
                    <a:lstStyle/>
                    <a:p>
                      <a:r>
                        <a:t>1</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Silverstone</a:t>
                      </a:r>
                    </a:p>
                  </a:txBody>
                  <a:tcPr>
                    <a:solidFill>
                      <a:srgbClr val="13EAC9"/>
                    </a:solidFill>
                  </a:tcPr>
                </a:tc>
                <a:tc>
                  <a:txBody>
                    <a:bodyPr/>
                    <a:lstStyle/>
                    <a:p>
                      <a:r>
                        <a:t>Monza</a:t>
                      </a:r>
                    </a:p>
                  </a:txBody>
                  <a:tcPr>
                    <a:solidFill>
                      <a:srgbClr val="13EAC9"/>
                    </a:solidFill>
                  </a:tcPr>
                </a:tc>
                <a:tc>
                  <a:txBody>
                    <a:bodyPr/>
                    <a:lstStyle/>
                    <a:p>
                      <a:r>
                        <a:t>Brazil</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r>
                        <a:t>0</a:t>
                      </a:r>
                    </a:p>
                  </a:txBody>
                  <a:tcPr>
                    <a:solidFill>
                      <a:srgbClr val="13EAC9"/>
                    </a:solidFill>
                  </a:tcPr>
                </a:tc>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Australia</a:t>
                      </a:r>
                    </a:p>
                  </a:txBody>
                  <a:tcPr>
                    <a:solidFill>
                      <a:srgbClr val="9A0EEA"/>
                    </a:solidFill>
                  </a:tcPr>
                </a:tc>
                <a:tc>
                  <a:txBody>
                    <a:bodyPr/>
                    <a:lstStyle/>
                    <a:p>
                      <a:r>
                        <a:t>Spain</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Qatar</a:t>
                      </a:r>
                    </a:p>
                  </a:txBody>
                  <a:tcPr>
                    <a:solidFill>
                      <a:srgbClr val="9A0EEA"/>
                    </a:solidFill>
                  </a:tcPr>
                </a:tc>
                <a:extLst>
                  <a:ext uri="{0D108BD9-81ED-4DB2-BD59-A6C34878D82A}">
                    <a16:rowId xmlns:a16="http://schemas.microsoft.com/office/drawing/2014/main" val="10012"/>
                  </a:ext>
                </a:extLst>
              </a:tr>
              <a:tr h="293918">
                <a:tc>
                  <a:txBody>
                    <a:bodyPr/>
                    <a:lstStyle/>
                    <a:p>
                      <a:r>
                        <a:t>2</a:t>
                      </a:r>
                    </a:p>
                  </a:txBody>
                  <a:tcPr>
                    <a:solidFill>
                      <a:srgbClr val="9A0EEA"/>
                    </a:solidFill>
                  </a:tcPr>
                </a:tc>
                <a:tc>
                  <a:txBody>
                    <a:bodyPr/>
                    <a:lstStyle/>
                    <a:p>
                      <a:r>
                        <a:t>0</a:t>
                      </a:r>
                    </a:p>
                  </a:txBody>
                  <a:tcPr>
                    <a:solidFill>
                      <a:srgbClr val="9A0EEA"/>
                    </a:solidFill>
                  </a:tcPr>
                </a:tc>
                <a:tc>
                  <a:txBody>
                    <a:bodyPr/>
                    <a:lstStyle/>
                    <a:p>
                      <a:r>
                        <a:t>2</a:t>
                      </a:r>
                    </a:p>
                  </a:txBody>
                  <a:tcPr>
                    <a:solidFill>
                      <a:srgbClr val="9A0EEA"/>
                    </a:solidFill>
                  </a:tcPr>
                </a:tc>
                <a:tc>
                  <a:txBody>
                    <a:bodyPr/>
                    <a:lstStyle/>
                    <a:p>
                      <a:r>
                        <a:t>0</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640</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615</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765</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582</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634</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531</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Gasly @ Baku</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Miami</a:t>
                      </a:r>
                    </a:p>
                  </a:txBody>
                  <a:tcPr>
                    <a:solidFill>
                      <a:srgbClr val="040273"/>
                    </a:solidFill>
                  </a:tcPr>
                </a:tc>
                <a:tc>
                  <a:txBody>
                    <a:bodyPr/>
                    <a:lstStyle/>
                    <a:p>
                      <a:r>
                        <a:t>Imola</a:t>
                      </a:r>
                    </a:p>
                  </a:txBody>
                  <a:tcPr>
                    <a:solidFill>
                      <a:srgbClr val="040273"/>
                    </a:solidFill>
                  </a:tcPr>
                </a:tc>
                <a:tc>
                  <a:txBody>
                    <a:bodyPr/>
                    <a:lstStyle/>
                    <a:p>
                      <a:r>
                        <a:t>Monza</a:t>
                      </a:r>
                    </a:p>
                  </a:txBody>
                  <a:tcPr>
                    <a:solidFill>
                      <a:srgbClr val="040273"/>
                    </a:solidFill>
                  </a:tcPr>
                </a:tc>
                <a:tc>
                  <a:txBody>
                    <a:bodyPr/>
                    <a:lstStyle/>
                    <a:p>
                      <a:r>
                        <a:t>Baku</a:t>
                      </a:r>
                    </a:p>
                  </a:txBody>
                  <a:tcPr>
                    <a:solidFill>
                      <a:srgbClr val="040273"/>
                    </a:solidFill>
                  </a:tcPr>
                </a:tc>
                <a:tc>
                  <a:txBody>
                    <a:bodyPr/>
                    <a:lstStyle/>
                    <a:p>
                      <a:r>
                        <a:t>Las Vegas</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China</a:t>
                      </a:r>
                    </a:p>
                  </a:txBody>
                  <a:tcPr>
                    <a:solidFill>
                      <a:srgbClr val="E8002D"/>
                    </a:solidFill>
                  </a:tcPr>
                </a:tc>
                <a:tc>
                  <a:txBody>
                    <a:bodyPr/>
                    <a:lstStyle/>
                    <a:p>
                      <a:r>
                        <a:t>Miami</a:t>
                      </a:r>
                    </a:p>
                  </a:txBody>
                  <a:tcPr>
                    <a:solidFill>
                      <a:srgbClr val="E8002D"/>
                    </a:solidFill>
                  </a:tcPr>
                </a:tc>
                <a:tc>
                  <a:txBody>
                    <a:bodyPr/>
                    <a:lstStyle/>
                    <a:p>
                      <a:r>
                        <a:t>Spain</a:t>
                      </a:r>
                    </a:p>
                  </a:txBody>
                  <a:tcPr>
                    <a:solidFill>
                      <a:srgbClr val="E8002D"/>
                    </a:solidFill>
                  </a:tcPr>
                </a:tc>
                <a:tc>
                  <a:txBody>
                    <a:bodyPr/>
                    <a:lstStyle/>
                    <a:p>
                      <a:r>
                        <a:t>COTA</a:t>
                      </a:r>
                    </a:p>
                  </a:txBody>
                  <a:tcPr>
                    <a:solidFill>
                      <a:srgbClr val="E8002D"/>
                    </a:solidFill>
                  </a:tcPr>
                </a:tc>
                <a:tc>
                  <a:txBody>
                    <a:bodyPr/>
                    <a:lstStyle/>
                    <a:p>
                      <a:r>
                        <a:t>Brazil</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Australia</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Baku</a:t>
                      </a:r>
                    </a:p>
                  </a:txBody>
                  <a:tcPr>
                    <a:solidFill>
                      <a:srgbClr val="FAC205"/>
                    </a:solidFill>
                  </a:tcPr>
                </a:tc>
                <a:extLst>
                  <a:ext uri="{0D108BD9-81ED-4DB2-BD59-A6C34878D82A}">
                    <a16:rowId xmlns:a16="http://schemas.microsoft.com/office/drawing/2014/main" val="10004"/>
                  </a:ext>
                </a:extLst>
              </a:tr>
              <a:tr h="293914">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Australia</a:t>
                      </a:r>
                    </a:p>
                  </a:txBody>
                  <a:tcPr>
                    <a:solidFill>
                      <a:srgbClr val="028F1E"/>
                    </a:solidFill>
                  </a:tcPr>
                </a:tc>
                <a:tc>
                  <a:txBody>
                    <a:bodyPr/>
                    <a:lstStyle/>
                    <a:p>
                      <a:r>
                        <a:t>Monaco</a:t>
                      </a:r>
                    </a:p>
                  </a:txBody>
                  <a:tcPr>
                    <a:solidFill>
                      <a:srgbClr val="028F1E"/>
                    </a:solidFill>
                  </a:tcPr>
                </a:tc>
                <a:tc>
                  <a:txBody>
                    <a:bodyPr/>
                    <a:lstStyle/>
                    <a:p>
                      <a:r>
                        <a:t>Hungary</a:t>
                      </a:r>
                    </a:p>
                  </a:txBody>
                  <a:tcPr>
                    <a:solidFill>
                      <a:srgbClr val="028F1E"/>
                    </a:solidFill>
                  </a:tcPr>
                </a:tc>
                <a:tc>
                  <a:txBody>
                    <a:bodyPr/>
                    <a:lstStyle/>
                    <a:p>
                      <a:r>
                        <a:t>Monza</a:t>
                      </a:r>
                    </a:p>
                  </a:txBody>
                  <a:tcPr>
                    <a:solidFill>
                      <a:srgbClr val="028F1E"/>
                    </a:solidFill>
                  </a:tcPr>
                </a:tc>
                <a:tc>
                  <a:txBody>
                    <a:bodyPr/>
                    <a:lstStyle/>
                    <a:p>
                      <a:r>
                        <a:t>Brazil</a:t>
                      </a:r>
                    </a:p>
                  </a:txBody>
                  <a:tcPr>
                    <a:solidFill>
                      <a:srgbClr val="028F1E"/>
                    </a:solidFill>
                  </a:tcPr>
                </a:tc>
                <a:extLst>
                  <a:ext uri="{0D108BD9-81ED-4DB2-BD59-A6C34878D82A}">
                    <a16:rowId xmlns:a16="http://schemas.microsoft.com/office/drawing/2014/main" val="10006"/>
                  </a:ext>
                </a:extLst>
              </a:tr>
              <a:tr h="293914">
                <a:tc>
                  <a:txBody>
                    <a:bodyPr/>
                    <a:lstStyle/>
                    <a:p>
                      <a:r>
                        <a:t>1</a:t>
                      </a:r>
                    </a:p>
                  </a:txBody>
                  <a:tcPr>
                    <a:solidFill>
                      <a:srgbClr val="028F1E"/>
                    </a:solidFill>
                  </a:tcPr>
                </a:tc>
                <a:tc>
                  <a:txBody>
                    <a:bodyPr/>
                    <a:lstStyle/>
                    <a:p>
                      <a:r>
                        <a:t>0</a:t>
                      </a:r>
                    </a:p>
                  </a:txBody>
                  <a:tcPr>
                    <a:solidFill>
                      <a:srgbClr val="028F1E"/>
                    </a:solidFill>
                  </a:tcPr>
                </a:tc>
                <a:tc>
                  <a:txBody>
                    <a:bodyPr/>
                    <a:lstStyle/>
                    <a:p>
                      <a:r>
                        <a:t>1</a:t>
                      </a:r>
                    </a:p>
                  </a:txBody>
                  <a:tcPr>
                    <a:solidFill>
                      <a:srgbClr val="028F1E"/>
                    </a:solidFill>
                  </a:tcPr>
                </a:tc>
                <a:tc>
                  <a:txBody>
                    <a:bodyPr/>
                    <a:lstStyle/>
                    <a:p>
                      <a:r>
                        <a:t>0</a:t>
                      </a:r>
                    </a:p>
                  </a:txBody>
                  <a:tcPr>
                    <a:solidFill>
                      <a:srgbClr val="028F1E"/>
                    </a:solidFill>
                  </a:tcPr>
                </a:tc>
                <a:tc>
                  <a:txBody>
                    <a:bodyPr/>
                    <a:lstStyle/>
                    <a:p>
                      <a:r>
                        <a:t>0</a:t>
                      </a: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China</a:t>
                      </a:r>
                    </a:p>
                  </a:txBody>
                  <a:tcPr>
                    <a:solidFill>
                      <a:srgbClr val="FF5B00"/>
                    </a:solidFill>
                  </a:tcPr>
                </a:tc>
                <a:tc>
                  <a:txBody>
                    <a:bodyPr/>
                    <a:lstStyle/>
                    <a:p>
                      <a:r>
                        <a:t>Austria</a:t>
                      </a:r>
                    </a:p>
                  </a:txBody>
                  <a:tcPr>
                    <a:solidFill>
                      <a:srgbClr val="FF5B00"/>
                    </a:solidFill>
                  </a:tcPr>
                </a:tc>
                <a:tc>
                  <a:txBody>
                    <a:bodyPr/>
                    <a:lstStyle/>
                    <a:p>
                      <a:r>
                        <a:t>Singapore</a:t>
                      </a:r>
                    </a:p>
                  </a:txBody>
                  <a:tcPr>
                    <a:solidFill>
                      <a:srgbClr val="FF5B00"/>
                    </a:solidFill>
                  </a:tcPr>
                </a:tc>
                <a:tc>
                  <a:txBody>
                    <a:bodyPr/>
                    <a:lstStyle/>
                    <a:p>
                      <a:r>
                        <a:t>Brazil</a:t>
                      </a:r>
                    </a:p>
                  </a:txBody>
                  <a:tcPr>
                    <a:solidFill>
                      <a:srgbClr val="FF5B00"/>
                    </a:solidFill>
                  </a:tcPr>
                </a:tc>
                <a:tc>
                  <a:txBody>
                    <a:bodyPr/>
                    <a:lstStyle/>
                    <a:p>
                      <a:r>
                        <a:t>Las Vegas</a:t>
                      </a:r>
                    </a:p>
                  </a:txBody>
                  <a:tcPr>
                    <a:solidFill>
                      <a:srgbClr val="FF5B00"/>
                    </a:solidFill>
                  </a:tcPr>
                </a:tc>
                <a:extLst>
                  <a:ext uri="{0D108BD9-81ED-4DB2-BD59-A6C34878D82A}">
                    <a16:rowId xmlns:a16="http://schemas.microsoft.com/office/drawing/2014/main" val="10008"/>
                  </a:ext>
                </a:extLst>
              </a:tr>
              <a:tr h="293914">
                <a:tc>
                  <a:txBody>
                    <a:bodyPr/>
                    <a:lstStyle/>
                    <a:p>
                      <a:r>
                        <a:t>1</a:t>
                      </a:r>
                    </a:p>
                  </a:txBody>
                  <a:tcPr>
                    <a:solidFill>
                      <a:srgbClr val="FF5B00"/>
                    </a:solidFill>
                  </a:tcPr>
                </a:tc>
                <a:tc>
                  <a:txBody>
                    <a:bodyPr/>
                    <a:lstStyle/>
                    <a:p>
                      <a:r>
                        <a:t>0</a:t>
                      </a:r>
                    </a:p>
                  </a:txBody>
                  <a:tcPr>
                    <a:solidFill>
                      <a:srgbClr val="FF5B00"/>
                    </a:solidFill>
                  </a:tcPr>
                </a:tc>
                <a:tc>
                  <a:txBody>
                    <a:bodyPr/>
                    <a:lstStyle/>
                    <a:p>
                      <a:r>
                        <a:t>1</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Silverstone</a:t>
                      </a:r>
                    </a:p>
                  </a:txBody>
                  <a:tcPr>
                    <a:solidFill>
                      <a:srgbClr val="13EAC9"/>
                    </a:solidFill>
                  </a:tcPr>
                </a:tc>
                <a:tc>
                  <a:txBody>
                    <a:bodyPr/>
                    <a:lstStyle/>
                    <a:p>
                      <a:r>
                        <a:t>Monza</a:t>
                      </a:r>
                    </a:p>
                  </a:txBody>
                  <a:tcPr>
                    <a:solidFill>
                      <a:srgbClr val="13EAC9"/>
                    </a:solidFill>
                  </a:tcPr>
                </a:tc>
                <a:tc>
                  <a:txBody>
                    <a:bodyPr/>
                    <a:lstStyle/>
                    <a:p>
                      <a:r>
                        <a:t>Brazil</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r>
                        <a:t>0</a:t>
                      </a:r>
                    </a:p>
                  </a:txBody>
                  <a:tcPr>
                    <a:solidFill>
                      <a:srgbClr val="13EAC9"/>
                    </a:solidFill>
                  </a:tcPr>
                </a:tc>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Australia</a:t>
                      </a:r>
                    </a:p>
                  </a:txBody>
                  <a:tcPr>
                    <a:solidFill>
                      <a:srgbClr val="9A0EEA"/>
                    </a:solidFill>
                  </a:tcPr>
                </a:tc>
                <a:tc>
                  <a:txBody>
                    <a:bodyPr/>
                    <a:lstStyle/>
                    <a:p>
                      <a:r>
                        <a:t>Spain</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Qatar</a:t>
                      </a:r>
                    </a:p>
                  </a:txBody>
                  <a:tcPr>
                    <a:solidFill>
                      <a:srgbClr val="9A0EEA"/>
                    </a:solidFill>
                  </a:tcPr>
                </a:tc>
                <a:extLst>
                  <a:ext uri="{0D108BD9-81ED-4DB2-BD59-A6C34878D82A}">
                    <a16:rowId xmlns:a16="http://schemas.microsoft.com/office/drawing/2014/main" val="10012"/>
                  </a:ext>
                </a:extLst>
              </a:tr>
              <a:tr h="293918">
                <a:tc>
                  <a:txBody>
                    <a:bodyPr/>
                    <a:lstStyle/>
                    <a:p>
                      <a:r>
                        <a:t>2</a:t>
                      </a:r>
                    </a:p>
                  </a:txBody>
                  <a:tcPr>
                    <a:solidFill>
                      <a:srgbClr val="9A0EEA"/>
                    </a:solidFill>
                  </a:tcPr>
                </a:tc>
                <a:tc>
                  <a:txBody>
                    <a:bodyPr/>
                    <a:lstStyle/>
                    <a:p>
                      <a:r>
                        <a:t>0</a:t>
                      </a:r>
                    </a:p>
                  </a:txBody>
                  <a:tcPr>
                    <a:solidFill>
                      <a:srgbClr val="9A0EEA"/>
                    </a:solidFill>
                  </a:tcPr>
                </a:tc>
                <a:tc>
                  <a:txBody>
                    <a:bodyPr/>
                    <a:lstStyle/>
                    <a:p>
                      <a:r>
                        <a:t>2</a:t>
                      </a:r>
                    </a:p>
                  </a:txBody>
                  <a:tcPr>
                    <a:solidFill>
                      <a:srgbClr val="9A0EEA"/>
                    </a:solidFill>
                  </a:tcPr>
                </a:tc>
                <a:tc>
                  <a:txBody>
                    <a:bodyPr/>
                    <a:lstStyle/>
                    <a:p>
                      <a:r>
                        <a:t>0</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640</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615</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765</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582</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634</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531</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Gasly @ Singapore</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Miami</a:t>
                      </a:r>
                    </a:p>
                  </a:txBody>
                  <a:tcPr>
                    <a:solidFill>
                      <a:srgbClr val="040273"/>
                    </a:solidFill>
                  </a:tcPr>
                </a:tc>
                <a:tc>
                  <a:txBody>
                    <a:bodyPr/>
                    <a:lstStyle/>
                    <a:p>
                      <a:r>
                        <a:t>Imola</a:t>
                      </a:r>
                    </a:p>
                  </a:txBody>
                  <a:tcPr>
                    <a:solidFill>
                      <a:srgbClr val="040273"/>
                    </a:solidFill>
                  </a:tcPr>
                </a:tc>
                <a:tc>
                  <a:txBody>
                    <a:bodyPr/>
                    <a:lstStyle/>
                    <a:p>
                      <a:r>
                        <a:t>Monza</a:t>
                      </a:r>
                    </a:p>
                  </a:txBody>
                  <a:tcPr>
                    <a:solidFill>
                      <a:srgbClr val="040273"/>
                    </a:solidFill>
                  </a:tcPr>
                </a:tc>
                <a:tc>
                  <a:txBody>
                    <a:bodyPr/>
                    <a:lstStyle/>
                    <a:p>
                      <a:r>
                        <a:t>Baku</a:t>
                      </a:r>
                    </a:p>
                  </a:txBody>
                  <a:tcPr>
                    <a:solidFill>
                      <a:srgbClr val="040273"/>
                    </a:solidFill>
                  </a:tcPr>
                </a:tc>
                <a:tc>
                  <a:txBody>
                    <a:bodyPr/>
                    <a:lstStyle/>
                    <a:p>
                      <a:r>
                        <a:t>Las Vegas</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China</a:t>
                      </a:r>
                    </a:p>
                  </a:txBody>
                  <a:tcPr>
                    <a:solidFill>
                      <a:srgbClr val="E8002D"/>
                    </a:solidFill>
                  </a:tcPr>
                </a:tc>
                <a:tc>
                  <a:txBody>
                    <a:bodyPr/>
                    <a:lstStyle/>
                    <a:p>
                      <a:r>
                        <a:t>Miami</a:t>
                      </a:r>
                    </a:p>
                  </a:txBody>
                  <a:tcPr>
                    <a:solidFill>
                      <a:srgbClr val="E8002D"/>
                    </a:solidFill>
                  </a:tcPr>
                </a:tc>
                <a:tc>
                  <a:txBody>
                    <a:bodyPr/>
                    <a:lstStyle/>
                    <a:p>
                      <a:r>
                        <a:t>Spain</a:t>
                      </a:r>
                    </a:p>
                  </a:txBody>
                  <a:tcPr>
                    <a:solidFill>
                      <a:srgbClr val="E8002D"/>
                    </a:solidFill>
                  </a:tcPr>
                </a:tc>
                <a:tc>
                  <a:txBody>
                    <a:bodyPr/>
                    <a:lstStyle/>
                    <a:p>
                      <a:r>
                        <a:t>COTA</a:t>
                      </a:r>
                    </a:p>
                  </a:txBody>
                  <a:tcPr>
                    <a:solidFill>
                      <a:srgbClr val="E8002D"/>
                    </a:solidFill>
                  </a:tcPr>
                </a:tc>
                <a:tc>
                  <a:txBody>
                    <a:bodyPr/>
                    <a:lstStyle/>
                    <a:p>
                      <a:r>
                        <a:t>Brazil</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Australia</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Baku</a:t>
                      </a:r>
                    </a:p>
                  </a:txBody>
                  <a:tcPr>
                    <a:solidFill>
                      <a:srgbClr val="FAC205"/>
                    </a:solidFill>
                  </a:tcPr>
                </a:tc>
                <a:extLst>
                  <a:ext uri="{0D108BD9-81ED-4DB2-BD59-A6C34878D82A}">
                    <a16:rowId xmlns:a16="http://schemas.microsoft.com/office/drawing/2014/main" val="10004"/>
                  </a:ext>
                </a:extLst>
              </a:tr>
              <a:tr h="293914">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Australia</a:t>
                      </a:r>
                    </a:p>
                  </a:txBody>
                  <a:tcPr>
                    <a:solidFill>
                      <a:srgbClr val="028F1E"/>
                    </a:solidFill>
                  </a:tcPr>
                </a:tc>
                <a:tc>
                  <a:txBody>
                    <a:bodyPr/>
                    <a:lstStyle/>
                    <a:p>
                      <a:r>
                        <a:t>Monaco</a:t>
                      </a:r>
                    </a:p>
                  </a:txBody>
                  <a:tcPr>
                    <a:solidFill>
                      <a:srgbClr val="028F1E"/>
                    </a:solidFill>
                  </a:tcPr>
                </a:tc>
                <a:tc>
                  <a:txBody>
                    <a:bodyPr/>
                    <a:lstStyle/>
                    <a:p>
                      <a:r>
                        <a:t>Hungary</a:t>
                      </a:r>
                    </a:p>
                  </a:txBody>
                  <a:tcPr>
                    <a:solidFill>
                      <a:srgbClr val="028F1E"/>
                    </a:solidFill>
                  </a:tcPr>
                </a:tc>
                <a:tc>
                  <a:txBody>
                    <a:bodyPr/>
                    <a:lstStyle/>
                    <a:p>
                      <a:r>
                        <a:t>Monza</a:t>
                      </a:r>
                    </a:p>
                  </a:txBody>
                  <a:tcPr>
                    <a:solidFill>
                      <a:srgbClr val="028F1E"/>
                    </a:solidFill>
                  </a:tcPr>
                </a:tc>
                <a:tc>
                  <a:txBody>
                    <a:bodyPr/>
                    <a:lstStyle/>
                    <a:p>
                      <a:r>
                        <a:t>Brazil</a:t>
                      </a:r>
                    </a:p>
                  </a:txBody>
                  <a:tcPr>
                    <a:solidFill>
                      <a:srgbClr val="028F1E"/>
                    </a:solidFill>
                  </a:tcPr>
                </a:tc>
                <a:extLst>
                  <a:ext uri="{0D108BD9-81ED-4DB2-BD59-A6C34878D82A}">
                    <a16:rowId xmlns:a16="http://schemas.microsoft.com/office/drawing/2014/main" val="10006"/>
                  </a:ext>
                </a:extLst>
              </a:tr>
              <a:tr h="293914">
                <a:tc>
                  <a:txBody>
                    <a:bodyPr/>
                    <a:lstStyle/>
                    <a:p>
                      <a:r>
                        <a:t>1</a:t>
                      </a:r>
                    </a:p>
                  </a:txBody>
                  <a:tcPr>
                    <a:solidFill>
                      <a:srgbClr val="028F1E"/>
                    </a:solidFill>
                  </a:tcPr>
                </a:tc>
                <a:tc>
                  <a:txBody>
                    <a:bodyPr/>
                    <a:lstStyle/>
                    <a:p>
                      <a:r>
                        <a:t>0</a:t>
                      </a:r>
                    </a:p>
                  </a:txBody>
                  <a:tcPr>
                    <a:solidFill>
                      <a:srgbClr val="028F1E"/>
                    </a:solidFill>
                  </a:tcPr>
                </a:tc>
                <a:tc>
                  <a:txBody>
                    <a:bodyPr/>
                    <a:lstStyle/>
                    <a:p>
                      <a:r>
                        <a:t>1</a:t>
                      </a:r>
                    </a:p>
                  </a:txBody>
                  <a:tcPr>
                    <a:solidFill>
                      <a:srgbClr val="028F1E"/>
                    </a:solidFill>
                  </a:tcPr>
                </a:tc>
                <a:tc>
                  <a:txBody>
                    <a:bodyPr/>
                    <a:lstStyle/>
                    <a:p>
                      <a:r>
                        <a:t>0</a:t>
                      </a:r>
                    </a:p>
                  </a:txBody>
                  <a:tcPr>
                    <a:solidFill>
                      <a:srgbClr val="028F1E"/>
                    </a:solidFill>
                  </a:tcPr>
                </a:tc>
                <a:tc>
                  <a:txBody>
                    <a:bodyPr/>
                    <a:lstStyle/>
                    <a:p>
                      <a:r>
                        <a:t>0</a:t>
                      </a: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China</a:t>
                      </a:r>
                    </a:p>
                  </a:txBody>
                  <a:tcPr>
                    <a:solidFill>
                      <a:srgbClr val="FF5B00"/>
                    </a:solidFill>
                  </a:tcPr>
                </a:tc>
                <a:tc>
                  <a:txBody>
                    <a:bodyPr/>
                    <a:lstStyle/>
                    <a:p>
                      <a:r>
                        <a:t>Austria</a:t>
                      </a:r>
                    </a:p>
                  </a:txBody>
                  <a:tcPr>
                    <a:solidFill>
                      <a:srgbClr val="FF5B00"/>
                    </a:solidFill>
                  </a:tcPr>
                </a:tc>
                <a:tc>
                  <a:txBody>
                    <a:bodyPr/>
                    <a:lstStyle/>
                    <a:p>
                      <a:r>
                        <a:t>Singapore</a:t>
                      </a:r>
                    </a:p>
                  </a:txBody>
                  <a:tcPr>
                    <a:solidFill>
                      <a:srgbClr val="FF5B00"/>
                    </a:solidFill>
                  </a:tcPr>
                </a:tc>
                <a:tc>
                  <a:txBody>
                    <a:bodyPr/>
                    <a:lstStyle/>
                    <a:p>
                      <a:r>
                        <a:t>Brazil</a:t>
                      </a:r>
                    </a:p>
                  </a:txBody>
                  <a:tcPr>
                    <a:solidFill>
                      <a:srgbClr val="FF5B00"/>
                    </a:solidFill>
                  </a:tcPr>
                </a:tc>
                <a:tc>
                  <a:txBody>
                    <a:bodyPr/>
                    <a:lstStyle/>
                    <a:p>
                      <a:r>
                        <a:t>Las Vegas</a:t>
                      </a:r>
                    </a:p>
                  </a:txBody>
                  <a:tcPr>
                    <a:solidFill>
                      <a:srgbClr val="FF5B00"/>
                    </a:solidFill>
                  </a:tcPr>
                </a:tc>
                <a:extLst>
                  <a:ext uri="{0D108BD9-81ED-4DB2-BD59-A6C34878D82A}">
                    <a16:rowId xmlns:a16="http://schemas.microsoft.com/office/drawing/2014/main" val="10008"/>
                  </a:ext>
                </a:extLst>
              </a:tr>
              <a:tr h="293914">
                <a:tc>
                  <a:txBody>
                    <a:bodyPr/>
                    <a:lstStyle/>
                    <a:p>
                      <a:r>
                        <a:t>1</a:t>
                      </a:r>
                    </a:p>
                  </a:txBody>
                  <a:tcPr>
                    <a:solidFill>
                      <a:srgbClr val="FF5B00"/>
                    </a:solidFill>
                  </a:tcPr>
                </a:tc>
                <a:tc>
                  <a:txBody>
                    <a:bodyPr/>
                    <a:lstStyle/>
                    <a:p>
                      <a:r>
                        <a:t>0</a:t>
                      </a:r>
                    </a:p>
                  </a:txBody>
                  <a:tcPr>
                    <a:solidFill>
                      <a:srgbClr val="FF5B00"/>
                    </a:solidFill>
                  </a:tcPr>
                </a:tc>
                <a:tc>
                  <a:txBody>
                    <a:bodyPr/>
                    <a:lstStyle/>
                    <a:p>
                      <a:r>
                        <a:t>1</a:t>
                      </a:r>
                    </a:p>
                  </a:txBody>
                  <a:tcPr>
                    <a:solidFill>
                      <a:srgbClr val="FF5B00"/>
                    </a:solidFill>
                  </a:tcPr>
                </a:tc>
                <a:tc>
                  <a:txBody>
                    <a:bodyPr/>
                    <a:lstStyle/>
                    <a:p>
                      <a:r>
                        <a:t>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Silverstone</a:t>
                      </a:r>
                    </a:p>
                  </a:txBody>
                  <a:tcPr>
                    <a:solidFill>
                      <a:srgbClr val="13EAC9"/>
                    </a:solidFill>
                  </a:tcPr>
                </a:tc>
                <a:tc>
                  <a:txBody>
                    <a:bodyPr/>
                    <a:lstStyle/>
                    <a:p>
                      <a:r>
                        <a:t>Monza</a:t>
                      </a:r>
                    </a:p>
                  </a:txBody>
                  <a:tcPr>
                    <a:solidFill>
                      <a:srgbClr val="13EAC9"/>
                    </a:solidFill>
                  </a:tcPr>
                </a:tc>
                <a:tc>
                  <a:txBody>
                    <a:bodyPr/>
                    <a:lstStyle/>
                    <a:p>
                      <a:r>
                        <a:t>Brazil</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r>
                        <a:t>0</a:t>
                      </a:r>
                    </a:p>
                  </a:txBody>
                  <a:tcPr>
                    <a:solidFill>
                      <a:srgbClr val="13EAC9"/>
                    </a:solidFill>
                  </a:tcPr>
                </a:tc>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Australia</a:t>
                      </a:r>
                    </a:p>
                  </a:txBody>
                  <a:tcPr>
                    <a:solidFill>
                      <a:srgbClr val="9A0EEA"/>
                    </a:solidFill>
                  </a:tcPr>
                </a:tc>
                <a:tc>
                  <a:txBody>
                    <a:bodyPr/>
                    <a:lstStyle/>
                    <a:p>
                      <a:r>
                        <a:t>Spain</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Qatar</a:t>
                      </a:r>
                    </a:p>
                  </a:txBody>
                  <a:tcPr>
                    <a:solidFill>
                      <a:srgbClr val="9A0EEA"/>
                    </a:solidFill>
                  </a:tcPr>
                </a:tc>
                <a:extLst>
                  <a:ext uri="{0D108BD9-81ED-4DB2-BD59-A6C34878D82A}">
                    <a16:rowId xmlns:a16="http://schemas.microsoft.com/office/drawing/2014/main" val="10012"/>
                  </a:ext>
                </a:extLst>
              </a:tr>
              <a:tr h="293918">
                <a:tc>
                  <a:txBody>
                    <a:bodyPr/>
                    <a:lstStyle/>
                    <a:p>
                      <a:r>
                        <a:t>2</a:t>
                      </a:r>
                    </a:p>
                  </a:txBody>
                  <a:tcPr>
                    <a:solidFill>
                      <a:srgbClr val="9A0EEA"/>
                    </a:solidFill>
                  </a:tcPr>
                </a:tc>
                <a:tc>
                  <a:txBody>
                    <a:bodyPr/>
                    <a:lstStyle/>
                    <a:p>
                      <a:r>
                        <a:t>0</a:t>
                      </a:r>
                    </a:p>
                  </a:txBody>
                  <a:tcPr>
                    <a:solidFill>
                      <a:srgbClr val="9A0EEA"/>
                    </a:solidFill>
                  </a:tcPr>
                </a:tc>
                <a:tc>
                  <a:txBody>
                    <a:bodyPr/>
                    <a:lstStyle/>
                    <a:p>
                      <a:r>
                        <a:t>2</a:t>
                      </a:r>
                    </a:p>
                  </a:txBody>
                  <a:tcPr>
                    <a:solidFill>
                      <a:srgbClr val="9A0EEA"/>
                    </a:solidFill>
                  </a:tcPr>
                </a:tc>
                <a:tc>
                  <a:txBody>
                    <a:bodyPr/>
                    <a:lstStyle/>
                    <a:p>
                      <a:r>
                        <a:t>0</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640</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615</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765</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582</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634</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531</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Gasly @ COTA</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Miami</a:t>
                      </a:r>
                    </a:p>
                  </a:txBody>
                  <a:tcPr>
                    <a:solidFill>
                      <a:srgbClr val="040273"/>
                    </a:solidFill>
                  </a:tcPr>
                </a:tc>
                <a:tc>
                  <a:txBody>
                    <a:bodyPr/>
                    <a:lstStyle/>
                    <a:p>
                      <a:r>
                        <a:t>Imola</a:t>
                      </a:r>
                    </a:p>
                  </a:txBody>
                  <a:tcPr>
                    <a:solidFill>
                      <a:srgbClr val="040273"/>
                    </a:solidFill>
                  </a:tcPr>
                </a:tc>
                <a:tc>
                  <a:txBody>
                    <a:bodyPr/>
                    <a:lstStyle/>
                    <a:p>
                      <a:r>
                        <a:t>Monza</a:t>
                      </a:r>
                    </a:p>
                  </a:txBody>
                  <a:tcPr>
                    <a:solidFill>
                      <a:srgbClr val="040273"/>
                    </a:solidFill>
                  </a:tcPr>
                </a:tc>
                <a:tc>
                  <a:txBody>
                    <a:bodyPr/>
                    <a:lstStyle/>
                    <a:p>
                      <a:r>
                        <a:t>Baku</a:t>
                      </a:r>
                    </a:p>
                  </a:txBody>
                  <a:tcPr>
                    <a:solidFill>
                      <a:srgbClr val="040273"/>
                    </a:solidFill>
                  </a:tcPr>
                </a:tc>
                <a:tc>
                  <a:txBody>
                    <a:bodyPr/>
                    <a:lstStyle/>
                    <a:p>
                      <a:r>
                        <a:t>Las Vegas</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China</a:t>
                      </a:r>
                    </a:p>
                  </a:txBody>
                  <a:tcPr>
                    <a:solidFill>
                      <a:srgbClr val="E8002D"/>
                    </a:solidFill>
                  </a:tcPr>
                </a:tc>
                <a:tc>
                  <a:txBody>
                    <a:bodyPr/>
                    <a:lstStyle/>
                    <a:p>
                      <a:r>
                        <a:t>Miami</a:t>
                      </a:r>
                    </a:p>
                  </a:txBody>
                  <a:tcPr>
                    <a:solidFill>
                      <a:srgbClr val="E8002D"/>
                    </a:solidFill>
                  </a:tcPr>
                </a:tc>
                <a:tc>
                  <a:txBody>
                    <a:bodyPr/>
                    <a:lstStyle/>
                    <a:p>
                      <a:r>
                        <a:t>Spain</a:t>
                      </a:r>
                    </a:p>
                  </a:txBody>
                  <a:tcPr>
                    <a:solidFill>
                      <a:srgbClr val="E8002D"/>
                    </a:solidFill>
                  </a:tcPr>
                </a:tc>
                <a:tc>
                  <a:txBody>
                    <a:bodyPr/>
                    <a:lstStyle/>
                    <a:p>
                      <a:r>
                        <a:t>COTA</a:t>
                      </a:r>
                    </a:p>
                  </a:txBody>
                  <a:tcPr>
                    <a:solidFill>
                      <a:srgbClr val="E8002D"/>
                    </a:solidFill>
                  </a:tcPr>
                </a:tc>
                <a:tc>
                  <a:txBody>
                    <a:bodyPr/>
                    <a:lstStyle/>
                    <a:p>
                      <a:r>
                        <a:t>Brazil</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r>
                        <a:t>0</a:t>
                      </a: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Australia</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Baku</a:t>
                      </a:r>
                    </a:p>
                  </a:txBody>
                  <a:tcPr>
                    <a:solidFill>
                      <a:srgbClr val="FAC205"/>
                    </a:solidFill>
                  </a:tcPr>
                </a:tc>
                <a:extLst>
                  <a:ext uri="{0D108BD9-81ED-4DB2-BD59-A6C34878D82A}">
                    <a16:rowId xmlns:a16="http://schemas.microsoft.com/office/drawing/2014/main" val="10004"/>
                  </a:ext>
                </a:extLst>
              </a:tr>
              <a:tr h="293914">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Australia</a:t>
                      </a:r>
                    </a:p>
                  </a:txBody>
                  <a:tcPr>
                    <a:solidFill>
                      <a:srgbClr val="028F1E"/>
                    </a:solidFill>
                  </a:tcPr>
                </a:tc>
                <a:tc>
                  <a:txBody>
                    <a:bodyPr/>
                    <a:lstStyle/>
                    <a:p>
                      <a:r>
                        <a:t>Monaco</a:t>
                      </a:r>
                    </a:p>
                  </a:txBody>
                  <a:tcPr>
                    <a:solidFill>
                      <a:srgbClr val="028F1E"/>
                    </a:solidFill>
                  </a:tcPr>
                </a:tc>
                <a:tc>
                  <a:txBody>
                    <a:bodyPr/>
                    <a:lstStyle/>
                    <a:p>
                      <a:r>
                        <a:t>Hungary</a:t>
                      </a:r>
                    </a:p>
                  </a:txBody>
                  <a:tcPr>
                    <a:solidFill>
                      <a:srgbClr val="028F1E"/>
                    </a:solidFill>
                  </a:tcPr>
                </a:tc>
                <a:tc>
                  <a:txBody>
                    <a:bodyPr/>
                    <a:lstStyle/>
                    <a:p>
                      <a:r>
                        <a:t>Monza</a:t>
                      </a:r>
                    </a:p>
                  </a:txBody>
                  <a:tcPr>
                    <a:solidFill>
                      <a:srgbClr val="028F1E"/>
                    </a:solidFill>
                  </a:tcPr>
                </a:tc>
                <a:tc>
                  <a:txBody>
                    <a:bodyPr/>
                    <a:lstStyle/>
                    <a:p>
                      <a:r>
                        <a:t>Brazil</a:t>
                      </a:r>
                    </a:p>
                  </a:txBody>
                  <a:tcPr>
                    <a:solidFill>
                      <a:srgbClr val="028F1E"/>
                    </a:solidFill>
                  </a:tcPr>
                </a:tc>
                <a:extLst>
                  <a:ext uri="{0D108BD9-81ED-4DB2-BD59-A6C34878D82A}">
                    <a16:rowId xmlns:a16="http://schemas.microsoft.com/office/drawing/2014/main" val="10006"/>
                  </a:ext>
                </a:extLst>
              </a:tr>
              <a:tr h="293914">
                <a:tc>
                  <a:txBody>
                    <a:bodyPr/>
                    <a:lstStyle/>
                    <a:p>
                      <a:r>
                        <a:t>1</a:t>
                      </a:r>
                    </a:p>
                  </a:txBody>
                  <a:tcPr>
                    <a:solidFill>
                      <a:srgbClr val="028F1E"/>
                    </a:solidFill>
                  </a:tcPr>
                </a:tc>
                <a:tc>
                  <a:txBody>
                    <a:bodyPr/>
                    <a:lstStyle/>
                    <a:p>
                      <a:r>
                        <a:t>0</a:t>
                      </a:r>
                    </a:p>
                  </a:txBody>
                  <a:tcPr>
                    <a:solidFill>
                      <a:srgbClr val="028F1E"/>
                    </a:solidFill>
                  </a:tcPr>
                </a:tc>
                <a:tc>
                  <a:txBody>
                    <a:bodyPr/>
                    <a:lstStyle/>
                    <a:p>
                      <a:r>
                        <a:t>1</a:t>
                      </a:r>
                    </a:p>
                  </a:txBody>
                  <a:tcPr>
                    <a:solidFill>
                      <a:srgbClr val="028F1E"/>
                    </a:solidFill>
                  </a:tcPr>
                </a:tc>
                <a:tc>
                  <a:txBody>
                    <a:bodyPr/>
                    <a:lstStyle/>
                    <a:p>
                      <a:r>
                        <a:t>0</a:t>
                      </a:r>
                    </a:p>
                  </a:txBody>
                  <a:tcPr>
                    <a:solidFill>
                      <a:srgbClr val="028F1E"/>
                    </a:solidFill>
                  </a:tcPr>
                </a:tc>
                <a:tc>
                  <a:txBody>
                    <a:bodyPr/>
                    <a:lstStyle/>
                    <a:p>
                      <a:r>
                        <a:t>0</a:t>
                      </a: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China</a:t>
                      </a:r>
                    </a:p>
                  </a:txBody>
                  <a:tcPr>
                    <a:solidFill>
                      <a:srgbClr val="FF5B00"/>
                    </a:solidFill>
                  </a:tcPr>
                </a:tc>
                <a:tc>
                  <a:txBody>
                    <a:bodyPr/>
                    <a:lstStyle/>
                    <a:p>
                      <a:r>
                        <a:t>Austria</a:t>
                      </a:r>
                    </a:p>
                  </a:txBody>
                  <a:tcPr>
                    <a:solidFill>
                      <a:srgbClr val="FF5B00"/>
                    </a:solidFill>
                  </a:tcPr>
                </a:tc>
                <a:tc>
                  <a:txBody>
                    <a:bodyPr/>
                    <a:lstStyle/>
                    <a:p>
                      <a:r>
                        <a:t>Singapore</a:t>
                      </a:r>
                    </a:p>
                  </a:txBody>
                  <a:tcPr>
                    <a:solidFill>
                      <a:srgbClr val="FF5B00"/>
                    </a:solidFill>
                  </a:tcPr>
                </a:tc>
                <a:tc>
                  <a:txBody>
                    <a:bodyPr/>
                    <a:lstStyle/>
                    <a:p>
                      <a:r>
                        <a:t>Brazil</a:t>
                      </a:r>
                    </a:p>
                  </a:txBody>
                  <a:tcPr>
                    <a:solidFill>
                      <a:srgbClr val="FF5B00"/>
                    </a:solidFill>
                  </a:tcPr>
                </a:tc>
                <a:tc>
                  <a:txBody>
                    <a:bodyPr/>
                    <a:lstStyle/>
                    <a:p>
                      <a:r>
                        <a:t>Las Vegas</a:t>
                      </a:r>
                    </a:p>
                  </a:txBody>
                  <a:tcPr>
                    <a:solidFill>
                      <a:srgbClr val="FF5B00"/>
                    </a:solidFill>
                  </a:tcPr>
                </a:tc>
                <a:extLst>
                  <a:ext uri="{0D108BD9-81ED-4DB2-BD59-A6C34878D82A}">
                    <a16:rowId xmlns:a16="http://schemas.microsoft.com/office/drawing/2014/main" val="10008"/>
                  </a:ext>
                </a:extLst>
              </a:tr>
              <a:tr h="293914">
                <a:tc>
                  <a:txBody>
                    <a:bodyPr/>
                    <a:lstStyle/>
                    <a:p>
                      <a:r>
                        <a:t>1</a:t>
                      </a:r>
                    </a:p>
                  </a:txBody>
                  <a:tcPr>
                    <a:solidFill>
                      <a:srgbClr val="FF5B00"/>
                    </a:solidFill>
                  </a:tcPr>
                </a:tc>
                <a:tc>
                  <a:txBody>
                    <a:bodyPr/>
                    <a:lstStyle/>
                    <a:p>
                      <a:r>
                        <a:t>0</a:t>
                      </a:r>
                    </a:p>
                  </a:txBody>
                  <a:tcPr>
                    <a:solidFill>
                      <a:srgbClr val="FF5B00"/>
                    </a:solidFill>
                  </a:tcPr>
                </a:tc>
                <a:tc>
                  <a:txBody>
                    <a:bodyPr/>
                    <a:lstStyle/>
                    <a:p>
                      <a:r>
                        <a:t>1</a:t>
                      </a:r>
                    </a:p>
                  </a:txBody>
                  <a:tcPr>
                    <a:solidFill>
                      <a:srgbClr val="FF5B00"/>
                    </a:solidFill>
                  </a:tcPr>
                </a:tc>
                <a:tc>
                  <a:txBody>
                    <a:bodyPr/>
                    <a:lstStyle/>
                    <a:p>
                      <a:r>
                        <a:t>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Silverstone</a:t>
                      </a:r>
                    </a:p>
                  </a:txBody>
                  <a:tcPr>
                    <a:solidFill>
                      <a:srgbClr val="13EAC9"/>
                    </a:solidFill>
                  </a:tcPr>
                </a:tc>
                <a:tc>
                  <a:txBody>
                    <a:bodyPr/>
                    <a:lstStyle/>
                    <a:p>
                      <a:r>
                        <a:t>Monza</a:t>
                      </a:r>
                    </a:p>
                  </a:txBody>
                  <a:tcPr>
                    <a:solidFill>
                      <a:srgbClr val="13EAC9"/>
                    </a:solidFill>
                  </a:tcPr>
                </a:tc>
                <a:tc>
                  <a:txBody>
                    <a:bodyPr/>
                    <a:lstStyle/>
                    <a:p>
                      <a:r>
                        <a:t>Brazil</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r>
                        <a:t>0</a:t>
                      </a:r>
                    </a:p>
                  </a:txBody>
                  <a:tcPr>
                    <a:solidFill>
                      <a:srgbClr val="13EAC9"/>
                    </a:solidFill>
                  </a:tcPr>
                </a:tc>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Australia</a:t>
                      </a:r>
                    </a:p>
                  </a:txBody>
                  <a:tcPr>
                    <a:solidFill>
                      <a:srgbClr val="9A0EEA"/>
                    </a:solidFill>
                  </a:tcPr>
                </a:tc>
                <a:tc>
                  <a:txBody>
                    <a:bodyPr/>
                    <a:lstStyle/>
                    <a:p>
                      <a:r>
                        <a:t>Spain</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Qatar</a:t>
                      </a:r>
                    </a:p>
                  </a:txBody>
                  <a:tcPr>
                    <a:solidFill>
                      <a:srgbClr val="9A0EEA"/>
                    </a:solidFill>
                  </a:tcPr>
                </a:tc>
                <a:extLst>
                  <a:ext uri="{0D108BD9-81ED-4DB2-BD59-A6C34878D82A}">
                    <a16:rowId xmlns:a16="http://schemas.microsoft.com/office/drawing/2014/main" val="10012"/>
                  </a:ext>
                </a:extLst>
              </a:tr>
              <a:tr h="293918">
                <a:tc>
                  <a:txBody>
                    <a:bodyPr/>
                    <a:lstStyle/>
                    <a:p>
                      <a:r>
                        <a:t>2</a:t>
                      </a:r>
                    </a:p>
                  </a:txBody>
                  <a:tcPr>
                    <a:solidFill>
                      <a:srgbClr val="9A0EEA"/>
                    </a:solidFill>
                  </a:tcPr>
                </a:tc>
                <a:tc>
                  <a:txBody>
                    <a:bodyPr/>
                    <a:lstStyle/>
                    <a:p>
                      <a:r>
                        <a:t>0</a:t>
                      </a:r>
                    </a:p>
                  </a:txBody>
                  <a:tcPr>
                    <a:solidFill>
                      <a:srgbClr val="9A0EEA"/>
                    </a:solidFill>
                  </a:tcPr>
                </a:tc>
                <a:tc>
                  <a:txBody>
                    <a:bodyPr/>
                    <a:lstStyle/>
                    <a:p>
                      <a:r>
                        <a:t>2</a:t>
                      </a:r>
                    </a:p>
                  </a:txBody>
                  <a:tcPr>
                    <a:solidFill>
                      <a:srgbClr val="9A0EEA"/>
                    </a:solidFill>
                  </a:tcPr>
                </a:tc>
                <a:tc>
                  <a:txBody>
                    <a:bodyPr/>
                    <a:lstStyle/>
                    <a:p>
                      <a:r>
                        <a:t>0</a:t>
                      </a:r>
                    </a:p>
                  </a:txBody>
                  <a:tcPr>
                    <a:solidFill>
                      <a:srgbClr val="9A0EEA"/>
                    </a:solidFill>
                  </a:tcPr>
                </a:tc>
                <a:tc>
                  <a:txBody>
                    <a:bodyPr/>
                    <a:lstStyle/>
                    <a:p>
                      <a:r>
                        <a:t>0</a:t>
                      </a: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640</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615</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765</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582</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634</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531</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Gasly @ Brazil</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Miami</a:t>
                      </a:r>
                    </a:p>
                  </a:txBody>
                  <a:tcPr>
                    <a:solidFill>
                      <a:srgbClr val="040273"/>
                    </a:solidFill>
                  </a:tcPr>
                </a:tc>
                <a:tc>
                  <a:txBody>
                    <a:bodyPr/>
                    <a:lstStyle/>
                    <a:p>
                      <a:r>
                        <a:t>Imola</a:t>
                      </a:r>
                    </a:p>
                  </a:txBody>
                  <a:tcPr>
                    <a:solidFill>
                      <a:srgbClr val="040273"/>
                    </a:solidFill>
                  </a:tcPr>
                </a:tc>
                <a:tc>
                  <a:txBody>
                    <a:bodyPr/>
                    <a:lstStyle/>
                    <a:p>
                      <a:r>
                        <a:t>Monza</a:t>
                      </a:r>
                    </a:p>
                  </a:txBody>
                  <a:tcPr>
                    <a:solidFill>
                      <a:srgbClr val="040273"/>
                    </a:solidFill>
                  </a:tcPr>
                </a:tc>
                <a:tc>
                  <a:txBody>
                    <a:bodyPr/>
                    <a:lstStyle/>
                    <a:p>
                      <a:r>
                        <a:t>Baku</a:t>
                      </a:r>
                    </a:p>
                  </a:txBody>
                  <a:tcPr>
                    <a:solidFill>
                      <a:srgbClr val="040273"/>
                    </a:solidFill>
                  </a:tcPr>
                </a:tc>
                <a:tc>
                  <a:txBody>
                    <a:bodyPr/>
                    <a:lstStyle/>
                    <a:p>
                      <a:r>
                        <a:t>Las Vegas</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China</a:t>
                      </a:r>
                    </a:p>
                  </a:txBody>
                  <a:tcPr>
                    <a:solidFill>
                      <a:srgbClr val="E8002D"/>
                    </a:solidFill>
                  </a:tcPr>
                </a:tc>
                <a:tc>
                  <a:txBody>
                    <a:bodyPr/>
                    <a:lstStyle/>
                    <a:p>
                      <a:r>
                        <a:t>Miami</a:t>
                      </a:r>
                    </a:p>
                  </a:txBody>
                  <a:tcPr>
                    <a:solidFill>
                      <a:srgbClr val="E8002D"/>
                    </a:solidFill>
                  </a:tcPr>
                </a:tc>
                <a:tc>
                  <a:txBody>
                    <a:bodyPr/>
                    <a:lstStyle/>
                    <a:p>
                      <a:r>
                        <a:t>Spain</a:t>
                      </a:r>
                    </a:p>
                  </a:txBody>
                  <a:tcPr>
                    <a:solidFill>
                      <a:srgbClr val="E8002D"/>
                    </a:solidFill>
                  </a:tcPr>
                </a:tc>
                <a:tc>
                  <a:txBody>
                    <a:bodyPr/>
                    <a:lstStyle/>
                    <a:p>
                      <a:r>
                        <a:t>COTA</a:t>
                      </a:r>
                    </a:p>
                  </a:txBody>
                  <a:tcPr>
                    <a:solidFill>
                      <a:srgbClr val="E8002D"/>
                    </a:solidFill>
                  </a:tcPr>
                </a:tc>
                <a:tc>
                  <a:txBody>
                    <a:bodyPr/>
                    <a:lstStyle/>
                    <a:p>
                      <a:r>
                        <a:t>Brazil</a:t>
                      </a:r>
                    </a:p>
                  </a:txBody>
                  <a:tcPr>
                    <a:solidFill>
                      <a:srgbClr val="E8002D"/>
                    </a:solidFill>
                  </a:tcPr>
                </a:tc>
                <a:extLst>
                  <a:ext uri="{0D108BD9-81ED-4DB2-BD59-A6C34878D82A}">
                    <a16:rowId xmlns:a16="http://schemas.microsoft.com/office/drawing/2014/main" val="10002"/>
                  </a:ext>
                </a:extLst>
              </a:tr>
              <a:tr h="293914">
                <a:tc>
                  <a:txBody>
                    <a:bodyPr/>
                    <a:lstStyle/>
                    <a:p>
                      <a:r>
                        <a:t>17</a:t>
                      </a:r>
                    </a:p>
                  </a:txBody>
                  <a:tcPr>
                    <a:solidFill>
                      <a:srgbClr val="E8002D"/>
                    </a:solidFill>
                  </a:tcPr>
                </a:tc>
                <a:tc>
                  <a:txBody>
                    <a:bodyPr/>
                    <a:lstStyle/>
                    <a:p>
                      <a:r>
                        <a:t>0</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r>
                        <a:t>0</a:t>
                      </a:r>
                    </a:p>
                  </a:txBody>
                  <a:tcPr>
                    <a:solidFill>
                      <a:srgbClr val="E8002D"/>
                    </a:solidFill>
                  </a:tcPr>
                </a:tc>
                <a:tc>
                  <a:txBody>
                    <a:bodyPr/>
                    <a:lstStyle/>
                    <a:p>
                      <a:r>
                        <a:t>15</a:t>
                      </a: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Australia</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Baku</a:t>
                      </a:r>
                    </a:p>
                  </a:txBody>
                  <a:tcPr>
                    <a:solidFill>
                      <a:srgbClr val="FAC205"/>
                    </a:solidFill>
                  </a:tcPr>
                </a:tc>
                <a:extLst>
                  <a:ext uri="{0D108BD9-81ED-4DB2-BD59-A6C34878D82A}">
                    <a16:rowId xmlns:a16="http://schemas.microsoft.com/office/drawing/2014/main" val="10004"/>
                  </a:ext>
                </a:extLst>
              </a:tr>
              <a:tr h="293914">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Australia</a:t>
                      </a:r>
                    </a:p>
                  </a:txBody>
                  <a:tcPr>
                    <a:solidFill>
                      <a:srgbClr val="028F1E"/>
                    </a:solidFill>
                  </a:tcPr>
                </a:tc>
                <a:tc>
                  <a:txBody>
                    <a:bodyPr/>
                    <a:lstStyle/>
                    <a:p>
                      <a:r>
                        <a:t>Monaco</a:t>
                      </a:r>
                    </a:p>
                  </a:txBody>
                  <a:tcPr>
                    <a:solidFill>
                      <a:srgbClr val="028F1E"/>
                    </a:solidFill>
                  </a:tcPr>
                </a:tc>
                <a:tc>
                  <a:txBody>
                    <a:bodyPr/>
                    <a:lstStyle/>
                    <a:p>
                      <a:r>
                        <a:t>Hungary</a:t>
                      </a:r>
                    </a:p>
                  </a:txBody>
                  <a:tcPr>
                    <a:solidFill>
                      <a:srgbClr val="028F1E"/>
                    </a:solidFill>
                  </a:tcPr>
                </a:tc>
                <a:tc>
                  <a:txBody>
                    <a:bodyPr/>
                    <a:lstStyle/>
                    <a:p>
                      <a:r>
                        <a:t>Monza</a:t>
                      </a:r>
                    </a:p>
                  </a:txBody>
                  <a:tcPr>
                    <a:solidFill>
                      <a:srgbClr val="028F1E"/>
                    </a:solidFill>
                  </a:tcPr>
                </a:tc>
                <a:tc>
                  <a:txBody>
                    <a:bodyPr/>
                    <a:lstStyle/>
                    <a:p>
                      <a:r>
                        <a:t>Brazil</a:t>
                      </a:r>
                    </a:p>
                  </a:txBody>
                  <a:tcPr>
                    <a:solidFill>
                      <a:srgbClr val="028F1E"/>
                    </a:solidFill>
                  </a:tcPr>
                </a:tc>
                <a:extLst>
                  <a:ext uri="{0D108BD9-81ED-4DB2-BD59-A6C34878D82A}">
                    <a16:rowId xmlns:a16="http://schemas.microsoft.com/office/drawing/2014/main" val="10006"/>
                  </a:ext>
                </a:extLst>
              </a:tr>
              <a:tr h="293914">
                <a:tc>
                  <a:txBody>
                    <a:bodyPr/>
                    <a:lstStyle/>
                    <a:p>
                      <a:r>
                        <a:t>16</a:t>
                      </a:r>
                    </a:p>
                  </a:txBody>
                  <a:tcPr>
                    <a:solidFill>
                      <a:srgbClr val="028F1E"/>
                    </a:solidFill>
                  </a:tcPr>
                </a:tc>
                <a:tc>
                  <a:txBody>
                    <a:bodyPr/>
                    <a:lstStyle/>
                    <a:p>
                      <a:r>
                        <a:t>0</a:t>
                      </a:r>
                    </a:p>
                  </a:txBody>
                  <a:tcPr>
                    <a:solidFill>
                      <a:srgbClr val="028F1E"/>
                    </a:solidFill>
                  </a:tcPr>
                </a:tc>
                <a:tc>
                  <a:txBody>
                    <a:bodyPr/>
                    <a:lstStyle/>
                    <a:p>
                      <a:r>
                        <a:t>1</a:t>
                      </a:r>
                    </a:p>
                  </a:txBody>
                  <a:tcPr>
                    <a:solidFill>
                      <a:srgbClr val="028F1E"/>
                    </a:solidFill>
                  </a:tcPr>
                </a:tc>
                <a:tc>
                  <a:txBody>
                    <a:bodyPr/>
                    <a:lstStyle/>
                    <a:p>
                      <a:r>
                        <a:t>0</a:t>
                      </a:r>
                    </a:p>
                  </a:txBody>
                  <a:tcPr>
                    <a:solidFill>
                      <a:srgbClr val="028F1E"/>
                    </a:solidFill>
                  </a:tcPr>
                </a:tc>
                <a:tc>
                  <a:txBody>
                    <a:bodyPr/>
                    <a:lstStyle/>
                    <a:p>
                      <a:r>
                        <a:t>0</a:t>
                      </a:r>
                    </a:p>
                  </a:txBody>
                  <a:tcPr>
                    <a:solidFill>
                      <a:srgbClr val="028F1E"/>
                    </a:solidFill>
                  </a:tcPr>
                </a:tc>
                <a:tc>
                  <a:txBody>
                    <a:bodyPr/>
                    <a:lstStyle/>
                    <a:p>
                      <a:r>
                        <a:t>15</a:t>
                      </a: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China</a:t>
                      </a:r>
                    </a:p>
                  </a:txBody>
                  <a:tcPr>
                    <a:solidFill>
                      <a:srgbClr val="FF5B00"/>
                    </a:solidFill>
                  </a:tcPr>
                </a:tc>
                <a:tc>
                  <a:txBody>
                    <a:bodyPr/>
                    <a:lstStyle/>
                    <a:p>
                      <a:r>
                        <a:t>Austria</a:t>
                      </a:r>
                    </a:p>
                  </a:txBody>
                  <a:tcPr>
                    <a:solidFill>
                      <a:srgbClr val="FF5B00"/>
                    </a:solidFill>
                  </a:tcPr>
                </a:tc>
                <a:tc>
                  <a:txBody>
                    <a:bodyPr/>
                    <a:lstStyle/>
                    <a:p>
                      <a:r>
                        <a:t>Singapore</a:t>
                      </a:r>
                    </a:p>
                  </a:txBody>
                  <a:tcPr>
                    <a:solidFill>
                      <a:srgbClr val="FF5B00"/>
                    </a:solidFill>
                  </a:tcPr>
                </a:tc>
                <a:tc>
                  <a:txBody>
                    <a:bodyPr/>
                    <a:lstStyle/>
                    <a:p>
                      <a:r>
                        <a:t>Brazil</a:t>
                      </a:r>
                    </a:p>
                  </a:txBody>
                  <a:tcPr>
                    <a:solidFill>
                      <a:srgbClr val="FF5B00"/>
                    </a:solidFill>
                  </a:tcPr>
                </a:tc>
                <a:tc>
                  <a:txBody>
                    <a:bodyPr/>
                    <a:lstStyle/>
                    <a:p>
                      <a:r>
                        <a:t>Las Vegas</a:t>
                      </a:r>
                    </a:p>
                  </a:txBody>
                  <a:tcPr>
                    <a:solidFill>
                      <a:srgbClr val="FF5B00"/>
                    </a:solidFill>
                  </a:tcPr>
                </a:tc>
                <a:extLst>
                  <a:ext uri="{0D108BD9-81ED-4DB2-BD59-A6C34878D82A}">
                    <a16:rowId xmlns:a16="http://schemas.microsoft.com/office/drawing/2014/main" val="10008"/>
                  </a:ext>
                </a:extLst>
              </a:tr>
              <a:tr h="293914">
                <a:tc>
                  <a:txBody>
                    <a:bodyPr/>
                    <a:lstStyle/>
                    <a:p>
                      <a:r>
                        <a:t>16</a:t>
                      </a:r>
                    </a:p>
                  </a:txBody>
                  <a:tcPr>
                    <a:solidFill>
                      <a:srgbClr val="FF5B00"/>
                    </a:solidFill>
                  </a:tcPr>
                </a:tc>
                <a:tc>
                  <a:txBody>
                    <a:bodyPr/>
                    <a:lstStyle/>
                    <a:p>
                      <a:r>
                        <a:t>0</a:t>
                      </a:r>
                    </a:p>
                  </a:txBody>
                  <a:tcPr>
                    <a:solidFill>
                      <a:srgbClr val="FF5B00"/>
                    </a:solidFill>
                  </a:tcPr>
                </a:tc>
                <a:tc>
                  <a:txBody>
                    <a:bodyPr/>
                    <a:lstStyle/>
                    <a:p>
                      <a:r>
                        <a:t>1</a:t>
                      </a:r>
                    </a:p>
                  </a:txBody>
                  <a:tcPr>
                    <a:solidFill>
                      <a:srgbClr val="FF5B00"/>
                    </a:solidFill>
                  </a:tcPr>
                </a:tc>
                <a:tc>
                  <a:txBody>
                    <a:bodyPr/>
                    <a:lstStyle/>
                    <a:p>
                      <a:r>
                        <a:t>0</a:t>
                      </a:r>
                    </a:p>
                  </a:txBody>
                  <a:tcPr>
                    <a:solidFill>
                      <a:srgbClr val="FF5B00"/>
                    </a:solidFill>
                  </a:tcPr>
                </a:tc>
                <a:tc>
                  <a:txBody>
                    <a:bodyPr/>
                    <a:lstStyle/>
                    <a:p>
                      <a:r>
                        <a:t>15</a:t>
                      </a: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Silverstone</a:t>
                      </a:r>
                    </a:p>
                  </a:txBody>
                  <a:tcPr>
                    <a:solidFill>
                      <a:srgbClr val="13EAC9"/>
                    </a:solidFill>
                  </a:tcPr>
                </a:tc>
                <a:tc>
                  <a:txBody>
                    <a:bodyPr/>
                    <a:lstStyle/>
                    <a:p>
                      <a:r>
                        <a:t>Monza</a:t>
                      </a:r>
                    </a:p>
                  </a:txBody>
                  <a:tcPr>
                    <a:solidFill>
                      <a:srgbClr val="13EAC9"/>
                    </a:solidFill>
                  </a:tcPr>
                </a:tc>
                <a:tc>
                  <a:txBody>
                    <a:bodyPr/>
                    <a:lstStyle/>
                    <a:p>
                      <a:r>
                        <a:t>Brazil</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15</a:t>
                      </a:r>
                    </a:p>
                  </a:txBody>
                  <a:tcPr>
                    <a:solidFill>
                      <a:srgbClr val="13EAC9"/>
                    </a:solidFill>
                  </a:tcPr>
                </a:tc>
                <a:tc>
                  <a:txBody>
                    <a:bodyPr/>
                    <a:lstStyle/>
                    <a:p>
                      <a:r>
                        <a:t>0</a:t>
                      </a:r>
                    </a:p>
                  </a:txBody>
                  <a:tcPr>
                    <a:solidFill>
                      <a:srgbClr val="13EAC9"/>
                    </a:solidFill>
                  </a:tcPr>
                </a:tc>
                <a:tc>
                  <a:txBody>
                    <a:bodyPr/>
                    <a:lstStyle/>
                    <a:p>
                      <a:r>
                        <a:t>0</a:t>
                      </a:r>
                    </a:p>
                  </a:txBody>
                  <a:tcPr>
                    <a:solidFill>
                      <a:srgbClr val="13EAC9"/>
                    </a:solidFill>
                  </a:tcPr>
                </a:tc>
                <a:tc>
                  <a:txBody>
                    <a:bodyPr/>
                    <a:lstStyle/>
                    <a:p>
                      <a:r>
                        <a:t>15</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Australia</a:t>
                      </a:r>
                    </a:p>
                  </a:txBody>
                  <a:tcPr>
                    <a:solidFill>
                      <a:srgbClr val="9A0EEA"/>
                    </a:solidFill>
                  </a:tcPr>
                </a:tc>
                <a:tc>
                  <a:txBody>
                    <a:bodyPr/>
                    <a:lstStyle/>
                    <a:p>
                      <a:r>
                        <a:t>Spain</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Qatar</a:t>
                      </a:r>
                    </a:p>
                  </a:txBody>
                  <a:tcPr>
                    <a:solidFill>
                      <a:srgbClr val="9A0EEA"/>
                    </a:solidFill>
                  </a:tcPr>
                </a:tc>
                <a:extLst>
                  <a:ext uri="{0D108BD9-81ED-4DB2-BD59-A6C34878D82A}">
                    <a16:rowId xmlns:a16="http://schemas.microsoft.com/office/drawing/2014/main" val="10012"/>
                  </a:ext>
                </a:extLst>
              </a:tr>
              <a:tr h="293918">
                <a:tc>
                  <a:txBody>
                    <a:bodyPr/>
                    <a:lstStyle/>
                    <a:p>
                      <a:r>
                        <a:t>2</a:t>
                      </a:r>
                    </a:p>
                  </a:txBody>
                  <a:tcPr>
                    <a:solidFill>
                      <a:srgbClr val="9A0EEA"/>
                    </a:solidFill>
                  </a:tcPr>
                </a:tc>
                <a:tc>
                  <a:txBody>
                    <a:bodyPr/>
                    <a:lstStyle/>
                    <a:p>
                      <a:r>
                        <a:t>0</a:t>
                      </a:r>
                    </a:p>
                  </a:txBody>
                  <a:tcPr>
                    <a:solidFill>
                      <a:srgbClr val="9A0EEA"/>
                    </a:solidFill>
                  </a:tcPr>
                </a:tc>
                <a:tc>
                  <a:txBody>
                    <a:bodyPr/>
                    <a:lstStyle/>
                    <a:p>
                      <a:r>
                        <a:t>2</a:t>
                      </a:r>
                    </a:p>
                  </a:txBody>
                  <a:tcPr>
                    <a:solidFill>
                      <a:srgbClr val="9A0EEA"/>
                    </a:solidFill>
                  </a:tcPr>
                </a:tc>
                <a:tc>
                  <a:txBody>
                    <a:bodyPr/>
                    <a:lstStyle/>
                    <a:p>
                      <a:r>
                        <a:t>0</a:t>
                      </a:r>
                    </a:p>
                  </a:txBody>
                  <a:tcPr>
                    <a:solidFill>
                      <a:srgbClr val="9A0EEA"/>
                    </a:solidFill>
                  </a:tcPr>
                </a:tc>
                <a:tc>
                  <a:txBody>
                    <a:bodyPr/>
                    <a:lstStyle/>
                    <a:p>
                      <a:r>
                        <a:t>0</a:t>
                      </a: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655</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615</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780</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597</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649</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531</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Gasly @ Las Vegas</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Miami</a:t>
                      </a:r>
                    </a:p>
                  </a:txBody>
                  <a:tcPr>
                    <a:solidFill>
                      <a:srgbClr val="040273"/>
                    </a:solidFill>
                  </a:tcPr>
                </a:tc>
                <a:tc>
                  <a:txBody>
                    <a:bodyPr/>
                    <a:lstStyle/>
                    <a:p>
                      <a:r>
                        <a:t>Imola</a:t>
                      </a:r>
                    </a:p>
                  </a:txBody>
                  <a:tcPr>
                    <a:solidFill>
                      <a:srgbClr val="040273"/>
                    </a:solidFill>
                  </a:tcPr>
                </a:tc>
                <a:tc>
                  <a:txBody>
                    <a:bodyPr/>
                    <a:lstStyle/>
                    <a:p>
                      <a:r>
                        <a:t>Monza</a:t>
                      </a:r>
                    </a:p>
                  </a:txBody>
                  <a:tcPr>
                    <a:solidFill>
                      <a:srgbClr val="040273"/>
                    </a:solidFill>
                  </a:tcPr>
                </a:tc>
                <a:tc>
                  <a:txBody>
                    <a:bodyPr/>
                    <a:lstStyle/>
                    <a:p>
                      <a:r>
                        <a:t>Baku</a:t>
                      </a:r>
                    </a:p>
                  </a:txBody>
                  <a:tcPr>
                    <a:solidFill>
                      <a:srgbClr val="040273"/>
                    </a:solidFill>
                  </a:tcPr>
                </a:tc>
                <a:tc>
                  <a:txBody>
                    <a:bodyPr/>
                    <a:lstStyle/>
                    <a:p>
                      <a:r>
                        <a:t>Las Vegas</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China</a:t>
                      </a:r>
                    </a:p>
                  </a:txBody>
                  <a:tcPr>
                    <a:solidFill>
                      <a:srgbClr val="E8002D"/>
                    </a:solidFill>
                  </a:tcPr>
                </a:tc>
                <a:tc>
                  <a:txBody>
                    <a:bodyPr/>
                    <a:lstStyle/>
                    <a:p>
                      <a:r>
                        <a:t>Miami</a:t>
                      </a:r>
                    </a:p>
                  </a:txBody>
                  <a:tcPr>
                    <a:solidFill>
                      <a:srgbClr val="E8002D"/>
                    </a:solidFill>
                  </a:tcPr>
                </a:tc>
                <a:tc>
                  <a:txBody>
                    <a:bodyPr/>
                    <a:lstStyle/>
                    <a:p>
                      <a:r>
                        <a:t>Spain</a:t>
                      </a:r>
                    </a:p>
                  </a:txBody>
                  <a:tcPr>
                    <a:solidFill>
                      <a:srgbClr val="E8002D"/>
                    </a:solidFill>
                  </a:tcPr>
                </a:tc>
                <a:tc>
                  <a:txBody>
                    <a:bodyPr/>
                    <a:lstStyle/>
                    <a:p>
                      <a:r>
                        <a:t>COTA</a:t>
                      </a:r>
                    </a:p>
                  </a:txBody>
                  <a:tcPr>
                    <a:solidFill>
                      <a:srgbClr val="E8002D"/>
                    </a:solidFill>
                  </a:tcPr>
                </a:tc>
                <a:tc>
                  <a:txBody>
                    <a:bodyPr/>
                    <a:lstStyle/>
                    <a:p>
                      <a:r>
                        <a:t>Brazil</a:t>
                      </a:r>
                    </a:p>
                  </a:txBody>
                  <a:tcPr>
                    <a:solidFill>
                      <a:srgbClr val="E8002D"/>
                    </a:solidFill>
                  </a:tcPr>
                </a:tc>
                <a:extLst>
                  <a:ext uri="{0D108BD9-81ED-4DB2-BD59-A6C34878D82A}">
                    <a16:rowId xmlns:a16="http://schemas.microsoft.com/office/drawing/2014/main" val="10002"/>
                  </a:ext>
                </a:extLst>
              </a:tr>
              <a:tr h="293914">
                <a:tc>
                  <a:txBody>
                    <a:bodyPr/>
                    <a:lstStyle/>
                    <a:p>
                      <a:r>
                        <a:t>17</a:t>
                      </a:r>
                    </a:p>
                  </a:txBody>
                  <a:tcPr>
                    <a:solidFill>
                      <a:srgbClr val="E8002D"/>
                    </a:solidFill>
                  </a:tcPr>
                </a:tc>
                <a:tc>
                  <a:txBody>
                    <a:bodyPr/>
                    <a:lstStyle/>
                    <a:p>
                      <a:r>
                        <a:t>0</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r>
                        <a:t>0</a:t>
                      </a:r>
                    </a:p>
                  </a:txBody>
                  <a:tcPr>
                    <a:solidFill>
                      <a:srgbClr val="E8002D"/>
                    </a:solidFill>
                  </a:tcPr>
                </a:tc>
                <a:tc>
                  <a:txBody>
                    <a:bodyPr/>
                    <a:lstStyle/>
                    <a:p>
                      <a:r>
                        <a:t>15</a:t>
                      </a: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Australia</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Baku</a:t>
                      </a:r>
                    </a:p>
                  </a:txBody>
                  <a:tcPr>
                    <a:solidFill>
                      <a:srgbClr val="FAC205"/>
                    </a:solidFill>
                  </a:tcPr>
                </a:tc>
                <a:extLst>
                  <a:ext uri="{0D108BD9-81ED-4DB2-BD59-A6C34878D82A}">
                    <a16:rowId xmlns:a16="http://schemas.microsoft.com/office/drawing/2014/main" val="10004"/>
                  </a:ext>
                </a:extLst>
              </a:tr>
              <a:tr h="293914">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Australia</a:t>
                      </a:r>
                    </a:p>
                  </a:txBody>
                  <a:tcPr>
                    <a:solidFill>
                      <a:srgbClr val="028F1E"/>
                    </a:solidFill>
                  </a:tcPr>
                </a:tc>
                <a:tc>
                  <a:txBody>
                    <a:bodyPr/>
                    <a:lstStyle/>
                    <a:p>
                      <a:r>
                        <a:t>Monaco</a:t>
                      </a:r>
                    </a:p>
                  </a:txBody>
                  <a:tcPr>
                    <a:solidFill>
                      <a:srgbClr val="028F1E"/>
                    </a:solidFill>
                  </a:tcPr>
                </a:tc>
                <a:tc>
                  <a:txBody>
                    <a:bodyPr/>
                    <a:lstStyle/>
                    <a:p>
                      <a:r>
                        <a:t>Hungary</a:t>
                      </a:r>
                    </a:p>
                  </a:txBody>
                  <a:tcPr>
                    <a:solidFill>
                      <a:srgbClr val="028F1E"/>
                    </a:solidFill>
                  </a:tcPr>
                </a:tc>
                <a:tc>
                  <a:txBody>
                    <a:bodyPr/>
                    <a:lstStyle/>
                    <a:p>
                      <a:r>
                        <a:t>Monza</a:t>
                      </a:r>
                    </a:p>
                  </a:txBody>
                  <a:tcPr>
                    <a:solidFill>
                      <a:srgbClr val="028F1E"/>
                    </a:solidFill>
                  </a:tcPr>
                </a:tc>
                <a:tc>
                  <a:txBody>
                    <a:bodyPr/>
                    <a:lstStyle/>
                    <a:p>
                      <a:r>
                        <a:t>Brazil</a:t>
                      </a:r>
                    </a:p>
                  </a:txBody>
                  <a:tcPr>
                    <a:solidFill>
                      <a:srgbClr val="028F1E"/>
                    </a:solidFill>
                  </a:tcPr>
                </a:tc>
                <a:extLst>
                  <a:ext uri="{0D108BD9-81ED-4DB2-BD59-A6C34878D82A}">
                    <a16:rowId xmlns:a16="http://schemas.microsoft.com/office/drawing/2014/main" val="10006"/>
                  </a:ext>
                </a:extLst>
              </a:tr>
              <a:tr h="293914">
                <a:tc>
                  <a:txBody>
                    <a:bodyPr/>
                    <a:lstStyle/>
                    <a:p>
                      <a:r>
                        <a:t>16</a:t>
                      </a:r>
                    </a:p>
                  </a:txBody>
                  <a:tcPr>
                    <a:solidFill>
                      <a:srgbClr val="028F1E"/>
                    </a:solidFill>
                  </a:tcPr>
                </a:tc>
                <a:tc>
                  <a:txBody>
                    <a:bodyPr/>
                    <a:lstStyle/>
                    <a:p>
                      <a:r>
                        <a:t>0</a:t>
                      </a:r>
                    </a:p>
                  </a:txBody>
                  <a:tcPr>
                    <a:solidFill>
                      <a:srgbClr val="028F1E"/>
                    </a:solidFill>
                  </a:tcPr>
                </a:tc>
                <a:tc>
                  <a:txBody>
                    <a:bodyPr/>
                    <a:lstStyle/>
                    <a:p>
                      <a:r>
                        <a:t>1</a:t>
                      </a:r>
                    </a:p>
                  </a:txBody>
                  <a:tcPr>
                    <a:solidFill>
                      <a:srgbClr val="028F1E"/>
                    </a:solidFill>
                  </a:tcPr>
                </a:tc>
                <a:tc>
                  <a:txBody>
                    <a:bodyPr/>
                    <a:lstStyle/>
                    <a:p>
                      <a:r>
                        <a:t>0</a:t>
                      </a:r>
                    </a:p>
                  </a:txBody>
                  <a:tcPr>
                    <a:solidFill>
                      <a:srgbClr val="028F1E"/>
                    </a:solidFill>
                  </a:tcPr>
                </a:tc>
                <a:tc>
                  <a:txBody>
                    <a:bodyPr/>
                    <a:lstStyle/>
                    <a:p>
                      <a:r>
                        <a:t>0</a:t>
                      </a:r>
                    </a:p>
                  </a:txBody>
                  <a:tcPr>
                    <a:solidFill>
                      <a:srgbClr val="028F1E"/>
                    </a:solidFill>
                  </a:tcPr>
                </a:tc>
                <a:tc>
                  <a:txBody>
                    <a:bodyPr/>
                    <a:lstStyle/>
                    <a:p>
                      <a:r>
                        <a:t>15</a:t>
                      </a: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China</a:t>
                      </a:r>
                    </a:p>
                  </a:txBody>
                  <a:tcPr>
                    <a:solidFill>
                      <a:srgbClr val="FF5B00"/>
                    </a:solidFill>
                  </a:tcPr>
                </a:tc>
                <a:tc>
                  <a:txBody>
                    <a:bodyPr/>
                    <a:lstStyle/>
                    <a:p>
                      <a:r>
                        <a:t>Austria</a:t>
                      </a:r>
                    </a:p>
                  </a:txBody>
                  <a:tcPr>
                    <a:solidFill>
                      <a:srgbClr val="FF5B00"/>
                    </a:solidFill>
                  </a:tcPr>
                </a:tc>
                <a:tc>
                  <a:txBody>
                    <a:bodyPr/>
                    <a:lstStyle/>
                    <a:p>
                      <a:r>
                        <a:t>Singapore</a:t>
                      </a:r>
                    </a:p>
                  </a:txBody>
                  <a:tcPr>
                    <a:solidFill>
                      <a:srgbClr val="FF5B00"/>
                    </a:solidFill>
                  </a:tcPr>
                </a:tc>
                <a:tc>
                  <a:txBody>
                    <a:bodyPr/>
                    <a:lstStyle/>
                    <a:p>
                      <a:r>
                        <a:t>Brazil</a:t>
                      </a:r>
                    </a:p>
                  </a:txBody>
                  <a:tcPr>
                    <a:solidFill>
                      <a:srgbClr val="FF5B00"/>
                    </a:solidFill>
                  </a:tcPr>
                </a:tc>
                <a:tc>
                  <a:txBody>
                    <a:bodyPr/>
                    <a:lstStyle/>
                    <a:p>
                      <a:r>
                        <a:t>Las Vegas</a:t>
                      </a:r>
                    </a:p>
                  </a:txBody>
                  <a:tcPr>
                    <a:solidFill>
                      <a:srgbClr val="FF5B00"/>
                    </a:solidFill>
                  </a:tcPr>
                </a:tc>
                <a:extLst>
                  <a:ext uri="{0D108BD9-81ED-4DB2-BD59-A6C34878D82A}">
                    <a16:rowId xmlns:a16="http://schemas.microsoft.com/office/drawing/2014/main" val="10008"/>
                  </a:ext>
                </a:extLst>
              </a:tr>
              <a:tr h="293914">
                <a:tc>
                  <a:txBody>
                    <a:bodyPr/>
                    <a:lstStyle/>
                    <a:p>
                      <a:r>
                        <a:t>16</a:t>
                      </a:r>
                    </a:p>
                  </a:txBody>
                  <a:tcPr>
                    <a:solidFill>
                      <a:srgbClr val="FF5B00"/>
                    </a:solidFill>
                  </a:tcPr>
                </a:tc>
                <a:tc>
                  <a:txBody>
                    <a:bodyPr/>
                    <a:lstStyle/>
                    <a:p>
                      <a:r>
                        <a:t>0</a:t>
                      </a:r>
                    </a:p>
                  </a:txBody>
                  <a:tcPr>
                    <a:solidFill>
                      <a:srgbClr val="FF5B00"/>
                    </a:solidFill>
                  </a:tcPr>
                </a:tc>
                <a:tc>
                  <a:txBody>
                    <a:bodyPr/>
                    <a:lstStyle/>
                    <a:p>
                      <a:r>
                        <a:t>1</a:t>
                      </a:r>
                    </a:p>
                  </a:txBody>
                  <a:tcPr>
                    <a:solidFill>
                      <a:srgbClr val="FF5B00"/>
                    </a:solidFill>
                  </a:tcPr>
                </a:tc>
                <a:tc>
                  <a:txBody>
                    <a:bodyPr/>
                    <a:lstStyle/>
                    <a:p>
                      <a:r>
                        <a:t>0</a:t>
                      </a:r>
                    </a:p>
                  </a:txBody>
                  <a:tcPr>
                    <a:solidFill>
                      <a:srgbClr val="FF5B00"/>
                    </a:solidFill>
                  </a:tcPr>
                </a:tc>
                <a:tc>
                  <a:txBody>
                    <a:bodyPr/>
                    <a:lstStyle/>
                    <a:p>
                      <a:r>
                        <a:t>15</a:t>
                      </a:r>
                    </a:p>
                  </a:txBody>
                  <a:tcPr>
                    <a:solidFill>
                      <a:srgbClr val="FF5B00"/>
                    </a:solidFill>
                  </a:tcPr>
                </a:tc>
                <a:tc>
                  <a:txBody>
                    <a:bodyPr/>
                    <a:lstStyle/>
                    <a:p>
                      <a:r>
                        <a:t>0</a:t>
                      </a: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Silverstone</a:t>
                      </a:r>
                    </a:p>
                  </a:txBody>
                  <a:tcPr>
                    <a:solidFill>
                      <a:srgbClr val="13EAC9"/>
                    </a:solidFill>
                  </a:tcPr>
                </a:tc>
                <a:tc>
                  <a:txBody>
                    <a:bodyPr/>
                    <a:lstStyle/>
                    <a:p>
                      <a:r>
                        <a:t>Monza</a:t>
                      </a:r>
                    </a:p>
                  </a:txBody>
                  <a:tcPr>
                    <a:solidFill>
                      <a:srgbClr val="13EAC9"/>
                    </a:solidFill>
                  </a:tcPr>
                </a:tc>
                <a:tc>
                  <a:txBody>
                    <a:bodyPr/>
                    <a:lstStyle/>
                    <a:p>
                      <a:r>
                        <a:t>Brazil</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15</a:t>
                      </a:r>
                    </a:p>
                  </a:txBody>
                  <a:tcPr>
                    <a:solidFill>
                      <a:srgbClr val="13EAC9"/>
                    </a:solidFill>
                  </a:tcPr>
                </a:tc>
                <a:tc>
                  <a:txBody>
                    <a:bodyPr/>
                    <a:lstStyle/>
                    <a:p>
                      <a:r>
                        <a:t>0</a:t>
                      </a:r>
                    </a:p>
                  </a:txBody>
                  <a:tcPr>
                    <a:solidFill>
                      <a:srgbClr val="13EAC9"/>
                    </a:solidFill>
                  </a:tcPr>
                </a:tc>
                <a:tc>
                  <a:txBody>
                    <a:bodyPr/>
                    <a:lstStyle/>
                    <a:p>
                      <a:r>
                        <a:t>0</a:t>
                      </a:r>
                    </a:p>
                  </a:txBody>
                  <a:tcPr>
                    <a:solidFill>
                      <a:srgbClr val="13EAC9"/>
                    </a:solidFill>
                  </a:tcPr>
                </a:tc>
                <a:tc>
                  <a:txBody>
                    <a:bodyPr/>
                    <a:lstStyle/>
                    <a:p>
                      <a:r>
                        <a:t>15</a:t>
                      </a:r>
                    </a:p>
                  </a:txBody>
                  <a:tcPr>
                    <a:solidFill>
                      <a:srgbClr val="13EAC9"/>
                    </a:solidFill>
                  </a:tcPr>
                </a:tc>
                <a:tc>
                  <a:txBody>
                    <a:bodyPr/>
                    <a:lstStyle/>
                    <a:p>
                      <a:r>
                        <a:t>0</a:t>
                      </a: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Australia</a:t>
                      </a:r>
                    </a:p>
                  </a:txBody>
                  <a:tcPr>
                    <a:solidFill>
                      <a:srgbClr val="9A0EEA"/>
                    </a:solidFill>
                  </a:tcPr>
                </a:tc>
                <a:tc>
                  <a:txBody>
                    <a:bodyPr/>
                    <a:lstStyle/>
                    <a:p>
                      <a:r>
                        <a:t>Spain</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Qatar</a:t>
                      </a:r>
                    </a:p>
                  </a:txBody>
                  <a:tcPr>
                    <a:solidFill>
                      <a:srgbClr val="9A0EEA"/>
                    </a:solidFill>
                  </a:tcPr>
                </a:tc>
                <a:extLst>
                  <a:ext uri="{0D108BD9-81ED-4DB2-BD59-A6C34878D82A}">
                    <a16:rowId xmlns:a16="http://schemas.microsoft.com/office/drawing/2014/main" val="10012"/>
                  </a:ext>
                </a:extLst>
              </a:tr>
              <a:tr h="293918">
                <a:tc>
                  <a:txBody>
                    <a:bodyPr/>
                    <a:lstStyle/>
                    <a:p>
                      <a:r>
                        <a:t>2</a:t>
                      </a:r>
                    </a:p>
                  </a:txBody>
                  <a:tcPr>
                    <a:solidFill>
                      <a:srgbClr val="9A0EEA"/>
                    </a:solidFill>
                  </a:tcPr>
                </a:tc>
                <a:tc>
                  <a:txBody>
                    <a:bodyPr/>
                    <a:lstStyle/>
                    <a:p>
                      <a:r>
                        <a:t>0</a:t>
                      </a:r>
                    </a:p>
                  </a:txBody>
                  <a:tcPr>
                    <a:solidFill>
                      <a:srgbClr val="9A0EEA"/>
                    </a:solidFill>
                  </a:tcPr>
                </a:tc>
                <a:tc>
                  <a:txBody>
                    <a:bodyPr/>
                    <a:lstStyle/>
                    <a:p>
                      <a:r>
                        <a:t>2</a:t>
                      </a:r>
                    </a:p>
                  </a:txBody>
                  <a:tcPr>
                    <a:solidFill>
                      <a:srgbClr val="9A0EEA"/>
                    </a:solidFill>
                  </a:tcPr>
                </a:tc>
                <a:tc>
                  <a:txBody>
                    <a:bodyPr/>
                    <a:lstStyle/>
                    <a:p>
                      <a:r>
                        <a:t>0</a:t>
                      </a:r>
                    </a:p>
                  </a:txBody>
                  <a:tcPr>
                    <a:solidFill>
                      <a:srgbClr val="9A0EEA"/>
                    </a:solidFill>
                  </a:tcPr>
                </a:tc>
                <a:tc>
                  <a:txBody>
                    <a:bodyPr/>
                    <a:lstStyle/>
                    <a:p>
                      <a:r>
                        <a:t>0</a:t>
                      </a: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655</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615</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780</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597</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649</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531</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Gasly @ Qatar</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Miami</a:t>
                      </a:r>
                    </a:p>
                  </a:txBody>
                  <a:tcPr>
                    <a:solidFill>
                      <a:srgbClr val="040273"/>
                    </a:solidFill>
                  </a:tcPr>
                </a:tc>
                <a:tc>
                  <a:txBody>
                    <a:bodyPr/>
                    <a:lstStyle/>
                    <a:p>
                      <a:r>
                        <a:t>Imola</a:t>
                      </a:r>
                    </a:p>
                  </a:txBody>
                  <a:tcPr>
                    <a:solidFill>
                      <a:srgbClr val="040273"/>
                    </a:solidFill>
                  </a:tcPr>
                </a:tc>
                <a:tc>
                  <a:txBody>
                    <a:bodyPr/>
                    <a:lstStyle/>
                    <a:p>
                      <a:r>
                        <a:t>Monza</a:t>
                      </a:r>
                    </a:p>
                  </a:txBody>
                  <a:tcPr>
                    <a:solidFill>
                      <a:srgbClr val="040273"/>
                    </a:solidFill>
                  </a:tcPr>
                </a:tc>
                <a:tc>
                  <a:txBody>
                    <a:bodyPr/>
                    <a:lstStyle/>
                    <a:p>
                      <a:r>
                        <a:t>Baku</a:t>
                      </a:r>
                    </a:p>
                  </a:txBody>
                  <a:tcPr>
                    <a:solidFill>
                      <a:srgbClr val="040273"/>
                    </a:solidFill>
                  </a:tcPr>
                </a:tc>
                <a:tc>
                  <a:txBody>
                    <a:bodyPr/>
                    <a:lstStyle/>
                    <a:p>
                      <a:r>
                        <a:t>Las Vegas</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China</a:t>
                      </a:r>
                    </a:p>
                  </a:txBody>
                  <a:tcPr>
                    <a:solidFill>
                      <a:srgbClr val="E8002D"/>
                    </a:solidFill>
                  </a:tcPr>
                </a:tc>
                <a:tc>
                  <a:txBody>
                    <a:bodyPr/>
                    <a:lstStyle/>
                    <a:p>
                      <a:r>
                        <a:t>Miami</a:t>
                      </a:r>
                    </a:p>
                  </a:txBody>
                  <a:tcPr>
                    <a:solidFill>
                      <a:srgbClr val="E8002D"/>
                    </a:solidFill>
                  </a:tcPr>
                </a:tc>
                <a:tc>
                  <a:txBody>
                    <a:bodyPr/>
                    <a:lstStyle/>
                    <a:p>
                      <a:r>
                        <a:t>Spain</a:t>
                      </a:r>
                    </a:p>
                  </a:txBody>
                  <a:tcPr>
                    <a:solidFill>
                      <a:srgbClr val="E8002D"/>
                    </a:solidFill>
                  </a:tcPr>
                </a:tc>
                <a:tc>
                  <a:txBody>
                    <a:bodyPr/>
                    <a:lstStyle/>
                    <a:p>
                      <a:r>
                        <a:t>COTA</a:t>
                      </a:r>
                    </a:p>
                  </a:txBody>
                  <a:tcPr>
                    <a:solidFill>
                      <a:srgbClr val="E8002D"/>
                    </a:solidFill>
                  </a:tcPr>
                </a:tc>
                <a:tc>
                  <a:txBody>
                    <a:bodyPr/>
                    <a:lstStyle/>
                    <a:p>
                      <a:r>
                        <a:t>Brazil</a:t>
                      </a:r>
                    </a:p>
                  </a:txBody>
                  <a:tcPr>
                    <a:solidFill>
                      <a:srgbClr val="E8002D"/>
                    </a:solidFill>
                  </a:tcPr>
                </a:tc>
                <a:extLst>
                  <a:ext uri="{0D108BD9-81ED-4DB2-BD59-A6C34878D82A}">
                    <a16:rowId xmlns:a16="http://schemas.microsoft.com/office/drawing/2014/main" val="10002"/>
                  </a:ext>
                </a:extLst>
              </a:tr>
              <a:tr h="293914">
                <a:tc>
                  <a:txBody>
                    <a:bodyPr/>
                    <a:lstStyle/>
                    <a:p>
                      <a:r>
                        <a:t>17</a:t>
                      </a:r>
                    </a:p>
                  </a:txBody>
                  <a:tcPr>
                    <a:solidFill>
                      <a:srgbClr val="E8002D"/>
                    </a:solidFill>
                  </a:tcPr>
                </a:tc>
                <a:tc>
                  <a:txBody>
                    <a:bodyPr/>
                    <a:lstStyle/>
                    <a:p>
                      <a:r>
                        <a:t>0</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r>
                        <a:t>0</a:t>
                      </a:r>
                    </a:p>
                  </a:txBody>
                  <a:tcPr>
                    <a:solidFill>
                      <a:srgbClr val="E8002D"/>
                    </a:solidFill>
                  </a:tcPr>
                </a:tc>
                <a:tc>
                  <a:txBody>
                    <a:bodyPr/>
                    <a:lstStyle/>
                    <a:p>
                      <a:r>
                        <a:t>15</a:t>
                      </a: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Australia</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Baku</a:t>
                      </a:r>
                    </a:p>
                  </a:txBody>
                  <a:tcPr>
                    <a:solidFill>
                      <a:srgbClr val="FAC205"/>
                    </a:solidFill>
                  </a:tcPr>
                </a:tc>
                <a:extLst>
                  <a:ext uri="{0D108BD9-81ED-4DB2-BD59-A6C34878D82A}">
                    <a16:rowId xmlns:a16="http://schemas.microsoft.com/office/drawing/2014/main" val="10004"/>
                  </a:ext>
                </a:extLst>
              </a:tr>
              <a:tr h="293914">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Australia</a:t>
                      </a:r>
                    </a:p>
                  </a:txBody>
                  <a:tcPr>
                    <a:solidFill>
                      <a:srgbClr val="028F1E"/>
                    </a:solidFill>
                  </a:tcPr>
                </a:tc>
                <a:tc>
                  <a:txBody>
                    <a:bodyPr/>
                    <a:lstStyle/>
                    <a:p>
                      <a:r>
                        <a:t>Monaco</a:t>
                      </a:r>
                    </a:p>
                  </a:txBody>
                  <a:tcPr>
                    <a:solidFill>
                      <a:srgbClr val="028F1E"/>
                    </a:solidFill>
                  </a:tcPr>
                </a:tc>
                <a:tc>
                  <a:txBody>
                    <a:bodyPr/>
                    <a:lstStyle/>
                    <a:p>
                      <a:r>
                        <a:t>Hungary</a:t>
                      </a:r>
                    </a:p>
                  </a:txBody>
                  <a:tcPr>
                    <a:solidFill>
                      <a:srgbClr val="028F1E"/>
                    </a:solidFill>
                  </a:tcPr>
                </a:tc>
                <a:tc>
                  <a:txBody>
                    <a:bodyPr/>
                    <a:lstStyle/>
                    <a:p>
                      <a:r>
                        <a:t>Monza</a:t>
                      </a:r>
                    </a:p>
                  </a:txBody>
                  <a:tcPr>
                    <a:solidFill>
                      <a:srgbClr val="028F1E"/>
                    </a:solidFill>
                  </a:tcPr>
                </a:tc>
                <a:tc>
                  <a:txBody>
                    <a:bodyPr/>
                    <a:lstStyle/>
                    <a:p>
                      <a:r>
                        <a:t>Brazil</a:t>
                      </a:r>
                    </a:p>
                  </a:txBody>
                  <a:tcPr>
                    <a:solidFill>
                      <a:srgbClr val="028F1E"/>
                    </a:solidFill>
                  </a:tcPr>
                </a:tc>
                <a:extLst>
                  <a:ext uri="{0D108BD9-81ED-4DB2-BD59-A6C34878D82A}">
                    <a16:rowId xmlns:a16="http://schemas.microsoft.com/office/drawing/2014/main" val="10006"/>
                  </a:ext>
                </a:extLst>
              </a:tr>
              <a:tr h="293914">
                <a:tc>
                  <a:txBody>
                    <a:bodyPr/>
                    <a:lstStyle/>
                    <a:p>
                      <a:r>
                        <a:t>16</a:t>
                      </a:r>
                    </a:p>
                  </a:txBody>
                  <a:tcPr>
                    <a:solidFill>
                      <a:srgbClr val="028F1E"/>
                    </a:solidFill>
                  </a:tcPr>
                </a:tc>
                <a:tc>
                  <a:txBody>
                    <a:bodyPr/>
                    <a:lstStyle/>
                    <a:p>
                      <a:r>
                        <a:t>0</a:t>
                      </a:r>
                    </a:p>
                  </a:txBody>
                  <a:tcPr>
                    <a:solidFill>
                      <a:srgbClr val="028F1E"/>
                    </a:solidFill>
                  </a:tcPr>
                </a:tc>
                <a:tc>
                  <a:txBody>
                    <a:bodyPr/>
                    <a:lstStyle/>
                    <a:p>
                      <a:r>
                        <a:t>1</a:t>
                      </a:r>
                    </a:p>
                  </a:txBody>
                  <a:tcPr>
                    <a:solidFill>
                      <a:srgbClr val="028F1E"/>
                    </a:solidFill>
                  </a:tcPr>
                </a:tc>
                <a:tc>
                  <a:txBody>
                    <a:bodyPr/>
                    <a:lstStyle/>
                    <a:p>
                      <a:r>
                        <a:t>0</a:t>
                      </a:r>
                    </a:p>
                  </a:txBody>
                  <a:tcPr>
                    <a:solidFill>
                      <a:srgbClr val="028F1E"/>
                    </a:solidFill>
                  </a:tcPr>
                </a:tc>
                <a:tc>
                  <a:txBody>
                    <a:bodyPr/>
                    <a:lstStyle/>
                    <a:p>
                      <a:r>
                        <a:t>0</a:t>
                      </a:r>
                    </a:p>
                  </a:txBody>
                  <a:tcPr>
                    <a:solidFill>
                      <a:srgbClr val="028F1E"/>
                    </a:solidFill>
                  </a:tcPr>
                </a:tc>
                <a:tc>
                  <a:txBody>
                    <a:bodyPr/>
                    <a:lstStyle/>
                    <a:p>
                      <a:r>
                        <a:t>15</a:t>
                      </a: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China</a:t>
                      </a:r>
                    </a:p>
                  </a:txBody>
                  <a:tcPr>
                    <a:solidFill>
                      <a:srgbClr val="FF5B00"/>
                    </a:solidFill>
                  </a:tcPr>
                </a:tc>
                <a:tc>
                  <a:txBody>
                    <a:bodyPr/>
                    <a:lstStyle/>
                    <a:p>
                      <a:r>
                        <a:t>Austria</a:t>
                      </a:r>
                    </a:p>
                  </a:txBody>
                  <a:tcPr>
                    <a:solidFill>
                      <a:srgbClr val="FF5B00"/>
                    </a:solidFill>
                  </a:tcPr>
                </a:tc>
                <a:tc>
                  <a:txBody>
                    <a:bodyPr/>
                    <a:lstStyle/>
                    <a:p>
                      <a:r>
                        <a:t>Singapore</a:t>
                      </a:r>
                    </a:p>
                  </a:txBody>
                  <a:tcPr>
                    <a:solidFill>
                      <a:srgbClr val="FF5B00"/>
                    </a:solidFill>
                  </a:tcPr>
                </a:tc>
                <a:tc>
                  <a:txBody>
                    <a:bodyPr/>
                    <a:lstStyle/>
                    <a:p>
                      <a:r>
                        <a:t>Brazil</a:t>
                      </a:r>
                    </a:p>
                  </a:txBody>
                  <a:tcPr>
                    <a:solidFill>
                      <a:srgbClr val="FF5B00"/>
                    </a:solidFill>
                  </a:tcPr>
                </a:tc>
                <a:tc>
                  <a:txBody>
                    <a:bodyPr/>
                    <a:lstStyle/>
                    <a:p>
                      <a:r>
                        <a:t>Las Vegas</a:t>
                      </a:r>
                    </a:p>
                  </a:txBody>
                  <a:tcPr>
                    <a:solidFill>
                      <a:srgbClr val="FF5B00"/>
                    </a:solidFill>
                  </a:tcPr>
                </a:tc>
                <a:extLst>
                  <a:ext uri="{0D108BD9-81ED-4DB2-BD59-A6C34878D82A}">
                    <a16:rowId xmlns:a16="http://schemas.microsoft.com/office/drawing/2014/main" val="10008"/>
                  </a:ext>
                </a:extLst>
              </a:tr>
              <a:tr h="293914">
                <a:tc>
                  <a:txBody>
                    <a:bodyPr/>
                    <a:lstStyle/>
                    <a:p>
                      <a:r>
                        <a:t>16</a:t>
                      </a:r>
                    </a:p>
                  </a:txBody>
                  <a:tcPr>
                    <a:solidFill>
                      <a:srgbClr val="FF5B00"/>
                    </a:solidFill>
                  </a:tcPr>
                </a:tc>
                <a:tc>
                  <a:txBody>
                    <a:bodyPr/>
                    <a:lstStyle/>
                    <a:p>
                      <a:r>
                        <a:t>0</a:t>
                      </a:r>
                    </a:p>
                  </a:txBody>
                  <a:tcPr>
                    <a:solidFill>
                      <a:srgbClr val="FF5B00"/>
                    </a:solidFill>
                  </a:tcPr>
                </a:tc>
                <a:tc>
                  <a:txBody>
                    <a:bodyPr/>
                    <a:lstStyle/>
                    <a:p>
                      <a:r>
                        <a:t>1</a:t>
                      </a:r>
                    </a:p>
                  </a:txBody>
                  <a:tcPr>
                    <a:solidFill>
                      <a:srgbClr val="FF5B00"/>
                    </a:solidFill>
                  </a:tcPr>
                </a:tc>
                <a:tc>
                  <a:txBody>
                    <a:bodyPr/>
                    <a:lstStyle/>
                    <a:p>
                      <a:r>
                        <a:t>0</a:t>
                      </a:r>
                    </a:p>
                  </a:txBody>
                  <a:tcPr>
                    <a:solidFill>
                      <a:srgbClr val="FF5B00"/>
                    </a:solidFill>
                  </a:tcPr>
                </a:tc>
                <a:tc>
                  <a:txBody>
                    <a:bodyPr/>
                    <a:lstStyle/>
                    <a:p>
                      <a:r>
                        <a:t>15</a:t>
                      </a:r>
                    </a:p>
                  </a:txBody>
                  <a:tcPr>
                    <a:solidFill>
                      <a:srgbClr val="FF5B00"/>
                    </a:solidFill>
                  </a:tcPr>
                </a:tc>
                <a:tc>
                  <a:txBody>
                    <a:bodyPr/>
                    <a:lstStyle/>
                    <a:p>
                      <a:r>
                        <a:t>0</a:t>
                      </a: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Silverstone</a:t>
                      </a:r>
                    </a:p>
                  </a:txBody>
                  <a:tcPr>
                    <a:solidFill>
                      <a:srgbClr val="13EAC9"/>
                    </a:solidFill>
                  </a:tcPr>
                </a:tc>
                <a:tc>
                  <a:txBody>
                    <a:bodyPr/>
                    <a:lstStyle/>
                    <a:p>
                      <a:r>
                        <a:t>Monza</a:t>
                      </a:r>
                    </a:p>
                  </a:txBody>
                  <a:tcPr>
                    <a:solidFill>
                      <a:srgbClr val="13EAC9"/>
                    </a:solidFill>
                  </a:tcPr>
                </a:tc>
                <a:tc>
                  <a:txBody>
                    <a:bodyPr/>
                    <a:lstStyle/>
                    <a:p>
                      <a:r>
                        <a:t>Brazil</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15</a:t>
                      </a:r>
                    </a:p>
                  </a:txBody>
                  <a:tcPr>
                    <a:solidFill>
                      <a:srgbClr val="13EAC9"/>
                    </a:solidFill>
                  </a:tcPr>
                </a:tc>
                <a:tc>
                  <a:txBody>
                    <a:bodyPr/>
                    <a:lstStyle/>
                    <a:p>
                      <a:r>
                        <a:t>0</a:t>
                      </a:r>
                    </a:p>
                  </a:txBody>
                  <a:tcPr>
                    <a:solidFill>
                      <a:srgbClr val="13EAC9"/>
                    </a:solidFill>
                  </a:tcPr>
                </a:tc>
                <a:tc>
                  <a:txBody>
                    <a:bodyPr/>
                    <a:lstStyle/>
                    <a:p>
                      <a:r>
                        <a:t>0</a:t>
                      </a:r>
                    </a:p>
                  </a:txBody>
                  <a:tcPr>
                    <a:solidFill>
                      <a:srgbClr val="13EAC9"/>
                    </a:solidFill>
                  </a:tcPr>
                </a:tc>
                <a:tc>
                  <a:txBody>
                    <a:bodyPr/>
                    <a:lstStyle/>
                    <a:p>
                      <a:r>
                        <a:t>15</a:t>
                      </a:r>
                    </a:p>
                  </a:txBody>
                  <a:tcPr>
                    <a:solidFill>
                      <a:srgbClr val="13EAC9"/>
                    </a:solidFill>
                  </a:tcPr>
                </a:tc>
                <a:tc>
                  <a:txBody>
                    <a:bodyPr/>
                    <a:lstStyle/>
                    <a:p>
                      <a:r>
                        <a:t>0</a:t>
                      </a: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Australia</a:t>
                      </a:r>
                    </a:p>
                  </a:txBody>
                  <a:tcPr>
                    <a:solidFill>
                      <a:srgbClr val="9A0EEA"/>
                    </a:solidFill>
                  </a:tcPr>
                </a:tc>
                <a:tc>
                  <a:txBody>
                    <a:bodyPr/>
                    <a:lstStyle/>
                    <a:p>
                      <a:r>
                        <a:t>Spain</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Qatar</a:t>
                      </a:r>
                    </a:p>
                  </a:txBody>
                  <a:tcPr>
                    <a:solidFill>
                      <a:srgbClr val="9A0EEA"/>
                    </a:solidFill>
                  </a:tcPr>
                </a:tc>
                <a:extLst>
                  <a:ext uri="{0D108BD9-81ED-4DB2-BD59-A6C34878D82A}">
                    <a16:rowId xmlns:a16="http://schemas.microsoft.com/office/drawing/2014/main" val="10012"/>
                  </a:ext>
                </a:extLst>
              </a:tr>
              <a:tr h="293918">
                <a:tc>
                  <a:txBody>
                    <a:bodyPr/>
                    <a:lstStyle/>
                    <a:p>
                      <a:r>
                        <a:t>12</a:t>
                      </a:r>
                    </a:p>
                  </a:txBody>
                  <a:tcPr>
                    <a:solidFill>
                      <a:srgbClr val="9A0EEA"/>
                    </a:solidFill>
                  </a:tcPr>
                </a:tc>
                <a:tc>
                  <a:txBody>
                    <a:bodyPr/>
                    <a:lstStyle/>
                    <a:p>
                      <a:r>
                        <a:t>0</a:t>
                      </a:r>
                    </a:p>
                  </a:txBody>
                  <a:tcPr>
                    <a:solidFill>
                      <a:srgbClr val="9A0EEA"/>
                    </a:solidFill>
                  </a:tcPr>
                </a:tc>
                <a:tc>
                  <a:txBody>
                    <a:bodyPr/>
                    <a:lstStyle/>
                    <a:p>
                      <a:r>
                        <a:t>2</a:t>
                      </a:r>
                    </a:p>
                  </a:txBody>
                  <a:tcPr>
                    <a:solidFill>
                      <a:srgbClr val="9A0EEA"/>
                    </a:solidFill>
                  </a:tcPr>
                </a:tc>
                <a:tc>
                  <a:txBody>
                    <a:bodyPr/>
                    <a:lstStyle/>
                    <a:p>
                      <a:r>
                        <a:t>0</a:t>
                      </a:r>
                    </a:p>
                  </a:txBody>
                  <a:tcPr>
                    <a:solidFill>
                      <a:srgbClr val="9A0EEA"/>
                    </a:solidFill>
                  </a:tcPr>
                </a:tc>
                <a:tc>
                  <a:txBody>
                    <a:bodyPr/>
                    <a:lstStyle/>
                    <a:p>
                      <a:r>
                        <a:t>0</a:t>
                      </a:r>
                    </a:p>
                  </a:txBody>
                  <a:tcPr>
                    <a:solidFill>
                      <a:srgbClr val="9A0EEA"/>
                    </a:solidFill>
                  </a:tcPr>
                </a:tc>
                <a:tc>
                  <a:txBody>
                    <a:bodyPr/>
                    <a:lstStyle/>
                    <a:p>
                      <a:r>
                        <a:t>10</a:t>
                      </a: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655</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615</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780</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597</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649</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541</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Gasly @ Abu Dhabi</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Miami</a:t>
                      </a:r>
                    </a:p>
                  </a:txBody>
                  <a:tcPr>
                    <a:solidFill>
                      <a:srgbClr val="040273"/>
                    </a:solidFill>
                  </a:tcPr>
                </a:tc>
                <a:tc>
                  <a:txBody>
                    <a:bodyPr/>
                    <a:lstStyle/>
                    <a:p>
                      <a:r>
                        <a:t>Imola</a:t>
                      </a:r>
                    </a:p>
                  </a:txBody>
                  <a:tcPr>
                    <a:solidFill>
                      <a:srgbClr val="040273"/>
                    </a:solidFill>
                  </a:tcPr>
                </a:tc>
                <a:tc>
                  <a:txBody>
                    <a:bodyPr/>
                    <a:lstStyle/>
                    <a:p>
                      <a:r>
                        <a:t>Monza</a:t>
                      </a:r>
                    </a:p>
                  </a:txBody>
                  <a:tcPr>
                    <a:solidFill>
                      <a:srgbClr val="040273"/>
                    </a:solidFill>
                  </a:tcPr>
                </a:tc>
                <a:tc>
                  <a:txBody>
                    <a:bodyPr/>
                    <a:lstStyle/>
                    <a:p>
                      <a:r>
                        <a:t>Baku</a:t>
                      </a:r>
                    </a:p>
                  </a:txBody>
                  <a:tcPr>
                    <a:solidFill>
                      <a:srgbClr val="040273"/>
                    </a:solidFill>
                  </a:tcPr>
                </a:tc>
                <a:tc>
                  <a:txBody>
                    <a:bodyPr/>
                    <a:lstStyle/>
                    <a:p>
                      <a:r>
                        <a:t>Las Vegas</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China</a:t>
                      </a:r>
                    </a:p>
                  </a:txBody>
                  <a:tcPr>
                    <a:solidFill>
                      <a:srgbClr val="E8002D"/>
                    </a:solidFill>
                  </a:tcPr>
                </a:tc>
                <a:tc>
                  <a:txBody>
                    <a:bodyPr/>
                    <a:lstStyle/>
                    <a:p>
                      <a:r>
                        <a:t>Miami</a:t>
                      </a:r>
                    </a:p>
                  </a:txBody>
                  <a:tcPr>
                    <a:solidFill>
                      <a:srgbClr val="E8002D"/>
                    </a:solidFill>
                  </a:tcPr>
                </a:tc>
                <a:tc>
                  <a:txBody>
                    <a:bodyPr/>
                    <a:lstStyle/>
                    <a:p>
                      <a:r>
                        <a:t>Spain</a:t>
                      </a:r>
                    </a:p>
                  </a:txBody>
                  <a:tcPr>
                    <a:solidFill>
                      <a:srgbClr val="E8002D"/>
                    </a:solidFill>
                  </a:tcPr>
                </a:tc>
                <a:tc>
                  <a:txBody>
                    <a:bodyPr/>
                    <a:lstStyle/>
                    <a:p>
                      <a:r>
                        <a:t>COTA</a:t>
                      </a:r>
                    </a:p>
                  </a:txBody>
                  <a:tcPr>
                    <a:solidFill>
                      <a:srgbClr val="E8002D"/>
                    </a:solidFill>
                  </a:tcPr>
                </a:tc>
                <a:tc>
                  <a:txBody>
                    <a:bodyPr/>
                    <a:lstStyle/>
                    <a:p>
                      <a:r>
                        <a:t>Brazil</a:t>
                      </a:r>
                    </a:p>
                  </a:txBody>
                  <a:tcPr>
                    <a:solidFill>
                      <a:srgbClr val="E8002D"/>
                    </a:solidFill>
                  </a:tcPr>
                </a:tc>
                <a:extLst>
                  <a:ext uri="{0D108BD9-81ED-4DB2-BD59-A6C34878D82A}">
                    <a16:rowId xmlns:a16="http://schemas.microsoft.com/office/drawing/2014/main" val="10002"/>
                  </a:ext>
                </a:extLst>
              </a:tr>
              <a:tr h="293914">
                <a:tc>
                  <a:txBody>
                    <a:bodyPr/>
                    <a:lstStyle/>
                    <a:p>
                      <a:r>
                        <a:t>17</a:t>
                      </a:r>
                    </a:p>
                  </a:txBody>
                  <a:tcPr>
                    <a:solidFill>
                      <a:srgbClr val="E8002D"/>
                    </a:solidFill>
                  </a:tcPr>
                </a:tc>
                <a:tc>
                  <a:txBody>
                    <a:bodyPr/>
                    <a:lstStyle/>
                    <a:p>
                      <a:r>
                        <a:t>0</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r>
                        <a:t>0</a:t>
                      </a:r>
                    </a:p>
                  </a:txBody>
                  <a:tcPr>
                    <a:solidFill>
                      <a:srgbClr val="E8002D"/>
                    </a:solidFill>
                  </a:tcPr>
                </a:tc>
                <a:tc>
                  <a:txBody>
                    <a:bodyPr/>
                    <a:lstStyle/>
                    <a:p>
                      <a:r>
                        <a:t>15</a:t>
                      </a: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Australia</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Baku</a:t>
                      </a:r>
                    </a:p>
                  </a:txBody>
                  <a:tcPr>
                    <a:solidFill>
                      <a:srgbClr val="FAC205"/>
                    </a:solidFill>
                  </a:tcPr>
                </a:tc>
                <a:extLst>
                  <a:ext uri="{0D108BD9-81ED-4DB2-BD59-A6C34878D82A}">
                    <a16:rowId xmlns:a16="http://schemas.microsoft.com/office/drawing/2014/main" val="10004"/>
                  </a:ext>
                </a:extLst>
              </a:tr>
              <a:tr h="293914">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tc>
                  <a:txBody>
                    <a:bodyPr/>
                    <a:lstStyle/>
                    <a:p>
                      <a:r>
                        <a:t>0</a:t>
                      </a: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Australia</a:t>
                      </a:r>
                    </a:p>
                  </a:txBody>
                  <a:tcPr>
                    <a:solidFill>
                      <a:srgbClr val="028F1E"/>
                    </a:solidFill>
                  </a:tcPr>
                </a:tc>
                <a:tc>
                  <a:txBody>
                    <a:bodyPr/>
                    <a:lstStyle/>
                    <a:p>
                      <a:r>
                        <a:t>Monaco</a:t>
                      </a:r>
                    </a:p>
                  </a:txBody>
                  <a:tcPr>
                    <a:solidFill>
                      <a:srgbClr val="028F1E"/>
                    </a:solidFill>
                  </a:tcPr>
                </a:tc>
                <a:tc>
                  <a:txBody>
                    <a:bodyPr/>
                    <a:lstStyle/>
                    <a:p>
                      <a:r>
                        <a:t>Hungary</a:t>
                      </a:r>
                    </a:p>
                  </a:txBody>
                  <a:tcPr>
                    <a:solidFill>
                      <a:srgbClr val="028F1E"/>
                    </a:solidFill>
                  </a:tcPr>
                </a:tc>
                <a:tc>
                  <a:txBody>
                    <a:bodyPr/>
                    <a:lstStyle/>
                    <a:p>
                      <a:r>
                        <a:t>Monza</a:t>
                      </a:r>
                    </a:p>
                  </a:txBody>
                  <a:tcPr>
                    <a:solidFill>
                      <a:srgbClr val="028F1E"/>
                    </a:solidFill>
                  </a:tcPr>
                </a:tc>
                <a:tc>
                  <a:txBody>
                    <a:bodyPr/>
                    <a:lstStyle/>
                    <a:p>
                      <a:r>
                        <a:t>Brazil</a:t>
                      </a:r>
                    </a:p>
                  </a:txBody>
                  <a:tcPr>
                    <a:solidFill>
                      <a:srgbClr val="028F1E"/>
                    </a:solidFill>
                  </a:tcPr>
                </a:tc>
                <a:extLst>
                  <a:ext uri="{0D108BD9-81ED-4DB2-BD59-A6C34878D82A}">
                    <a16:rowId xmlns:a16="http://schemas.microsoft.com/office/drawing/2014/main" val="10006"/>
                  </a:ext>
                </a:extLst>
              </a:tr>
              <a:tr h="293914">
                <a:tc>
                  <a:txBody>
                    <a:bodyPr/>
                    <a:lstStyle/>
                    <a:p>
                      <a:r>
                        <a:t>16</a:t>
                      </a:r>
                    </a:p>
                  </a:txBody>
                  <a:tcPr>
                    <a:solidFill>
                      <a:srgbClr val="028F1E"/>
                    </a:solidFill>
                  </a:tcPr>
                </a:tc>
                <a:tc>
                  <a:txBody>
                    <a:bodyPr/>
                    <a:lstStyle/>
                    <a:p>
                      <a:r>
                        <a:t>0</a:t>
                      </a:r>
                    </a:p>
                  </a:txBody>
                  <a:tcPr>
                    <a:solidFill>
                      <a:srgbClr val="028F1E"/>
                    </a:solidFill>
                  </a:tcPr>
                </a:tc>
                <a:tc>
                  <a:txBody>
                    <a:bodyPr/>
                    <a:lstStyle/>
                    <a:p>
                      <a:r>
                        <a:t>1</a:t>
                      </a:r>
                    </a:p>
                  </a:txBody>
                  <a:tcPr>
                    <a:solidFill>
                      <a:srgbClr val="028F1E"/>
                    </a:solidFill>
                  </a:tcPr>
                </a:tc>
                <a:tc>
                  <a:txBody>
                    <a:bodyPr/>
                    <a:lstStyle/>
                    <a:p>
                      <a:r>
                        <a:t>0</a:t>
                      </a:r>
                    </a:p>
                  </a:txBody>
                  <a:tcPr>
                    <a:solidFill>
                      <a:srgbClr val="028F1E"/>
                    </a:solidFill>
                  </a:tcPr>
                </a:tc>
                <a:tc>
                  <a:txBody>
                    <a:bodyPr/>
                    <a:lstStyle/>
                    <a:p>
                      <a:r>
                        <a:t>0</a:t>
                      </a:r>
                    </a:p>
                  </a:txBody>
                  <a:tcPr>
                    <a:solidFill>
                      <a:srgbClr val="028F1E"/>
                    </a:solidFill>
                  </a:tcPr>
                </a:tc>
                <a:tc>
                  <a:txBody>
                    <a:bodyPr/>
                    <a:lstStyle/>
                    <a:p>
                      <a:r>
                        <a:t>15</a:t>
                      </a: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China</a:t>
                      </a:r>
                    </a:p>
                  </a:txBody>
                  <a:tcPr>
                    <a:solidFill>
                      <a:srgbClr val="FF5B00"/>
                    </a:solidFill>
                  </a:tcPr>
                </a:tc>
                <a:tc>
                  <a:txBody>
                    <a:bodyPr/>
                    <a:lstStyle/>
                    <a:p>
                      <a:r>
                        <a:t>Austria</a:t>
                      </a:r>
                    </a:p>
                  </a:txBody>
                  <a:tcPr>
                    <a:solidFill>
                      <a:srgbClr val="FF5B00"/>
                    </a:solidFill>
                  </a:tcPr>
                </a:tc>
                <a:tc>
                  <a:txBody>
                    <a:bodyPr/>
                    <a:lstStyle/>
                    <a:p>
                      <a:r>
                        <a:t>Singapore</a:t>
                      </a:r>
                    </a:p>
                  </a:txBody>
                  <a:tcPr>
                    <a:solidFill>
                      <a:srgbClr val="FF5B00"/>
                    </a:solidFill>
                  </a:tcPr>
                </a:tc>
                <a:tc>
                  <a:txBody>
                    <a:bodyPr/>
                    <a:lstStyle/>
                    <a:p>
                      <a:r>
                        <a:t>Brazil</a:t>
                      </a:r>
                    </a:p>
                  </a:txBody>
                  <a:tcPr>
                    <a:solidFill>
                      <a:srgbClr val="FF5B00"/>
                    </a:solidFill>
                  </a:tcPr>
                </a:tc>
                <a:tc>
                  <a:txBody>
                    <a:bodyPr/>
                    <a:lstStyle/>
                    <a:p>
                      <a:r>
                        <a:t>Las Vegas</a:t>
                      </a:r>
                    </a:p>
                  </a:txBody>
                  <a:tcPr>
                    <a:solidFill>
                      <a:srgbClr val="FF5B00"/>
                    </a:solidFill>
                  </a:tcPr>
                </a:tc>
                <a:extLst>
                  <a:ext uri="{0D108BD9-81ED-4DB2-BD59-A6C34878D82A}">
                    <a16:rowId xmlns:a16="http://schemas.microsoft.com/office/drawing/2014/main" val="10008"/>
                  </a:ext>
                </a:extLst>
              </a:tr>
              <a:tr h="293914">
                <a:tc>
                  <a:txBody>
                    <a:bodyPr/>
                    <a:lstStyle/>
                    <a:p>
                      <a:r>
                        <a:t>16</a:t>
                      </a:r>
                    </a:p>
                  </a:txBody>
                  <a:tcPr>
                    <a:solidFill>
                      <a:srgbClr val="FF5B00"/>
                    </a:solidFill>
                  </a:tcPr>
                </a:tc>
                <a:tc>
                  <a:txBody>
                    <a:bodyPr/>
                    <a:lstStyle/>
                    <a:p>
                      <a:r>
                        <a:t>0</a:t>
                      </a:r>
                    </a:p>
                  </a:txBody>
                  <a:tcPr>
                    <a:solidFill>
                      <a:srgbClr val="FF5B00"/>
                    </a:solidFill>
                  </a:tcPr>
                </a:tc>
                <a:tc>
                  <a:txBody>
                    <a:bodyPr/>
                    <a:lstStyle/>
                    <a:p>
                      <a:r>
                        <a:t>1</a:t>
                      </a:r>
                    </a:p>
                  </a:txBody>
                  <a:tcPr>
                    <a:solidFill>
                      <a:srgbClr val="FF5B00"/>
                    </a:solidFill>
                  </a:tcPr>
                </a:tc>
                <a:tc>
                  <a:txBody>
                    <a:bodyPr/>
                    <a:lstStyle/>
                    <a:p>
                      <a:r>
                        <a:t>0</a:t>
                      </a:r>
                    </a:p>
                  </a:txBody>
                  <a:tcPr>
                    <a:solidFill>
                      <a:srgbClr val="FF5B00"/>
                    </a:solidFill>
                  </a:tcPr>
                </a:tc>
                <a:tc>
                  <a:txBody>
                    <a:bodyPr/>
                    <a:lstStyle/>
                    <a:p>
                      <a:r>
                        <a:t>15</a:t>
                      </a:r>
                    </a:p>
                  </a:txBody>
                  <a:tcPr>
                    <a:solidFill>
                      <a:srgbClr val="FF5B00"/>
                    </a:solidFill>
                  </a:tcPr>
                </a:tc>
                <a:tc>
                  <a:txBody>
                    <a:bodyPr/>
                    <a:lstStyle/>
                    <a:p>
                      <a:r>
                        <a:t>0</a:t>
                      </a: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Silverstone</a:t>
                      </a:r>
                    </a:p>
                  </a:txBody>
                  <a:tcPr>
                    <a:solidFill>
                      <a:srgbClr val="13EAC9"/>
                    </a:solidFill>
                  </a:tcPr>
                </a:tc>
                <a:tc>
                  <a:txBody>
                    <a:bodyPr/>
                    <a:lstStyle/>
                    <a:p>
                      <a:r>
                        <a:t>Monza</a:t>
                      </a:r>
                    </a:p>
                  </a:txBody>
                  <a:tcPr>
                    <a:solidFill>
                      <a:srgbClr val="13EAC9"/>
                    </a:solidFill>
                  </a:tcPr>
                </a:tc>
                <a:tc>
                  <a:txBody>
                    <a:bodyPr/>
                    <a:lstStyle/>
                    <a:p>
                      <a:r>
                        <a:t>Brazil</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21</a:t>
                      </a:r>
                    </a:p>
                  </a:txBody>
                  <a:tcPr>
                    <a:solidFill>
                      <a:srgbClr val="13EAC9"/>
                    </a:solidFill>
                  </a:tcPr>
                </a:tc>
                <a:tc>
                  <a:txBody>
                    <a:bodyPr/>
                    <a:lstStyle/>
                    <a:p>
                      <a:r>
                        <a:t>0</a:t>
                      </a:r>
                    </a:p>
                  </a:txBody>
                  <a:tcPr>
                    <a:solidFill>
                      <a:srgbClr val="13EAC9"/>
                    </a:solidFill>
                  </a:tcPr>
                </a:tc>
                <a:tc>
                  <a:txBody>
                    <a:bodyPr/>
                    <a:lstStyle/>
                    <a:p>
                      <a:r>
                        <a:t>0</a:t>
                      </a:r>
                    </a:p>
                  </a:txBody>
                  <a:tcPr>
                    <a:solidFill>
                      <a:srgbClr val="13EAC9"/>
                    </a:solidFill>
                  </a:tcPr>
                </a:tc>
                <a:tc>
                  <a:txBody>
                    <a:bodyPr/>
                    <a:lstStyle/>
                    <a:p>
                      <a:r>
                        <a:t>15</a:t>
                      </a:r>
                    </a:p>
                  </a:txBody>
                  <a:tcPr>
                    <a:solidFill>
                      <a:srgbClr val="13EAC9"/>
                    </a:solidFill>
                  </a:tcPr>
                </a:tc>
                <a:tc>
                  <a:txBody>
                    <a:bodyPr/>
                    <a:lstStyle/>
                    <a:p>
                      <a:r>
                        <a:t>0</a:t>
                      </a:r>
                    </a:p>
                  </a:txBody>
                  <a:tcPr>
                    <a:solidFill>
                      <a:srgbClr val="13EAC9"/>
                    </a:solidFill>
                  </a:tcPr>
                </a:tc>
                <a:tc>
                  <a:txBody>
                    <a:bodyPr/>
                    <a:lstStyle/>
                    <a:p>
                      <a:r>
                        <a:t>6</a:t>
                      </a: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Australia</a:t>
                      </a:r>
                    </a:p>
                  </a:txBody>
                  <a:tcPr>
                    <a:solidFill>
                      <a:srgbClr val="9A0EEA"/>
                    </a:solidFill>
                  </a:tcPr>
                </a:tc>
                <a:tc>
                  <a:txBody>
                    <a:bodyPr/>
                    <a:lstStyle/>
                    <a:p>
                      <a:r>
                        <a:t>Spain</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Qatar</a:t>
                      </a:r>
                    </a:p>
                  </a:txBody>
                  <a:tcPr>
                    <a:solidFill>
                      <a:srgbClr val="9A0EEA"/>
                    </a:solidFill>
                  </a:tcPr>
                </a:tc>
                <a:extLst>
                  <a:ext uri="{0D108BD9-81ED-4DB2-BD59-A6C34878D82A}">
                    <a16:rowId xmlns:a16="http://schemas.microsoft.com/office/drawing/2014/main" val="10012"/>
                  </a:ext>
                </a:extLst>
              </a:tr>
              <a:tr h="293918">
                <a:tc>
                  <a:txBody>
                    <a:bodyPr/>
                    <a:lstStyle/>
                    <a:p>
                      <a:r>
                        <a:t>12</a:t>
                      </a:r>
                    </a:p>
                  </a:txBody>
                  <a:tcPr>
                    <a:solidFill>
                      <a:srgbClr val="9A0EEA"/>
                    </a:solidFill>
                  </a:tcPr>
                </a:tc>
                <a:tc>
                  <a:txBody>
                    <a:bodyPr/>
                    <a:lstStyle/>
                    <a:p>
                      <a:r>
                        <a:t>0</a:t>
                      </a:r>
                    </a:p>
                  </a:txBody>
                  <a:tcPr>
                    <a:solidFill>
                      <a:srgbClr val="9A0EEA"/>
                    </a:solidFill>
                  </a:tcPr>
                </a:tc>
                <a:tc>
                  <a:txBody>
                    <a:bodyPr/>
                    <a:lstStyle/>
                    <a:p>
                      <a:r>
                        <a:t>2</a:t>
                      </a:r>
                    </a:p>
                  </a:txBody>
                  <a:tcPr>
                    <a:solidFill>
                      <a:srgbClr val="9A0EEA"/>
                    </a:solidFill>
                  </a:tcPr>
                </a:tc>
                <a:tc>
                  <a:txBody>
                    <a:bodyPr/>
                    <a:lstStyle/>
                    <a:p>
                      <a:r>
                        <a:t>0</a:t>
                      </a:r>
                    </a:p>
                  </a:txBody>
                  <a:tcPr>
                    <a:solidFill>
                      <a:srgbClr val="9A0EEA"/>
                    </a:solidFill>
                  </a:tcPr>
                </a:tc>
                <a:tc>
                  <a:txBody>
                    <a:bodyPr/>
                    <a:lstStyle/>
                    <a:p>
                      <a:r>
                        <a:t>0</a:t>
                      </a:r>
                    </a:p>
                  </a:txBody>
                  <a:tcPr>
                    <a:solidFill>
                      <a:srgbClr val="9A0EEA"/>
                    </a:solidFill>
                  </a:tcPr>
                </a:tc>
                <a:tc>
                  <a:txBody>
                    <a:bodyPr/>
                    <a:lstStyle/>
                    <a:p>
                      <a:r>
                        <a:t>10</a:t>
                      </a: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655</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615</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780</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597</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655</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541</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583168" y="233172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621</a:t>
            </a:r>
          </a:p>
        </p:txBody>
      </p:sp>
      <p:sp>
        <p:nvSpPr>
          <p:cNvPr id="3" name="Rounded Rectangle 2"/>
          <p:cNvSpPr/>
          <p:nvPr/>
        </p:nvSpPr>
        <p:spPr>
          <a:xfrm>
            <a:off x="4291584" y="233172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655</a:t>
            </a:r>
          </a:p>
        </p:txBody>
      </p:sp>
      <p:sp>
        <p:nvSpPr>
          <p:cNvPr id="4" name="Rounded Rectangle 3"/>
          <p:cNvSpPr/>
          <p:nvPr/>
        </p:nvSpPr>
        <p:spPr>
          <a:xfrm>
            <a:off x="2682240" y="379476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615</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780</a:t>
            </a:r>
          </a:p>
        </p:txBody>
      </p:sp>
      <p:sp>
        <p:nvSpPr>
          <p:cNvPr id="6" name="Rounded Rectangle 5"/>
          <p:cNvSpPr/>
          <p:nvPr/>
        </p:nvSpPr>
        <p:spPr>
          <a:xfrm>
            <a:off x="5364480" y="379476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597</a:t>
            </a:r>
          </a:p>
        </p:txBody>
      </p:sp>
      <p:sp>
        <p:nvSpPr>
          <p:cNvPr id="7" name="Rounded Rectangle 6"/>
          <p:cNvSpPr/>
          <p:nvPr/>
        </p:nvSpPr>
        <p:spPr>
          <a:xfrm>
            <a:off x="6437376" y="233172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655</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541</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Gasly Races</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Hulk Qualifying</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Pick 5 Races. You get the points Hulkenberg would have gotten if the weekend ended after quali.</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- 621</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- 655</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- 615</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- 780</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- 597</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- 655</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- 541</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Hulk @ Bahrain</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Saudi Arabia</a:t>
                      </a:r>
                    </a:p>
                  </a:txBody>
                  <a:tcPr>
                    <a:solidFill>
                      <a:srgbClr val="040273"/>
                    </a:solidFill>
                  </a:tcPr>
                </a:tc>
                <a:tc>
                  <a:txBody>
                    <a:bodyPr/>
                    <a:lstStyle/>
                    <a:p>
                      <a:r>
                        <a:t>Canada</a:t>
                      </a:r>
                    </a:p>
                  </a:txBody>
                  <a:tcPr>
                    <a:solidFill>
                      <a:srgbClr val="040273"/>
                    </a:solidFill>
                  </a:tcPr>
                </a:tc>
                <a:tc>
                  <a:txBody>
                    <a:bodyPr/>
                    <a:lstStyle/>
                    <a:p>
                      <a:r>
                        <a:t>Spain</a:t>
                      </a:r>
                    </a:p>
                  </a:txBody>
                  <a:tcPr>
                    <a:solidFill>
                      <a:srgbClr val="040273"/>
                    </a:solidFill>
                  </a:tcPr>
                </a:tc>
                <a:tc>
                  <a:txBody>
                    <a:bodyPr/>
                    <a:lstStyle/>
                    <a:p>
                      <a:r>
                        <a:t>Singapore</a:t>
                      </a:r>
                    </a:p>
                  </a:txBody>
                  <a:tcPr>
                    <a:solidFill>
                      <a:srgbClr val="040273"/>
                    </a:solidFill>
                  </a:tcPr>
                </a:tc>
                <a:tc>
                  <a:txBody>
                    <a:bodyPr/>
                    <a:lstStyle/>
                    <a:p>
                      <a:r>
                        <a:t>Brazil</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China</a:t>
                      </a:r>
                    </a:p>
                  </a:txBody>
                  <a:tcPr>
                    <a:solidFill>
                      <a:srgbClr val="E8002D"/>
                    </a:solidFill>
                  </a:tcPr>
                </a:tc>
                <a:tc>
                  <a:txBody>
                    <a:bodyPr/>
                    <a:lstStyle/>
                    <a:p>
                      <a:r>
                        <a:t>Canada</a:t>
                      </a:r>
                    </a:p>
                  </a:txBody>
                  <a:tcPr>
                    <a:solidFill>
                      <a:srgbClr val="E8002D"/>
                    </a:solidFill>
                  </a:tcPr>
                </a:tc>
                <a:tc>
                  <a:txBody>
                    <a:bodyPr/>
                    <a:lstStyle/>
                    <a:p>
                      <a:r>
                        <a:t>COTA</a:t>
                      </a:r>
                    </a:p>
                  </a:txBody>
                  <a:tcPr>
                    <a:solidFill>
                      <a:srgbClr val="E8002D"/>
                    </a:solidFill>
                  </a:tcPr>
                </a:tc>
                <a:tc>
                  <a:txBody>
                    <a:bodyPr/>
                    <a:lstStyle/>
                    <a:p>
                      <a:r>
                        <a:t>Abu Dhabi</a:t>
                      </a:r>
                    </a:p>
                  </a:txBody>
                  <a:tcPr>
                    <a:solidFill>
                      <a:srgbClr val="E8002D"/>
                    </a:solidFill>
                  </a:tcPr>
                </a:tc>
                <a:extLst>
                  <a:ext uri="{0D108BD9-81ED-4DB2-BD59-A6C34878D82A}">
                    <a16:rowId xmlns:a16="http://schemas.microsoft.com/office/drawing/2014/main" val="10002"/>
                  </a:ext>
                </a:extLst>
              </a:tr>
              <a:tr h="293914">
                <a:tc>
                  <a:txBody>
                    <a:bodyPr/>
                    <a:lstStyle/>
                    <a:p>
                      <a:r>
                        <a:t>0</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Las Vegas</a:t>
                      </a:r>
                    </a:p>
                  </a:txBody>
                  <a:tcPr>
                    <a:solidFill>
                      <a:srgbClr val="FAC205"/>
                    </a:solidFill>
                  </a:tcPr>
                </a:tc>
                <a:tc>
                  <a:txBody>
                    <a:bodyPr/>
                    <a:lstStyle/>
                    <a:p>
                      <a:r>
                        <a:t>Qatar</a:t>
                      </a:r>
                    </a:p>
                  </a:txBody>
                  <a:tcPr>
                    <a:solidFill>
                      <a:srgbClr val="FAC205"/>
                    </a:solidFill>
                  </a:tcPr>
                </a:tc>
                <a:extLst>
                  <a:ext uri="{0D108BD9-81ED-4DB2-BD59-A6C34878D82A}">
                    <a16:rowId xmlns:a16="http://schemas.microsoft.com/office/drawing/2014/main" val="10004"/>
                  </a:ext>
                </a:extLst>
              </a:tr>
              <a:tr h="293914">
                <a:tc>
                  <a:txBody>
                    <a:bodyPr/>
                    <a:lstStyle/>
                    <a:p>
                      <a:r>
                        <a:t>1</a:t>
                      </a:r>
                    </a:p>
                  </a:txBody>
                  <a:tcPr>
                    <a:solidFill>
                      <a:srgbClr val="FAC205"/>
                    </a:solidFill>
                  </a:tcPr>
                </a:tc>
                <a:tc>
                  <a:txBody>
                    <a:bodyPr/>
                    <a:lstStyle/>
                    <a:p>
                      <a:r>
                        <a:t>1</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Spain</a:t>
                      </a:r>
                    </a:p>
                  </a:txBody>
                  <a:tcPr>
                    <a:solidFill>
                      <a:srgbClr val="028F1E"/>
                    </a:solidFill>
                  </a:tcPr>
                </a:tc>
                <a:tc>
                  <a:txBody>
                    <a:bodyPr/>
                    <a:lstStyle/>
                    <a:p>
                      <a:r>
                        <a:t>Austria</a:t>
                      </a:r>
                    </a:p>
                  </a:txBody>
                  <a:tcPr>
                    <a:solidFill>
                      <a:srgbClr val="028F1E"/>
                    </a:solidFill>
                  </a:tcPr>
                </a:tc>
                <a:tc>
                  <a:txBody>
                    <a:bodyPr/>
                    <a:lstStyle/>
                    <a:p>
                      <a:r>
                        <a:t>Hungary</a:t>
                      </a:r>
                    </a:p>
                  </a:txBody>
                  <a:tcPr>
                    <a:solidFill>
                      <a:srgbClr val="028F1E"/>
                    </a:solidFill>
                  </a:tcPr>
                </a:tc>
                <a:tc>
                  <a:txBody>
                    <a:bodyPr/>
                    <a:lstStyle/>
                    <a:p>
                      <a:r>
                        <a:t>Singapore</a:t>
                      </a:r>
                    </a:p>
                  </a:txBody>
                  <a:tcPr>
                    <a:solidFill>
                      <a:srgbClr val="028F1E"/>
                    </a:solidFill>
                  </a:tcPr>
                </a:tc>
                <a:tc>
                  <a:txBody>
                    <a:bodyPr/>
                    <a:lstStyle/>
                    <a:p>
                      <a:r>
                        <a:t>Abu Dhabi</a:t>
                      </a:r>
                    </a:p>
                  </a:txBody>
                  <a:tcPr>
                    <a:solidFill>
                      <a:srgbClr val="028F1E"/>
                    </a:solidFill>
                  </a:tcPr>
                </a:tc>
                <a:extLst>
                  <a:ext uri="{0D108BD9-81ED-4DB2-BD59-A6C34878D82A}">
                    <a16:rowId xmlns:a16="http://schemas.microsoft.com/office/drawing/2014/main" val="10006"/>
                  </a:ext>
                </a:extLst>
              </a:tr>
              <a:tr h="293914">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Australia</a:t>
                      </a:r>
                    </a:p>
                  </a:txBody>
                  <a:tcPr>
                    <a:solidFill>
                      <a:srgbClr val="FF5B00"/>
                    </a:solidFill>
                  </a:tcPr>
                </a:tc>
                <a:tc>
                  <a:txBody>
                    <a:bodyPr/>
                    <a:lstStyle/>
                    <a:p>
                      <a:r>
                        <a:t>Miami</a:t>
                      </a:r>
                    </a:p>
                  </a:txBody>
                  <a:tcPr>
                    <a:solidFill>
                      <a:srgbClr val="FF5B00"/>
                    </a:solidFill>
                  </a:tcPr>
                </a:tc>
                <a:tc>
                  <a:txBody>
                    <a:bodyPr/>
                    <a:lstStyle/>
                    <a:p>
                      <a:r>
                        <a:t>Imola</a:t>
                      </a:r>
                    </a:p>
                  </a:txBody>
                  <a:tcPr>
                    <a:solidFill>
                      <a:srgbClr val="FF5B00"/>
                    </a:solidFill>
                  </a:tcPr>
                </a:tc>
                <a:tc>
                  <a:txBody>
                    <a:bodyPr/>
                    <a:lstStyle/>
                    <a:p>
                      <a:r>
                        <a:t>Silverstone</a:t>
                      </a:r>
                    </a:p>
                  </a:txBody>
                  <a:tcPr>
                    <a:solidFill>
                      <a:srgbClr val="FF5B00"/>
                    </a:solidFill>
                  </a:tcPr>
                </a:tc>
                <a:tc>
                  <a:txBody>
                    <a:bodyPr/>
                    <a:lstStyle/>
                    <a:p>
                      <a:r>
                        <a:t>Hungary</a:t>
                      </a:r>
                    </a:p>
                  </a:txBody>
                  <a:tcPr>
                    <a:solidFill>
                      <a:srgbClr val="FF5B00"/>
                    </a:solidFill>
                  </a:tcPr>
                </a:tc>
                <a:extLst>
                  <a:ext uri="{0D108BD9-81ED-4DB2-BD59-A6C34878D82A}">
                    <a16:rowId xmlns:a16="http://schemas.microsoft.com/office/drawing/2014/main" val="10008"/>
                  </a:ext>
                </a:extLst>
              </a:tr>
              <a:tr h="293914">
                <a:tc>
                  <a:txBody>
                    <a:bodyPr/>
                    <a:lstStyle/>
                    <a:p>
                      <a:r>
                        <a:t>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Bahrain</a:t>
                      </a:r>
                    </a:p>
                  </a:txBody>
                  <a:tcPr>
                    <a:solidFill>
                      <a:srgbClr val="13EAC9"/>
                    </a:solidFill>
                  </a:tcPr>
                </a:tc>
                <a:tc>
                  <a:txBody>
                    <a:bodyPr/>
                    <a:lstStyle/>
                    <a:p>
                      <a:r>
                        <a:t>Austria</a:t>
                      </a:r>
                    </a:p>
                  </a:txBody>
                  <a:tcPr>
                    <a:solidFill>
                      <a:srgbClr val="13EAC9"/>
                    </a:solidFill>
                  </a:tcPr>
                </a:tc>
                <a:tc>
                  <a:txBody>
                    <a:bodyPr/>
                    <a:lstStyle/>
                    <a:p>
                      <a:r>
                        <a:t>Silverstone</a:t>
                      </a:r>
                    </a:p>
                  </a:txBody>
                  <a:tcPr>
                    <a:solidFill>
                      <a:srgbClr val="13EAC9"/>
                    </a:solidFill>
                  </a:tcPr>
                </a:tc>
                <a:tc>
                  <a:txBody>
                    <a:bodyPr/>
                    <a:lstStyle/>
                    <a:p>
                      <a:r>
                        <a:t>Hungary</a:t>
                      </a:r>
                    </a:p>
                  </a:txBody>
                  <a:tcPr>
                    <a:solidFill>
                      <a:srgbClr val="13EAC9"/>
                    </a:solidFill>
                  </a:tcPr>
                </a:tc>
                <a:tc>
                  <a:txBody>
                    <a:bodyPr/>
                    <a:lstStyle/>
                    <a:p>
                      <a:r>
                        <a:t>Monza</a:t>
                      </a:r>
                    </a:p>
                  </a:txBody>
                  <a:tcPr>
                    <a:solidFill>
                      <a:srgbClr val="13EAC9"/>
                    </a:solidFill>
                  </a:tcPr>
                </a:tc>
                <a:extLst>
                  <a:ext uri="{0D108BD9-81ED-4DB2-BD59-A6C34878D82A}">
                    <a16:rowId xmlns:a16="http://schemas.microsoft.com/office/drawing/2014/main" val="10010"/>
                  </a:ext>
                </a:extLst>
              </a:tr>
              <a:tr h="293914">
                <a:tc>
                  <a:txBody>
                    <a:bodyPr/>
                    <a:lstStyle/>
                    <a:p>
                      <a:r>
                        <a:t>1</a:t>
                      </a:r>
                    </a:p>
                  </a:txBody>
                  <a:tcPr>
                    <a:solidFill>
                      <a:srgbClr val="13EAC9"/>
                    </a:solidFill>
                  </a:tcPr>
                </a:tc>
                <a:tc>
                  <a:txBody>
                    <a:bodyPr/>
                    <a:lstStyle/>
                    <a:p>
                      <a:r>
                        <a:t>1</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Bahrain</a:t>
                      </a:r>
                    </a:p>
                  </a:txBody>
                  <a:tcPr>
                    <a:solidFill>
                      <a:srgbClr val="9A0EEA"/>
                    </a:solidFill>
                  </a:tcPr>
                </a:tc>
                <a:tc>
                  <a:txBody>
                    <a:bodyPr/>
                    <a:lstStyle/>
                    <a:p>
                      <a:r>
                        <a:t>Austria</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Las Vegas</a:t>
                      </a:r>
                    </a:p>
                  </a:txBody>
                  <a:tcPr>
                    <a:solidFill>
                      <a:srgbClr val="9A0EEA"/>
                    </a:solidFill>
                  </a:tcPr>
                </a:tc>
                <a:extLst>
                  <a:ext uri="{0D108BD9-81ED-4DB2-BD59-A6C34878D82A}">
                    <a16:rowId xmlns:a16="http://schemas.microsoft.com/office/drawing/2014/main" val="10012"/>
                  </a:ext>
                </a:extLst>
              </a:tr>
              <a:tr h="293918">
                <a:tc>
                  <a:txBody>
                    <a:bodyPr/>
                    <a:lstStyle/>
                    <a:p>
                      <a:r>
                        <a:t>1</a:t>
                      </a:r>
                    </a:p>
                  </a:txBody>
                  <a:tcPr>
                    <a:solidFill>
                      <a:srgbClr val="9A0EEA"/>
                    </a:solidFill>
                  </a:tcPr>
                </a:tc>
                <a:tc>
                  <a:txBody>
                    <a:bodyPr/>
                    <a:lstStyle/>
                    <a:p>
                      <a:r>
                        <a:t>1</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655</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616</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780</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597</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656</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542</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Hulk @ Saudi Arabia</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Saudi Arabia</a:t>
                      </a:r>
                    </a:p>
                  </a:txBody>
                  <a:tcPr>
                    <a:solidFill>
                      <a:srgbClr val="040273"/>
                    </a:solidFill>
                  </a:tcPr>
                </a:tc>
                <a:tc>
                  <a:txBody>
                    <a:bodyPr/>
                    <a:lstStyle/>
                    <a:p>
                      <a:r>
                        <a:t>Canada</a:t>
                      </a:r>
                    </a:p>
                  </a:txBody>
                  <a:tcPr>
                    <a:solidFill>
                      <a:srgbClr val="040273"/>
                    </a:solidFill>
                  </a:tcPr>
                </a:tc>
                <a:tc>
                  <a:txBody>
                    <a:bodyPr/>
                    <a:lstStyle/>
                    <a:p>
                      <a:r>
                        <a:t>Spain</a:t>
                      </a:r>
                    </a:p>
                  </a:txBody>
                  <a:tcPr>
                    <a:solidFill>
                      <a:srgbClr val="040273"/>
                    </a:solidFill>
                  </a:tcPr>
                </a:tc>
                <a:tc>
                  <a:txBody>
                    <a:bodyPr/>
                    <a:lstStyle/>
                    <a:p>
                      <a:r>
                        <a:t>Singapore</a:t>
                      </a:r>
                    </a:p>
                  </a:txBody>
                  <a:tcPr>
                    <a:solidFill>
                      <a:srgbClr val="040273"/>
                    </a:solidFill>
                  </a:tcPr>
                </a:tc>
                <a:tc>
                  <a:txBody>
                    <a:bodyPr/>
                    <a:lstStyle/>
                    <a:p>
                      <a:r>
                        <a:t>Brazil</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China</a:t>
                      </a:r>
                    </a:p>
                  </a:txBody>
                  <a:tcPr>
                    <a:solidFill>
                      <a:srgbClr val="E8002D"/>
                    </a:solidFill>
                  </a:tcPr>
                </a:tc>
                <a:tc>
                  <a:txBody>
                    <a:bodyPr/>
                    <a:lstStyle/>
                    <a:p>
                      <a:r>
                        <a:t>Canada</a:t>
                      </a:r>
                    </a:p>
                  </a:txBody>
                  <a:tcPr>
                    <a:solidFill>
                      <a:srgbClr val="E8002D"/>
                    </a:solidFill>
                  </a:tcPr>
                </a:tc>
                <a:tc>
                  <a:txBody>
                    <a:bodyPr/>
                    <a:lstStyle/>
                    <a:p>
                      <a:r>
                        <a:t>COTA</a:t>
                      </a:r>
                    </a:p>
                  </a:txBody>
                  <a:tcPr>
                    <a:solidFill>
                      <a:srgbClr val="E8002D"/>
                    </a:solidFill>
                  </a:tcPr>
                </a:tc>
                <a:tc>
                  <a:txBody>
                    <a:bodyPr/>
                    <a:lstStyle/>
                    <a:p>
                      <a:r>
                        <a:t>Abu Dhabi</a:t>
                      </a:r>
                    </a:p>
                  </a:txBody>
                  <a:tcPr>
                    <a:solidFill>
                      <a:srgbClr val="E8002D"/>
                    </a:solidFill>
                  </a:tcPr>
                </a:tc>
                <a:extLst>
                  <a:ext uri="{0D108BD9-81ED-4DB2-BD59-A6C34878D82A}">
                    <a16:rowId xmlns:a16="http://schemas.microsoft.com/office/drawing/2014/main" val="10002"/>
                  </a:ext>
                </a:extLst>
              </a:tr>
              <a:tr h="293914">
                <a:tc>
                  <a:txBody>
                    <a:bodyPr/>
                    <a:lstStyle/>
                    <a:p>
                      <a:r>
                        <a:t>0</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Las Vegas</a:t>
                      </a:r>
                    </a:p>
                  </a:txBody>
                  <a:tcPr>
                    <a:solidFill>
                      <a:srgbClr val="FAC205"/>
                    </a:solidFill>
                  </a:tcPr>
                </a:tc>
                <a:tc>
                  <a:txBody>
                    <a:bodyPr/>
                    <a:lstStyle/>
                    <a:p>
                      <a:r>
                        <a:t>Qatar</a:t>
                      </a:r>
                    </a:p>
                  </a:txBody>
                  <a:tcPr>
                    <a:solidFill>
                      <a:srgbClr val="FAC205"/>
                    </a:solidFill>
                  </a:tcPr>
                </a:tc>
                <a:extLst>
                  <a:ext uri="{0D108BD9-81ED-4DB2-BD59-A6C34878D82A}">
                    <a16:rowId xmlns:a16="http://schemas.microsoft.com/office/drawing/2014/main" val="10004"/>
                  </a:ext>
                </a:extLst>
              </a:tr>
              <a:tr h="293914">
                <a:tc>
                  <a:txBody>
                    <a:bodyPr/>
                    <a:lstStyle/>
                    <a:p>
                      <a:r>
                        <a:t>1</a:t>
                      </a:r>
                    </a:p>
                  </a:txBody>
                  <a:tcPr>
                    <a:solidFill>
                      <a:srgbClr val="FAC205"/>
                    </a:solidFill>
                  </a:tcPr>
                </a:tc>
                <a:tc>
                  <a:txBody>
                    <a:bodyPr/>
                    <a:lstStyle/>
                    <a:p>
                      <a:r>
                        <a:t>1</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Spain</a:t>
                      </a:r>
                    </a:p>
                  </a:txBody>
                  <a:tcPr>
                    <a:solidFill>
                      <a:srgbClr val="028F1E"/>
                    </a:solidFill>
                  </a:tcPr>
                </a:tc>
                <a:tc>
                  <a:txBody>
                    <a:bodyPr/>
                    <a:lstStyle/>
                    <a:p>
                      <a:r>
                        <a:t>Austria</a:t>
                      </a:r>
                    </a:p>
                  </a:txBody>
                  <a:tcPr>
                    <a:solidFill>
                      <a:srgbClr val="028F1E"/>
                    </a:solidFill>
                  </a:tcPr>
                </a:tc>
                <a:tc>
                  <a:txBody>
                    <a:bodyPr/>
                    <a:lstStyle/>
                    <a:p>
                      <a:r>
                        <a:t>Hungary</a:t>
                      </a:r>
                    </a:p>
                  </a:txBody>
                  <a:tcPr>
                    <a:solidFill>
                      <a:srgbClr val="028F1E"/>
                    </a:solidFill>
                  </a:tcPr>
                </a:tc>
                <a:tc>
                  <a:txBody>
                    <a:bodyPr/>
                    <a:lstStyle/>
                    <a:p>
                      <a:r>
                        <a:t>Singapore</a:t>
                      </a:r>
                    </a:p>
                  </a:txBody>
                  <a:tcPr>
                    <a:solidFill>
                      <a:srgbClr val="028F1E"/>
                    </a:solidFill>
                  </a:tcPr>
                </a:tc>
                <a:tc>
                  <a:txBody>
                    <a:bodyPr/>
                    <a:lstStyle/>
                    <a:p>
                      <a:r>
                        <a:t>Abu Dhabi</a:t>
                      </a:r>
                    </a:p>
                  </a:txBody>
                  <a:tcPr>
                    <a:solidFill>
                      <a:srgbClr val="028F1E"/>
                    </a:solidFill>
                  </a:tcPr>
                </a:tc>
                <a:extLst>
                  <a:ext uri="{0D108BD9-81ED-4DB2-BD59-A6C34878D82A}">
                    <a16:rowId xmlns:a16="http://schemas.microsoft.com/office/drawing/2014/main" val="10006"/>
                  </a:ext>
                </a:extLst>
              </a:tr>
              <a:tr h="293914">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Australia</a:t>
                      </a:r>
                    </a:p>
                  </a:txBody>
                  <a:tcPr>
                    <a:solidFill>
                      <a:srgbClr val="FF5B00"/>
                    </a:solidFill>
                  </a:tcPr>
                </a:tc>
                <a:tc>
                  <a:txBody>
                    <a:bodyPr/>
                    <a:lstStyle/>
                    <a:p>
                      <a:r>
                        <a:t>Miami</a:t>
                      </a:r>
                    </a:p>
                  </a:txBody>
                  <a:tcPr>
                    <a:solidFill>
                      <a:srgbClr val="FF5B00"/>
                    </a:solidFill>
                  </a:tcPr>
                </a:tc>
                <a:tc>
                  <a:txBody>
                    <a:bodyPr/>
                    <a:lstStyle/>
                    <a:p>
                      <a:r>
                        <a:t>Imola</a:t>
                      </a:r>
                    </a:p>
                  </a:txBody>
                  <a:tcPr>
                    <a:solidFill>
                      <a:srgbClr val="FF5B00"/>
                    </a:solidFill>
                  </a:tcPr>
                </a:tc>
                <a:tc>
                  <a:txBody>
                    <a:bodyPr/>
                    <a:lstStyle/>
                    <a:p>
                      <a:r>
                        <a:t>Silverstone</a:t>
                      </a:r>
                    </a:p>
                  </a:txBody>
                  <a:tcPr>
                    <a:solidFill>
                      <a:srgbClr val="FF5B00"/>
                    </a:solidFill>
                  </a:tcPr>
                </a:tc>
                <a:tc>
                  <a:txBody>
                    <a:bodyPr/>
                    <a:lstStyle/>
                    <a:p>
                      <a:r>
                        <a:t>Hungary</a:t>
                      </a:r>
                    </a:p>
                  </a:txBody>
                  <a:tcPr>
                    <a:solidFill>
                      <a:srgbClr val="FF5B00"/>
                    </a:solidFill>
                  </a:tcPr>
                </a:tc>
                <a:extLst>
                  <a:ext uri="{0D108BD9-81ED-4DB2-BD59-A6C34878D82A}">
                    <a16:rowId xmlns:a16="http://schemas.microsoft.com/office/drawing/2014/main" val="10008"/>
                  </a:ext>
                </a:extLst>
              </a:tr>
              <a:tr h="293914">
                <a:tc>
                  <a:txBody>
                    <a:bodyPr/>
                    <a:lstStyle/>
                    <a:p>
                      <a:r>
                        <a:t>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Bahrain</a:t>
                      </a:r>
                    </a:p>
                  </a:txBody>
                  <a:tcPr>
                    <a:solidFill>
                      <a:srgbClr val="13EAC9"/>
                    </a:solidFill>
                  </a:tcPr>
                </a:tc>
                <a:tc>
                  <a:txBody>
                    <a:bodyPr/>
                    <a:lstStyle/>
                    <a:p>
                      <a:r>
                        <a:t>Austria</a:t>
                      </a:r>
                    </a:p>
                  </a:txBody>
                  <a:tcPr>
                    <a:solidFill>
                      <a:srgbClr val="13EAC9"/>
                    </a:solidFill>
                  </a:tcPr>
                </a:tc>
                <a:tc>
                  <a:txBody>
                    <a:bodyPr/>
                    <a:lstStyle/>
                    <a:p>
                      <a:r>
                        <a:t>Silverstone</a:t>
                      </a:r>
                    </a:p>
                  </a:txBody>
                  <a:tcPr>
                    <a:solidFill>
                      <a:srgbClr val="13EAC9"/>
                    </a:solidFill>
                  </a:tcPr>
                </a:tc>
                <a:tc>
                  <a:txBody>
                    <a:bodyPr/>
                    <a:lstStyle/>
                    <a:p>
                      <a:r>
                        <a:t>Hungary</a:t>
                      </a:r>
                    </a:p>
                  </a:txBody>
                  <a:tcPr>
                    <a:solidFill>
                      <a:srgbClr val="13EAC9"/>
                    </a:solidFill>
                  </a:tcPr>
                </a:tc>
                <a:tc>
                  <a:txBody>
                    <a:bodyPr/>
                    <a:lstStyle/>
                    <a:p>
                      <a:r>
                        <a:t>Monza</a:t>
                      </a:r>
                    </a:p>
                  </a:txBody>
                  <a:tcPr>
                    <a:solidFill>
                      <a:srgbClr val="13EAC9"/>
                    </a:solidFill>
                  </a:tcPr>
                </a:tc>
                <a:extLst>
                  <a:ext uri="{0D108BD9-81ED-4DB2-BD59-A6C34878D82A}">
                    <a16:rowId xmlns:a16="http://schemas.microsoft.com/office/drawing/2014/main" val="10010"/>
                  </a:ext>
                </a:extLst>
              </a:tr>
              <a:tr h="293914">
                <a:tc>
                  <a:txBody>
                    <a:bodyPr/>
                    <a:lstStyle/>
                    <a:p>
                      <a:r>
                        <a:t>1</a:t>
                      </a:r>
                    </a:p>
                  </a:txBody>
                  <a:tcPr>
                    <a:solidFill>
                      <a:srgbClr val="13EAC9"/>
                    </a:solidFill>
                  </a:tcPr>
                </a:tc>
                <a:tc>
                  <a:txBody>
                    <a:bodyPr/>
                    <a:lstStyle/>
                    <a:p>
                      <a:r>
                        <a:t>1</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Bahrain</a:t>
                      </a:r>
                    </a:p>
                  </a:txBody>
                  <a:tcPr>
                    <a:solidFill>
                      <a:srgbClr val="9A0EEA"/>
                    </a:solidFill>
                  </a:tcPr>
                </a:tc>
                <a:tc>
                  <a:txBody>
                    <a:bodyPr/>
                    <a:lstStyle/>
                    <a:p>
                      <a:r>
                        <a:t>Austria</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Las Vegas</a:t>
                      </a:r>
                    </a:p>
                  </a:txBody>
                  <a:tcPr>
                    <a:solidFill>
                      <a:srgbClr val="9A0EEA"/>
                    </a:solidFill>
                  </a:tcPr>
                </a:tc>
                <a:extLst>
                  <a:ext uri="{0D108BD9-81ED-4DB2-BD59-A6C34878D82A}">
                    <a16:rowId xmlns:a16="http://schemas.microsoft.com/office/drawing/2014/main" val="10012"/>
                  </a:ext>
                </a:extLst>
              </a:tr>
              <a:tr h="293918">
                <a:tc>
                  <a:txBody>
                    <a:bodyPr/>
                    <a:lstStyle/>
                    <a:p>
                      <a:r>
                        <a:t>1</a:t>
                      </a:r>
                    </a:p>
                  </a:txBody>
                  <a:tcPr>
                    <a:solidFill>
                      <a:srgbClr val="9A0EEA"/>
                    </a:solidFill>
                  </a:tcPr>
                </a:tc>
                <a:tc>
                  <a:txBody>
                    <a:bodyPr/>
                    <a:lstStyle/>
                    <a:p>
                      <a:r>
                        <a:t>1</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655</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616</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780</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597</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656</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542</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Hulk @ Australia</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Saudi Arabia</a:t>
                      </a:r>
                    </a:p>
                  </a:txBody>
                  <a:tcPr>
                    <a:solidFill>
                      <a:srgbClr val="040273"/>
                    </a:solidFill>
                  </a:tcPr>
                </a:tc>
                <a:tc>
                  <a:txBody>
                    <a:bodyPr/>
                    <a:lstStyle/>
                    <a:p>
                      <a:r>
                        <a:t>Canada</a:t>
                      </a:r>
                    </a:p>
                  </a:txBody>
                  <a:tcPr>
                    <a:solidFill>
                      <a:srgbClr val="040273"/>
                    </a:solidFill>
                  </a:tcPr>
                </a:tc>
                <a:tc>
                  <a:txBody>
                    <a:bodyPr/>
                    <a:lstStyle/>
                    <a:p>
                      <a:r>
                        <a:t>Spain</a:t>
                      </a:r>
                    </a:p>
                  </a:txBody>
                  <a:tcPr>
                    <a:solidFill>
                      <a:srgbClr val="040273"/>
                    </a:solidFill>
                  </a:tcPr>
                </a:tc>
                <a:tc>
                  <a:txBody>
                    <a:bodyPr/>
                    <a:lstStyle/>
                    <a:p>
                      <a:r>
                        <a:t>Singapore</a:t>
                      </a:r>
                    </a:p>
                  </a:txBody>
                  <a:tcPr>
                    <a:solidFill>
                      <a:srgbClr val="040273"/>
                    </a:solidFill>
                  </a:tcPr>
                </a:tc>
                <a:tc>
                  <a:txBody>
                    <a:bodyPr/>
                    <a:lstStyle/>
                    <a:p>
                      <a:r>
                        <a:t>Brazil</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China</a:t>
                      </a:r>
                    </a:p>
                  </a:txBody>
                  <a:tcPr>
                    <a:solidFill>
                      <a:srgbClr val="E8002D"/>
                    </a:solidFill>
                  </a:tcPr>
                </a:tc>
                <a:tc>
                  <a:txBody>
                    <a:bodyPr/>
                    <a:lstStyle/>
                    <a:p>
                      <a:r>
                        <a:t>Canada</a:t>
                      </a:r>
                    </a:p>
                  </a:txBody>
                  <a:tcPr>
                    <a:solidFill>
                      <a:srgbClr val="E8002D"/>
                    </a:solidFill>
                  </a:tcPr>
                </a:tc>
                <a:tc>
                  <a:txBody>
                    <a:bodyPr/>
                    <a:lstStyle/>
                    <a:p>
                      <a:r>
                        <a:t>COTA</a:t>
                      </a:r>
                    </a:p>
                  </a:txBody>
                  <a:tcPr>
                    <a:solidFill>
                      <a:srgbClr val="E8002D"/>
                    </a:solidFill>
                  </a:tcPr>
                </a:tc>
                <a:tc>
                  <a:txBody>
                    <a:bodyPr/>
                    <a:lstStyle/>
                    <a:p>
                      <a:r>
                        <a:t>Abu Dhabi</a:t>
                      </a:r>
                    </a:p>
                  </a:txBody>
                  <a:tcPr>
                    <a:solidFill>
                      <a:srgbClr val="E8002D"/>
                    </a:solidFill>
                  </a:tcPr>
                </a:tc>
                <a:extLst>
                  <a:ext uri="{0D108BD9-81ED-4DB2-BD59-A6C34878D82A}">
                    <a16:rowId xmlns:a16="http://schemas.microsoft.com/office/drawing/2014/main" val="10002"/>
                  </a:ext>
                </a:extLst>
              </a:tr>
              <a:tr h="293914">
                <a:tc>
                  <a:txBody>
                    <a:bodyPr/>
                    <a:lstStyle/>
                    <a:p>
                      <a:r>
                        <a:t>0</a:t>
                      </a:r>
                    </a:p>
                  </a:txBody>
                  <a:tcPr>
                    <a:solidFill>
                      <a:srgbClr val="E8002D"/>
                    </a:solidFill>
                  </a:tcPr>
                </a:tc>
                <a:tc>
                  <a:txBody>
                    <a:bodyPr/>
                    <a:lstStyle/>
                    <a:p>
                      <a:r>
                        <a:t>0</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Las Vegas</a:t>
                      </a:r>
                    </a:p>
                  </a:txBody>
                  <a:tcPr>
                    <a:solidFill>
                      <a:srgbClr val="FAC205"/>
                    </a:solidFill>
                  </a:tcPr>
                </a:tc>
                <a:tc>
                  <a:txBody>
                    <a:bodyPr/>
                    <a:lstStyle/>
                    <a:p>
                      <a:r>
                        <a:t>Qatar</a:t>
                      </a:r>
                    </a:p>
                  </a:txBody>
                  <a:tcPr>
                    <a:solidFill>
                      <a:srgbClr val="FAC205"/>
                    </a:solidFill>
                  </a:tcPr>
                </a:tc>
                <a:extLst>
                  <a:ext uri="{0D108BD9-81ED-4DB2-BD59-A6C34878D82A}">
                    <a16:rowId xmlns:a16="http://schemas.microsoft.com/office/drawing/2014/main" val="10004"/>
                  </a:ext>
                </a:extLst>
              </a:tr>
              <a:tr h="293914">
                <a:tc>
                  <a:txBody>
                    <a:bodyPr/>
                    <a:lstStyle/>
                    <a:p>
                      <a:r>
                        <a:t>1</a:t>
                      </a:r>
                    </a:p>
                  </a:txBody>
                  <a:tcPr>
                    <a:solidFill>
                      <a:srgbClr val="FAC205"/>
                    </a:solidFill>
                  </a:tcPr>
                </a:tc>
                <a:tc>
                  <a:txBody>
                    <a:bodyPr/>
                    <a:lstStyle/>
                    <a:p>
                      <a:r>
                        <a:t>1</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Spain</a:t>
                      </a:r>
                    </a:p>
                  </a:txBody>
                  <a:tcPr>
                    <a:solidFill>
                      <a:srgbClr val="028F1E"/>
                    </a:solidFill>
                  </a:tcPr>
                </a:tc>
                <a:tc>
                  <a:txBody>
                    <a:bodyPr/>
                    <a:lstStyle/>
                    <a:p>
                      <a:r>
                        <a:t>Austria</a:t>
                      </a:r>
                    </a:p>
                  </a:txBody>
                  <a:tcPr>
                    <a:solidFill>
                      <a:srgbClr val="028F1E"/>
                    </a:solidFill>
                  </a:tcPr>
                </a:tc>
                <a:tc>
                  <a:txBody>
                    <a:bodyPr/>
                    <a:lstStyle/>
                    <a:p>
                      <a:r>
                        <a:t>Hungary</a:t>
                      </a:r>
                    </a:p>
                  </a:txBody>
                  <a:tcPr>
                    <a:solidFill>
                      <a:srgbClr val="028F1E"/>
                    </a:solidFill>
                  </a:tcPr>
                </a:tc>
                <a:tc>
                  <a:txBody>
                    <a:bodyPr/>
                    <a:lstStyle/>
                    <a:p>
                      <a:r>
                        <a:t>Singapore</a:t>
                      </a:r>
                    </a:p>
                  </a:txBody>
                  <a:tcPr>
                    <a:solidFill>
                      <a:srgbClr val="028F1E"/>
                    </a:solidFill>
                  </a:tcPr>
                </a:tc>
                <a:tc>
                  <a:txBody>
                    <a:bodyPr/>
                    <a:lstStyle/>
                    <a:p>
                      <a:r>
                        <a:t>Abu Dhabi</a:t>
                      </a:r>
                    </a:p>
                  </a:txBody>
                  <a:tcPr>
                    <a:solidFill>
                      <a:srgbClr val="028F1E"/>
                    </a:solidFill>
                  </a:tcPr>
                </a:tc>
                <a:extLst>
                  <a:ext uri="{0D108BD9-81ED-4DB2-BD59-A6C34878D82A}">
                    <a16:rowId xmlns:a16="http://schemas.microsoft.com/office/drawing/2014/main" val="10006"/>
                  </a:ext>
                </a:extLst>
              </a:tr>
              <a:tr h="293914">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Australia</a:t>
                      </a:r>
                    </a:p>
                  </a:txBody>
                  <a:tcPr>
                    <a:solidFill>
                      <a:srgbClr val="FF5B00"/>
                    </a:solidFill>
                  </a:tcPr>
                </a:tc>
                <a:tc>
                  <a:txBody>
                    <a:bodyPr/>
                    <a:lstStyle/>
                    <a:p>
                      <a:r>
                        <a:t>Miami</a:t>
                      </a:r>
                    </a:p>
                  </a:txBody>
                  <a:tcPr>
                    <a:solidFill>
                      <a:srgbClr val="FF5B00"/>
                    </a:solidFill>
                  </a:tcPr>
                </a:tc>
                <a:tc>
                  <a:txBody>
                    <a:bodyPr/>
                    <a:lstStyle/>
                    <a:p>
                      <a:r>
                        <a:t>Imola</a:t>
                      </a:r>
                    </a:p>
                  </a:txBody>
                  <a:tcPr>
                    <a:solidFill>
                      <a:srgbClr val="FF5B00"/>
                    </a:solidFill>
                  </a:tcPr>
                </a:tc>
                <a:tc>
                  <a:txBody>
                    <a:bodyPr/>
                    <a:lstStyle/>
                    <a:p>
                      <a:r>
                        <a:t>Silverstone</a:t>
                      </a:r>
                    </a:p>
                  </a:txBody>
                  <a:tcPr>
                    <a:solidFill>
                      <a:srgbClr val="FF5B00"/>
                    </a:solidFill>
                  </a:tcPr>
                </a:tc>
                <a:tc>
                  <a:txBody>
                    <a:bodyPr/>
                    <a:lstStyle/>
                    <a:p>
                      <a:r>
                        <a:t>Hungary</a:t>
                      </a:r>
                    </a:p>
                  </a:txBody>
                  <a:tcPr>
                    <a:solidFill>
                      <a:srgbClr val="FF5B00"/>
                    </a:solidFill>
                  </a:tcPr>
                </a:tc>
                <a:extLst>
                  <a:ext uri="{0D108BD9-81ED-4DB2-BD59-A6C34878D82A}">
                    <a16:rowId xmlns:a16="http://schemas.microsoft.com/office/drawing/2014/main" val="10008"/>
                  </a:ext>
                </a:extLst>
              </a:tr>
              <a:tr h="293914">
                <a:tc>
                  <a:txBody>
                    <a:bodyPr/>
                    <a:lstStyle/>
                    <a:p>
                      <a:r>
                        <a:t>0</a:t>
                      </a:r>
                    </a:p>
                  </a:txBody>
                  <a:tcPr>
                    <a:solidFill>
                      <a:srgbClr val="FF5B00"/>
                    </a:solidFill>
                  </a:tcPr>
                </a:tc>
                <a:tc>
                  <a:txBody>
                    <a:bodyPr/>
                    <a:lstStyle/>
                    <a:p>
                      <a:r>
                        <a:t>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Bahrain</a:t>
                      </a:r>
                    </a:p>
                  </a:txBody>
                  <a:tcPr>
                    <a:solidFill>
                      <a:srgbClr val="13EAC9"/>
                    </a:solidFill>
                  </a:tcPr>
                </a:tc>
                <a:tc>
                  <a:txBody>
                    <a:bodyPr/>
                    <a:lstStyle/>
                    <a:p>
                      <a:r>
                        <a:t>Austria</a:t>
                      </a:r>
                    </a:p>
                  </a:txBody>
                  <a:tcPr>
                    <a:solidFill>
                      <a:srgbClr val="13EAC9"/>
                    </a:solidFill>
                  </a:tcPr>
                </a:tc>
                <a:tc>
                  <a:txBody>
                    <a:bodyPr/>
                    <a:lstStyle/>
                    <a:p>
                      <a:r>
                        <a:t>Silverstone</a:t>
                      </a:r>
                    </a:p>
                  </a:txBody>
                  <a:tcPr>
                    <a:solidFill>
                      <a:srgbClr val="13EAC9"/>
                    </a:solidFill>
                  </a:tcPr>
                </a:tc>
                <a:tc>
                  <a:txBody>
                    <a:bodyPr/>
                    <a:lstStyle/>
                    <a:p>
                      <a:r>
                        <a:t>Hungary</a:t>
                      </a:r>
                    </a:p>
                  </a:txBody>
                  <a:tcPr>
                    <a:solidFill>
                      <a:srgbClr val="13EAC9"/>
                    </a:solidFill>
                  </a:tcPr>
                </a:tc>
                <a:tc>
                  <a:txBody>
                    <a:bodyPr/>
                    <a:lstStyle/>
                    <a:p>
                      <a:r>
                        <a:t>Monza</a:t>
                      </a:r>
                    </a:p>
                  </a:txBody>
                  <a:tcPr>
                    <a:solidFill>
                      <a:srgbClr val="13EAC9"/>
                    </a:solidFill>
                  </a:tcPr>
                </a:tc>
                <a:extLst>
                  <a:ext uri="{0D108BD9-81ED-4DB2-BD59-A6C34878D82A}">
                    <a16:rowId xmlns:a16="http://schemas.microsoft.com/office/drawing/2014/main" val="10010"/>
                  </a:ext>
                </a:extLst>
              </a:tr>
              <a:tr h="293914">
                <a:tc>
                  <a:txBody>
                    <a:bodyPr/>
                    <a:lstStyle/>
                    <a:p>
                      <a:r>
                        <a:t>1</a:t>
                      </a:r>
                    </a:p>
                  </a:txBody>
                  <a:tcPr>
                    <a:solidFill>
                      <a:srgbClr val="13EAC9"/>
                    </a:solidFill>
                  </a:tcPr>
                </a:tc>
                <a:tc>
                  <a:txBody>
                    <a:bodyPr/>
                    <a:lstStyle/>
                    <a:p>
                      <a:r>
                        <a:t>1</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Bahrain</a:t>
                      </a:r>
                    </a:p>
                  </a:txBody>
                  <a:tcPr>
                    <a:solidFill>
                      <a:srgbClr val="9A0EEA"/>
                    </a:solidFill>
                  </a:tcPr>
                </a:tc>
                <a:tc>
                  <a:txBody>
                    <a:bodyPr/>
                    <a:lstStyle/>
                    <a:p>
                      <a:r>
                        <a:t>Austria</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Las Vegas</a:t>
                      </a:r>
                    </a:p>
                  </a:txBody>
                  <a:tcPr>
                    <a:solidFill>
                      <a:srgbClr val="9A0EEA"/>
                    </a:solidFill>
                  </a:tcPr>
                </a:tc>
                <a:extLst>
                  <a:ext uri="{0D108BD9-81ED-4DB2-BD59-A6C34878D82A}">
                    <a16:rowId xmlns:a16="http://schemas.microsoft.com/office/drawing/2014/main" val="10012"/>
                  </a:ext>
                </a:extLst>
              </a:tr>
              <a:tr h="293918">
                <a:tc>
                  <a:txBody>
                    <a:bodyPr/>
                    <a:lstStyle/>
                    <a:p>
                      <a:r>
                        <a:t>1</a:t>
                      </a:r>
                    </a:p>
                  </a:txBody>
                  <a:tcPr>
                    <a:solidFill>
                      <a:srgbClr val="9A0EEA"/>
                    </a:solidFill>
                  </a:tcPr>
                </a:tc>
                <a:tc>
                  <a:txBody>
                    <a:bodyPr/>
                    <a:lstStyle/>
                    <a:p>
                      <a:r>
                        <a:t>1</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655</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616</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780</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597</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656</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542</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Hulk @ China</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Saudi Arabia</a:t>
                      </a:r>
                    </a:p>
                  </a:txBody>
                  <a:tcPr>
                    <a:solidFill>
                      <a:srgbClr val="040273"/>
                    </a:solidFill>
                  </a:tcPr>
                </a:tc>
                <a:tc>
                  <a:txBody>
                    <a:bodyPr/>
                    <a:lstStyle/>
                    <a:p>
                      <a:r>
                        <a:t>Canada</a:t>
                      </a:r>
                    </a:p>
                  </a:txBody>
                  <a:tcPr>
                    <a:solidFill>
                      <a:srgbClr val="040273"/>
                    </a:solidFill>
                  </a:tcPr>
                </a:tc>
                <a:tc>
                  <a:txBody>
                    <a:bodyPr/>
                    <a:lstStyle/>
                    <a:p>
                      <a:r>
                        <a:t>Spain</a:t>
                      </a:r>
                    </a:p>
                  </a:txBody>
                  <a:tcPr>
                    <a:solidFill>
                      <a:srgbClr val="040273"/>
                    </a:solidFill>
                  </a:tcPr>
                </a:tc>
                <a:tc>
                  <a:txBody>
                    <a:bodyPr/>
                    <a:lstStyle/>
                    <a:p>
                      <a:r>
                        <a:t>Singapore</a:t>
                      </a:r>
                    </a:p>
                  </a:txBody>
                  <a:tcPr>
                    <a:solidFill>
                      <a:srgbClr val="040273"/>
                    </a:solidFill>
                  </a:tcPr>
                </a:tc>
                <a:tc>
                  <a:txBody>
                    <a:bodyPr/>
                    <a:lstStyle/>
                    <a:p>
                      <a:r>
                        <a:t>Brazil</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China</a:t>
                      </a:r>
                    </a:p>
                  </a:txBody>
                  <a:tcPr>
                    <a:solidFill>
                      <a:srgbClr val="E8002D"/>
                    </a:solidFill>
                  </a:tcPr>
                </a:tc>
                <a:tc>
                  <a:txBody>
                    <a:bodyPr/>
                    <a:lstStyle/>
                    <a:p>
                      <a:r>
                        <a:t>Canada</a:t>
                      </a:r>
                    </a:p>
                  </a:txBody>
                  <a:tcPr>
                    <a:solidFill>
                      <a:srgbClr val="E8002D"/>
                    </a:solidFill>
                  </a:tcPr>
                </a:tc>
                <a:tc>
                  <a:txBody>
                    <a:bodyPr/>
                    <a:lstStyle/>
                    <a:p>
                      <a:r>
                        <a:t>COTA</a:t>
                      </a:r>
                    </a:p>
                  </a:txBody>
                  <a:tcPr>
                    <a:solidFill>
                      <a:srgbClr val="E8002D"/>
                    </a:solidFill>
                  </a:tcPr>
                </a:tc>
                <a:tc>
                  <a:txBody>
                    <a:bodyPr/>
                    <a:lstStyle/>
                    <a:p>
                      <a:r>
                        <a:t>Abu Dhabi</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Las Vegas</a:t>
                      </a:r>
                    </a:p>
                  </a:txBody>
                  <a:tcPr>
                    <a:solidFill>
                      <a:srgbClr val="FAC205"/>
                    </a:solidFill>
                  </a:tcPr>
                </a:tc>
                <a:tc>
                  <a:txBody>
                    <a:bodyPr/>
                    <a:lstStyle/>
                    <a:p>
                      <a:r>
                        <a:t>Qatar</a:t>
                      </a:r>
                    </a:p>
                  </a:txBody>
                  <a:tcPr>
                    <a:solidFill>
                      <a:srgbClr val="FAC205"/>
                    </a:solidFill>
                  </a:tcPr>
                </a:tc>
                <a:extLst>
                  <a:ext uri="{0D108BD9-81ED-4DB2-BD59-A6C34878D82A}">
                    <a16:rowId xmlns:a16="http://schemas.microsoft.com/office/drawing/2014/main" val="10004"/>
                  </a:ext>
                </a:extLst>
              </a:tr>
              <a:tr h="293914">
                <a:tc>
                  <a:txBody>
                    <a:bodyPr/>
                    <a:lstStyle/>
                    <a:p>
                      <a:r>
                        <a:t>1</a:t>
                      </a:r>
                    </a:p>
                  </a:txBody>
                  <a:tcPr>
                    <a:solidFill>
                      <a:srgbClr val="FAC205"/>
                    </a:solidFill>
                  </a:tcPr>
                </a:tc>
                <a:tc>
                  <a:txBody>
                    <a:bodyPr/>
                    <a:lstStyle/>
                    <a:p>
                      <a:r>
                        <a:t>1</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Spain</a:t>
                      </a:r>
                    </a:p>
                  </a:txBody>
                  <a:tcPr>
                    <a:solidFill>
                      <a:srgbClr val="028F1E"/>
                    </a:solidFill>
                  </a:tcPr>
                </a:tc>
                <a:tc>
                  <a:txBody>
                    <a:bodyPr/>
                    <a:lstStyle/>
                    <a:p>
                      <a:r>
                        <a:t>Austria</a:t>
                      </a:r>
                    </a:p>
                  </a:txBody>
                  <a:tcPr>
                    <a:solidFill>
                      <a:srgbClr val="028F1E"/>
                    </a:solidFill>
                  </a:tcPr>
                </a:tc>
                <a:tc>
                  <a:txBody>
                    <a:bodyPr/>
                    <a:lstStyle/>
                    <a:p>
                      <a:r>
                        <a:t>Hungary</a:t>
                      </a:r>
                    </a:p>
                  </a:txBody>
                  <a:tcPr>
                    <a:solidFill>
                      <a:srgbClr val="028F1E"/>
                    </a:solidFill>
                  </a:tcPr>
                </a:tc>
                <a:tc>
                  <a:txBody>
                    <a:bodyPr/>
                    <a:lstStyle/>
                    <a:p>
                      <a:r>
                        <a:t>Singapore</a:t>
                      </a:r>
                    </a:p>
                  </a:txBody>
                  <a:tcPr>
                    <a:solidFill>
                      <a:srgbClr val="028F1E"/>
                    </a:solidFill>
                  </a:tcPr>
                </a:tc>
                <a:tc>
                  <a:txBody>
                    <a:bodyPr/>
                    <a:lstStyle/>
                    <a:p>
                      <a:r>
                        <a:t>Abu Dhabi</a:t>
                      </a:r>
                    </a:p>
                  </a:txBody>
                  <a:tcPr>
                    <a:solidFill>
                      <a:srgbClr val="028F1E"/>
                    </a:solidFill>
                  </a:tcPr>
                </a:tc>
                <a:extLst>
                  <a:ext uri="{0D108BD9-81ED-4DB2-BD59-A6C34878D82A}">
                    <a16:rowId xmlns:a16="http://schemas.microsoft.com/office/drawing/2014/main" val="10006"/>
                  </a:ext>
                </a:extLst>
              </a:tr>
              <a:tr h="293914">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Australia</a:t>
                      </a:r>
                    </a:p>
                  </a:txBody>
                  <a:tcPr>
                    <a:solidFill>
                      <a:srgbClr val="FF5B00"/>
                    </a:solidFill>
                  </a:tcPr>
                </a:tc>
                <a:tc>
                  <a:txBody>
                    <a:bodyPr/>
                    <a:lstStyle/>
                    <a:p>
                      <a:r>
                        <a:t>Miami</a:t>
                      </a:r>
                    </a:p>
                  </a:txBody>
                  <a:tcPr>
                    <a:solidFill>
                      <a:srgbClr val="FF5B00"/>
                    </a:solidFill>
                  </a:tcPr>
                </a:tc>
                <a:tc>
                  <a:txBody>
                    <a:bodyPr/>
                    <a:lstStyle/>
                    <a:p>
                      <a:r>
                        <a:t>Imola</a:t>
                      </a:r>
                    </a:p>
                  </a:txBody>
                  <a:tcPr>
                    <a:solidFill>
                      <a:srgbClr val="FF5B00"/>
                    </a:solidFill>
                  </a:tcPr>
                </a:tc>
                <a:tc>
                  <a:txBody>
                    <a:bodyPr/>
                    <a:lstStyle/>
                    <a:p>
                      <a:r>
                        <a:t>Silverstone</a:t>
                      </a:r>
                    </a:p>
                  </a:txBody>
                  <a:tcPr>
                    <a:solidFill>
                      <a:srgbClr val="FF5B00"/>
                    </a:solidFill>
                  </a:tcPr>
                </a:tc>
                <a:tc>
                  <a:txBody>
                    <a:bodyPr/>
                    <a:lstStyle/>
                    <a:p>
                      <a:r>
                        <a:t>Hungary</a:t>
                      </a:r>
                    </a:p>
                  </a:txBody>
                  <a:tcPr>
                    <a:solidFill>
                      <a:srgbClr val="FF5B00"/>
                    </a:solidFill>
                  </a:tcPr>
                </a:tc>
                <a:extLst>
                  <a:ext uri="{0D108BD9-81ED-4DB2-BD59-A6C34878D82A}">
                    <a16:rowId xmlns:a16="http://schemas.microsoft.com/office/drawing/2014/main" val="10008"/>
                  </a:ext>
                </a:extLst>
              </a:tr>
              <a:tr h="293914">
                <a:tc>
                  <a:txBody>
                    <a:bodyPr/>
                    <a:lstStyle/>
                    <a:p>
                      <a:r>
                        <a:t>0</a:t>
                      </a:r>
                    </a:p>
                  </a:txBody>
                  <a:tcPr>
                    <a:solidFill>
                      <a:srgbClr val="FF5B00"/>
                    </a:solidFill>
                  </a:tcPr>
                </a:tc>
                <a:tc>
                  <a:txBody>
                    <a:bodyPr/>
                    <a:lstStyle/>
                    <a:p>
                      <a:r>
                        <a:t>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Bahrain</a:t>
                      </a:r>
                    </a:p>
                  </a:txBody>
                  <a:tcPr>
                    <a:solidFill>
                      <a:srgbClr val="13EAC9"/>
                    </a:solidFill>
                  </a:tcPr>
                </a:tc>
                <a:tc>
                  <a:txBody>
                    <a:bodyPr/>
                    <a:lstStyle/>
                    <a:p>
                      <a:r>
                        <a:t>Austria</a:t>
                      </a:r>
                    </a:p>
                  </a:txBody>
                  <a:tcPr>
                    <a:solidFill>
                      <a:srgbClr val="13EAC9"/>
                    </a:solidFill>
                  </a:tcPr>
                </a:tc>
                <a:tc>
                  <a:txBody>
                    <a:bodyPr/>
                    <a:lstStyle/>
                    <a:p>
                      <a:r>
                        <a:t>Silverstone</a:t>
                      </a:r>
                    </a:p>
                  </a:txBody>
                  <a:tcPr>
                    <a:solidFill>
                      <a:srgbClr val="13EAC9"/>
                    </a:solidFill>
                  </a:tcPr>
                </a:tc>
                <a:tc>
                  <a:txBody>
                    <a:bodyPr/>
                    <a:lstStyle/>
                    <a:p>
                      <a:r>
                        <a:t>Hungary</a:t>
                      </a:r>
                    </a:p>
                  </a:txBody>
                  <a:tcPr>
                    <a:solidFill>
                      <a:srgbClr val="13EAC9"/>
                    </a:solidFill>
                  </a:tcPr>
                </a:tc>
                <a:tc>
                  <a:txBody>
                    <a:bodyPr/>
                    <a:lstStyle/>
                    <a:p>
                      <a:r>
                        <a:t>Monza</a:t>
                      </a:r>
                    </a:p>
                  </a:txBody>
                  <a:tcPr>
                    <a:solidFill>
                      <a:srgbClr val="13EAC9"/>
                    </a:solidFill>
                  </a:tcPr>
                </a:tc>
                <a:extLst>
                  <a:ext uri="{0D108BD9-81ED-4DB2-BD59-A6C34878D82A}">
                    <a16:rowId xmlns:a16="http://schemas.microsoft.com/office/drawing/2014/main" val="10010"/>
                  </a:ext>
                </a:extLst>
              </a:tr>
              <a:tr h="293914">
                <a:tc>
                  <a:txBody>
                    <a:bodyPr/>
                    <a:lstStyle/>
                    <a:p>
                      <a:r>
                        <a:t>1</a:t>
                      </a:r>
                    </a:p>
                  </a:txBody>
                  <a:tcPr>
                    <a:solidFill>
                      <a:srgbClr val="13EAC9"/>
                    </a:solidFill>
                  </a:tcPr>
                </a:tc>
                <a:tc>
                  <a:txBody>
                    <a:bodyPr/>
                    <a:lstStyle/>
                    <a:p>
                      <a:r>
                        <a:t>1</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Bahrain</a:t>
                      </a:r>
                    </a:p>
                  </a:txBody>
                  <a:tcPr>
                    <a:solidFill>
                      <a:srgbClr val="9A0EEA"/>
                    </a:solidFill>
                  </a:tcPr>
                </a:tc>
                <a:tc>
                  <a:txBody>
                    <a:bodyPr/>
                    <a:lstStyle/>
                    <a:p>
                      <a:r>
                        <a:t>Austria</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Las Vegas</a:t>
                      </a:r>
                    </a:p>
                  </a:txBody>
                  <a:tcPr>
                    <a:solidFill>
                      <a:srgbClr val="9A0EEA"/>
                    </a:solidFill>
                  </a:tcPr>
                </a:tc>
                <a:extLst>
                  <a:ext uri="{0D108BD9-81ED-4DB2-BD59-A6C34878D82A}">
                    <a16:rowId xmlns:a16="http://schemas.microsoft.com/office/drawing/2014/main" val="10012"/>
                  </a:ext>
                </a:extLst>
              </a:tr>
              <a:tr h="293918">
                <a:tc>
                  <a:txBody>
                    <a:bodyPr/>
                    <a:lstStyle/>
                    <a:p>
                      <a:r>
                        <a:t>1</a:t>
                      </a:r>
                    </a:p>
                  </a:txBody>
                  <a:tcPr>
                    <a:solidFill>
                      <a:srgbClr val="9A0EEA"/>
                    </a:solidFill>
                  </a:tcPr>
                </a:tc>
                <a:tc>
                  <a:txBody>
                    <a:bodyPr/>
                    <a:lstStyle/>
                    <a:p>
                      <a:r>
                        <a:t>1</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657</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616</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780</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597</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656</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542</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Hulk @ Miami</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Saudi Arabia</a:t>
                      </a:r>
                    </a:p>
                  </a:txBody>
                  <a:tcPr>
                    <a:solidFill>
                      <a:srgbClr val="040273"/>
                    </a:solidFill>
                  </a:tcPr>
                </a:tc>
                <a:tc>
                  <a:txBody>
                    <a:bodyPr/>
                    <a:lstStyle/>
                    <a:p>
                      <a:r>
                        <a:t>Canada</a:t>
                      </a:r>
                    </a:p>
                  </a:txBody>
                  <a:tcPr>
                    <a:solidFill>
                      <a:srgbClr val="040273"/>
                    </a:solidFill>
                  </a:tcPr>
                </a:tc>
                <a:tc>
                  <a:txBody>
                    <a:bodyPr/>
                    <a:lstStyle/>
                    <a:p>
                      <a:r>
                        <a:t>Spain</a:t>
                      </a:r>
                    </a:p>
                  </a:txBody>
                  <a:tcPr>
                    <a:solidFill>
                      <a:srgbClr val="040273"/>
                    </a:solidFill>
                  </a:tcPr>
                </a:tc>
                <a:tc>
                  <a:txBody>
                    <a:bodyPr/>
                    <a:lstStyle/>
                    <a:p>
                      <a:r>
                        <a:t>Singapore</a:t>
                      </a:r>
                    </a:p>
                  </a:txBody>
                  <a:tcPr>
                    <a:solidFill>
                      <a:srgbClr val="040273"/>
                    </a:solidFill>
                  </a:tcPr>
                </a:tc>
                <a:tc>
                  <a:txBody>
                    <a:bodyPr/>
                    <a:lstStyle/>
                    <a:p>
                      <a:r>
                        <a:t>Brazil</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China</a:t>
                      </a:r>
                    </a:p>
                  </a:txBody>
                  <a:tcPr>
                    <a:solidFill>
                      <a:srgbClr val="E8002D"/>
                    </a:solidFill>
                  </a:tcPr>
                </a:tc>
                <a:tc>
                  <a:txBody>
                    <a:bodyPr/>
                    <a:lstStyle/>
                    <a:p>
                      <a:r>
                        <a:t>Canada</a:t>
                      </a:r>
                    </a:p>
                  </a:txBody>
                  <a:tcPr>
                    <a:solidFill>
                      <a:srgbClr val="E8002D"/>
                    </a:solidFill>
                  </a:tcPr>
                </a:tc>
                <a:tc>
                  <a:txBody>
                    <a:bodyPr/>
                    <a:lstStyle/>
                    <a:p>
                      <a:r>
                        <a:t>COTA</a:t>
                      </a:r>
                    </a:p>
                  </a:txBody>
                  <a:tcPr>
                    <a:solidFill>
                      <a:srgbClr val="E8002D"/>
                    </a:solidFill>
                  </a:tcPr>
                </a:tc>
                <a:tc>
                  <a:txBody>
                    <a:bodyPr/>
                    <a:lstStyle/>
                    <a:p>
                      <a:r>
                        <a:t>Abu Dhabi</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Las Vegas</a:t>
                      </a:r>
                    </a:p>
                  </a:txBody>
                  <a:tcPr>
                    <a:solidFill>
                      <a:srgbClr val="FAC205"/>
                    </a:solidFill>
                  </a:tcPr>
                </a:tc>
                <a:tc>
                  <a:txBody>
                    <a:bodyPr/>
                    <a:lstStyle/>
                    <a:p>
                      <a:r>
                        <a:t>Qatar</a:t>
                      </a:r>
                    </a:p>
                  </a:txBody>
                  <a:tcPr>
                    <a:solidFill>
                      <a:srgbClr val="FAC205"/>
                    </a:solidFill>
                  </a:tcPr>
                </a:tc>
                <a:extLst>
                  <a:ext uri="{0D108BD9-81ED-4DB2-BD59-A6C34878D82A}">
                    <a16:rowId xmlns:a16="http://schemas.microsoft.com/office/drawing/2014/main" val="10004"/>
                  </a:ext>
                </a:extLst>
              </a:tr>
              <a:tr h="293914">
                <a:tc>
                  <a:txBody>
                    <a:bodyPr/>
                    <a:lstStyle/>
                    <a:p>
                      <a:r>
                        <a:t>1</a:t>
                      </a:r>
                    </a:p>
                  </a:txBody>
                  <a:tcPr>
                    <a:solidFill>
                      <a:srgbClr val="FAC205"/>
                    </a:solidFill>
                  </a:tcPr>
                </a:tc>
                <a:tc>
                  <a:txBody>
                    <a:bodyPr/>
                    <a:lstStyle/>
                    <a:p>
                      <a:r>
                        <a:t>1</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Spain</a:t>
                      </a:r>
                    </a:p>
                  </a:txBody>
                  <a:tcPr>
                    <a:solidFill>
                      <a:srgbClr val="028F1E"/>
                    </a:solidFill>
                  </a:tcPr>
                </a:tc>
                <a:tc>
                  <a:txBody>
                    <a:bodyPr/>
                    <a:lstStyle/>
                    <a:p>
                      <a:r>
                        <a:t>Austria</a:t>
                      </a:r>
                    </a:p>
                  </a:txBody>
                  <a:tcPr>
                    <a:solidFill>
                      <a:srgbClr val="028F1E"/>
                    </a:solidFill>
                  </a:tcPr>
                </a:tc>
                <a:tc>
                  <a:txBody>
                    <a:bodyPr/>
                    <a:lstStyle/>
                    <a:p>
                      <a:r>
                        <a:t>Hungary</a:t>
                      </a:r>
                    </a:p>
                  </a:txBody>
                  <a:tcPr>
                    <a:solidFill>
                      <a:srgbClr val="028F1E"/>
                    </a:solidFill>
                  </a:tcPr>
                </a:tc>
                <a:tc>
                  <a:txBody>
                    <a:bodyPr/>
                    <a:lstStyle/>
                    <a:p>
                      <a:r>
                        <a:t>Singapore</a:t>
                      </a:r>
                    </a:p>
                  </a:txBody>
                  <a:tcPr>
                    <a:solidFill>
                      <a:srgbClr val="028F1E"/>
                    </a:solidFill>
                  </a:tcPr>
                </a:tc>
                <a:tc>
                  <a:txBody>
                    <a:bodyPr/>
                    <a:lstStyle/>
                    <a:p>
                      <a:r>
                        <a:t>Abu Dhabi</a:t>
                      </a:r>
                    </a:p>
                  </a:txBody>
                  <a:tcPr>
                    <a:solidFill>
                      <a:srgbClr val="028F1E"/>
                    </a:solidFill>
                  </a:tcPr>
                </a:tc>
                <a:extLst>
                  <a:ext uri="{0D108BD9-81ED-4DB2-BD59-A6C34878D82A}">
                    <a16:rowId xmlns:a16="http://schemas.microsoft.com/office/drawing/2014/main" val="10006"/>
                  </a:ext>
                </a:extLst>
              </a:tr>
              <a:tr h="293914">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Australia</a:t>
                      </a:r>
                    </a:p>
                  </a:txBody>
                  <a:tcPr>
                    <a:solidFill>
                      <a:srgbClr val="FF5B00"/>
                    </a:solidFill>
                  </a:tcPr>
                </a:tc>
                <a:tc>
                  <a:txBody>
                    <a:bodyPr/>
                    <a:lstStyle/>
                    <a:p>
                      <a:r>
                        <a:t>Miami</a:t>
                      </a:r>
                    </a:p>
                  </a:txBody>
                  <a:tcPr>
                    <a:solidFill>
                      <a:srgbClr val="FF5B00"/>
                    </a:solidFill>
                  </a:tcPr>
                </a:tc>
                <a:tc>
                  <a:txBody>
                    <a:bodyPr/>
                    <a:lstStyle/>
                    <a:p>
                      <a:r>
                        <a:t>Imola</a:t>
                      </a:r>
                    </a:p>
                  </a:txBody>
                  <a:tcPr>
                    <a:solidFill>
                      <a:srgbClr val="FF5B00"/>
                    </a:solidFill>
                  </a:tcPr>
                </a:tc>
                <a:tc>
                  <a:txBody>
                    <a:bodyPr/>
                    <a:lstStyle/>
                    <a:p>
                      <a:r>
                        <a:t>Silverstone</a:t>
                      </a:r>
                    </a:p>
                  </a:txBody>
                  <a:tcPr>
                    <a:solidFill>
                      <a:srgbClr val="FF5B00"/>
                    </a:solidFill>
                  </a:tcPr>
                </a:tc>
                <a:tc>
                  <a:txBody>
                    <a:bodyPr/>
                    <a:lstStyle/>
                    <a:p>
                      <a:r>
                        <a:t>Hungary</a:t>
                      </a:r>
                    </a:p>
                  </a:txBody>
                  <a:tcPr>
                    <a:solidFill>
                      <a:srgbClr val="FF5B00"/>
                    </a:solidFill>
                  </a:tcPr>
                </a:tc>
                <a:extLst>
                  <a:ext uri="{0D108BD9-81ED-4DB2-BD59-A6C34878D82A}">
                    <a16:rowId xmlns:a16="http://schemas.microsoft.com/office/drawing/2014/main" val="10008"/>
                  </a:ext>
                </a:extLst>
              </a:tr>
              <a:tr h="293914">
                <a:tc>
                  <a:txBody>
                    <a:bodyPr/>
                    <a:lstStyle/>
                    <a:p>
                      <a:r>
                        <a:t>2</a:t>
                      </a:r>
                    </a:p>
                  </a:txBody>
                  <a:tcPr>
                    <a:solidFill>
                      <a:srgbClr val="FF5B00"/>
                    </a:solidFill>
                  </a:tcPr>
                </a:tc>
                <a:tc>
                  <a:txBody>
                    <a:bodyPr/>
                    <a:lstStyle/>
                    <a:p>
                      <a:r>
                        <a:t>0</a:t>
                      </a:r>
                    </a:p>
                  </a:txBody>
                  <a:tcPr>
                    <a:solidFill>
                      <a:srgbClr val="FF5B00"/>
                    </a:solidFill>
                  </a:tcPr>
                </a:tc>
                <a:tc>
                  <a:txBody>
                    <a:bodyPr/>
                    <a:lstStyle/>
                    <a:p>
                      <a:r>
                        <a:t>2</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Bahrain</a:t>
                      </a:r>
                    </a:p>
                  </a:txBody>
                  <a:tcPr>
                    <a:solidFill>
                      <a:srgbClr val="13EAC9"/>
                    </a:solidFill>
                  </a:tcPr>
                </a:tc>
                <a:tc>
                  <a:txBody>
                    <a:bodyPr/>
                    <a:lstStyle/>
                    <a:p>
                      <a:r>
                        <a:t>Austria</a:t>
                      </a:r>
                    </a:p>
                  </a:txBody>
                  <a:tcPr>
                    <a:solidFill>
                      <a:srgbClr val="13EAC9"/>
                    </a:solidFill>
                  </a:tcPr>
                </a:tc>
                <a:tc>
                  <a:txBody>
                    <a:bodyPr/>
                    <a:lstStyle/>
                    <a:p>
                      <a:r>
                        <a:t>Silverstone</a:t>
                      </a:r>
                    </a:p>
                  </a:txBody>
                  <a:tcPr>
                    <a:solidFill>
                      <a:srgbClr val="13EAC9"/>
                    </a:solidFill>
                  </a:tcPr>
                </a:tc>
                <a:tc>
                  <a:txBody>
                    <a:bodyPr/>
                    <a:lstStyle/>
                    <a:p>
                      <a:r>
                        <a:t>Hungary</a:t>
                      </a:r>
                    </a:p>
                  </a:txBody>
                  <a:tcPr>
                    <a:solidFill>
                      <a:srgbClr val="13EAC9"/>
                    </a:solidFill>
                  </a:tcPr>
                </a:tc>
                <a:tc>
                  <a:txBody>
                    <a:bodyPr/>
                    <a:lstStyle/>
                    <a:p>
                      <a:r>
                        <a:t>Monza</a:t>
                      </a:r>
                    </a:p>
                  </a:txBody>
                  <a:tcPr>
                    <a:solidFill>
                      <a:srgbClr val="13EAC9"/>
                    </a:solidFill>
                  </a:tcPr>
                </a:tc>
                <a:extLst>
                  <a:ext uri="{0D108BD9-81ED-4DB2-BD59-A6C34878D82A}">
                    <a16:rowId xmlns:a16="http://schemas.microsoft.com/office/drawing/2014/main" val="10010"/>
                  </a:ext>
                </a:extLst>
              </a:tr>
              <a:tr h="293914">
                <a:tc>
                  <a:txBody>
                    <a:bodyPr/>
                    <a:lstStyle/>
                    <a:p>
                      <a:r>
                        <a:t>1</a:t>
                      </a:r>
                    </a:p>
                  </a:txBody>
                  <a:tcPr>
                    <a:solidFill>
                      <a:srgbClr val="13EAC9"/>
                    </a:solidFill>
                  </a:tcPr>
                </a:tc>
                <a:tc>
                  <a:txBody>
                    <a:bodyPr/>
                    <a:lstStyle/>
                    <a:p>
                      <a:r>
                        <a:t>1</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Bahrain</a:t>
                      </a:r>
                    </a:p>
                  </a:txBody>
                  <a:tcPr>
                    <a:solidFill>
                      <a:srgbClr val="9A0EEA"/>
                    </a:solidFill>
                  </a:tcPr>
                </a:tc>
                <a:tc>
                  <a:txBody>
                    <a:bodyPr/>
                    <a:lstStyle/>
                    <a:p>
                      <a:r>
                        <a:t>Austria</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Las Vegas</a:t>
                      </a:r>
                    </a:p>
                  </a:txBody>
                  <a:tcPr>
                    <a:solidFill>
                      <a:srgbClr val="9A0EEA"/>
                    </a:solidFill>
                  </a:tcPr>
                </a:tc>
                <a:extLst>
                  <a:ext uri="{0D108BD9-81ED-4DB2-BD59-A6C34878D82A}">
                    <a16:rowId xmlns:a16="http://schemas.microsoft.com/office/drawing/2014/main" val="10012"/>
                  </a:ext>
                </a:extLst>
              </a:tr>
              <a:tr h="293918">
                <a:tc>
                  <a:txBody>
                    <a:bodyPr/>
                    <a:lstStyle/>
                    <a:p>
                      <a:r>
                        <a:t>1</a:t>
                      </a:r>
                    </a:p>
                  </a:txBody>
                  <a:tcPr>
                    <a:solidFill>
                      <a:srgbClr val="9A0EEA"/>
                    </a:solidFill>
                  </a:tcPr>
                </a:tc>
                <a:tc>
                  <a:txBody>
                    <a:bodyPr/>
                    <a:lstStyle/>
                    <a:p>
                      <a:r>
                        <a:t>1</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657</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616</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780</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599</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656</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542</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Hulk @ Imola</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Saudi Arabia</a:t>
                      </a:r>
                    </a:p>
                  </a:txBody>
                  <a:tcPr>
                    <a:solidFill>
                      <a:srgbClr val="040273"/>
                    </a:solidFill>
                  </a:tcPr>
                </a:tc>
                <a:tc>
                  <a:txBody>
                    <a:bodyPr/>
                    <a:lstStyle/>
                    <a:p>
                      <a:r>
                        <a:t>Canada</a:t>
                      </a:r>
                    </a:p>
                  </a:txBody>
                  <a:tcPr>
                    <a:solidFill>
                      <a:srgbClr val="040273"/>
                    </a:solidFill>
                  </a:tcPr>
                </a:tc>
                <a:tc>
                  <a:txBody>
                    <a:bodyPr/>
                    <a:lstStyle/>
                    <a:p>
                      <a:r>
                        <a:t>Spain</a:t>
                      </a:r>
                    </a:p>
                  </a:txBody>
                  <a:tcPr>
                    <a:solidFill>
                      <a:srgbClr val="040273"/>
                    </a:solidFill>
                  </a:tcPr>
                </a:tc>
                <a:tc>
                  <a:txBody>
                    <a:bodyPr/>
                    <a:lstStyle/>
                    <a:p>
                      <a:r>
                        <a:t>Singapore</a:t>
                      </a:r>
                    </a:p>
                  </a:txBody>
                  <a:tcPr>
                    <a:solidFill>
                      <a:srgbClr val="040273"/>
                    </a:solidFill>
                  </a:tcPr>
                </a:tc>
                <a:tc>
                  <a:txBody>
                    <a:bodyPr/>
                    <a:lstStyle/>
                    <a:p>
                      <a:r>
                        <a:t>Brazil</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China</a:t>
                      </a:r>
                    </a:p>
                  </a:txBody>
                  <a:tcPr>
                    <a:solidFill>
                      <a:srgbClr val="E8002D"/>
                    </a:solidFill>
                  </a:tcPr>
                </a:tc>
                <a:tc>
                  <a:txBody>
                    <a:bodyPr/>
                    <a:lstStyle/>
                    <a:p>
                      <a:r>
                        <a:t>Canada</a:t>
                      </a:r>
                    </a:p>
                  </a:txBody>
                  <a:tcPr>
                    <a:solidFill>
                      <a:srgbClr val="E8002D"/>
                    </a:solidFill>
                  </a:tcPr>
                </a:tc>
                <a:tc>
                  <a:txBody>
                    <a:bodyPr/>
                    <a:lstStyle/>
                    <a:p>
                      <a:r>
                        <a:t>COTA</a:t>
                      </a:r>
                    </a:p>
                  </a:txBody>
                  <a:tcPr>
                    <a:solidFill>
                      <a:srgbClr val="E8002D"/>
                    </a:solidFill>
                  </a:tcPr>
                </a:tc>
                <a:tc>
                  <a:txBody>
                    <a:bodyPr/>
                    <a:lstStyle/>
                    <a:p>
                      <a:r>
                        <a:t>Abu Dhabi</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Las Vegas</a:t>
                      </a:r>
                    </a:p>
                  </a:txBody>
                  <a:tcPr>
                    <a:solidFill>
                      <a:srgbClr val="FAC205"/>
                    </a:solidFill>
                  </a:tcPr>
                </a:tc>
                <a:tc>
                  <a:txBody>
                    <a:bodyPr/>
                    <a:lstStyle/>
                    <a:p>
                      <a:r>
                        <a:t>Qatar</a:t>
                      </a:r>
                    </a:p>
                  </a:txBody>
                  <a:tcPr>
                    <a:solidFill>
                      <a:srgbClr val="FAC205"/>
                    </a:solidFill>
                  </a:tcPr>
                </a:tc>
                <a:extLst>
                  <a:ext uri="{0D108BD9-81ED-4DB2-BD59-A6C34878D82A}">
                    <a16:rowId xmlns:a16="http://schemas.microsoft.com/office/drawing/2014/main" val="10004"/>
                  </a:ext>
                </a:extLst>
              </a:tr>
              <a:tr h="293914">
                <a:tc>
                  <a:txBody>
                    <a:bodyPr/>
                    <a:lstStyle/>
                    <a:p>
                      <a:r>
                        <a:t>2</a:t>
                      </a:r>
                    </a:p>
                  </a:txBody>
                  <a:tcPr>
                    <a:solidFill>
                      <a:srgbClr val="FAC205"/>
                    </a:solidFill>
                  </a:tcPr>
                </a:tc>
                <a:tc>
                  <a:txBody>
                    <a:bodyPr/>
                    <a:lstStyle/>
                    <a:p>
                      <a:r>
                        <a:t>1</a:t>
                      </a:r>
                    </a:p>
                  </a:txBody>
                  <a:tcPr>
                    <a:solidFill>
                      <a:srgbClr val="FAC205"/>
                    </a:solidFill>
                  </a:tcPr>
                </a:tc>
                <a:tc>
                  <a:txBody>
                    <a:bodyPr/>
                    <a:lstStyle/>
                    <a:p>
                      <a:r>
                        <a:t>1</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Spain</a:t>
                      </a:r>
                    </a:p>
                  </a:txBody>
                  <a:tcPr>
                    <a:solidFill>
                      <a:srgbClr val="028F1E"/>
                    </a:solidFill>
                  </a:tcPr>
                </a:tc>
                <a:tc>
                  <a:txBody>
                    <a:bodyPr/>
                    <a:lstStyle/>
                    <a:p>
                      <a:r>
                        <a:t>Austria</a:t>
                      </a:r>
                    </a:p>
                  </a:txBody>
                  <a:tcPr>
                    <a:solidFill>
                      <a:srgbClr val="028F1E"/>
                    </a:solidFill>
                  </a:tcPr>
                </a:tc>
                <a:tc>
                  <a:txBody>
                    <a:bodyPr/>
                    <a:lstStyle/>
                    <a:p>
                      <a:r>
                        <a:t>Hungary</a:t>
                      </a:r>
                    </a:p>
                  </a:txBody>
                  <a:tcPr>
                    <a:solidFill>
                      <a:srgbClr val="028F1E"/>
                    </a:solidFill>
                  </a:tcPr>
                </a:tc>
                <a:tc>
                  <a:txBody>
                    <a:bodyPr/>
                    <a:lstStyle/>
                    <a:p>
                      <a:r>
                        <a:t>Singapore</a:t>
                      </a:r>
                    </a:p>
                  </a:txBody>
                  <a:tcPr>
                    <a:solidFill>
                      <a:srgbClr val="028F1E"/>
                    </a:solidFill>
                  </a:tcPr>
                </a:tc>
                <a:tc>
                  <a:txBody>
                    <a:bodyPr/>
                    <a:lstStyle/>
                    <a:p>
                      <a:r>
                        <a:t>Abu Dhabi</a:t>
                      </a:r>
                    </a:p>
                  </a:txBody>
                  <a:tcPr>
                    <a:solidFill>
                      <a:srgbClr val="028F1E"/>
                    </a:solidFill>
                  </a:tcPr>
                </a:tc>
                <a:extLst>
                  <a:ext uri="{0D108BD9-81ED-4DB2-BD59-A6C34878D82A}">
                    <a16:rowId xmlns:a16="http://schemas.microsoft.com/office/drawing/2014/main" val="10006"/>
                  </a:ext>
                </a:extLst>
              </a:tr>
              <a:tr h="293914">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Australia</a:t>
                      </a:r>
                    </a:p>
                  </a:txBody>
                  <a:tcPr>
                    <a:solidFill>
                      <a:srgbClr val="FF5B00"/>
                    </a:solidFill>
                  </a:tcPr>
                </a:tc>
                <a:tc>
                  <a:txBody>
                    <a:bodyPr/>
                    <a:lstStyle/>
                    <a:p>
                      <a:r>
                        <a:t>Miami</a:t>
                      </a:r>
                    </a:p>
                  </a:txBody>
                  <a:tcPr>
                    <a:solidFill>
                      <a:srgbClr val="FF5B00"/>
                    </a:solidFill>
                  </a:tcPr>
                </a:tc>
                <a:tc>
                  <a:txBody>
                    <a:bodyPr/>
                    <a:lstStyle/>
                    <a:p>
                      <a:r>
                        <a:t>Imola</a:t>
                      </a:r>
                    </a:p>
                  </a:txBody>
                  <a:tcPr>
                    <a:solidFill>
                      <a:srgbClr val="FF5B00"/>
                    </a:solidFill>
                  </a:tcPr>
                </a:tc>
                <a:tc>
                  <a:txBody>
                    <a:bodyPr/>
                    <a:lstStyle/>
                    <a:p>
                      <a:r>
                        <a:t>Silverstone</a:t>
                      </a:r>
                    </a:p>
                  </a:txBody>
                  <a:tcPr>
                    <a:solidFill>
                      <a:srgbClr val="FF5B00"/>
                    </a:solidFill>
                  </a:tcPr>
                </a:tc>
                <a:tc>
                  <a:txBody>
                    <a:bodyPr/>
                    <a:lstStyle/>
                    <a:p>
                      <a:r>
                        <a:t>Hungary</a:t>
                      </a:r>
                    </a:p>
                  </a:txBody>
                  <a:tcPr>
                    <a:solidFill>
                      <a:srgbClr val="FF5B00"/>
                    </a:solidFill>
                  </a:tcPr>
                </a:tc>
                <a:extLst>
                  <a:ext uri="{0D108BD9-81ED-4DB2-BD59-A6C34878D82A}">
                    <a16:rowId xmlns:a16="http://schemas.microsoft.com/office/drawing/2014/main" val="10008"/>
                  </a:ext>
                </a:extLst>
              </a:tr>
              <a:tr h="293914">
                <a:tc>
                  <a:txBody>
                    <a:bodyPr/>
                    <a:lstStyle/>
                    <a:p>
                      <a:r>
                        <a:t>3</a:t>
                      </a:r>
                    </a:p>
                  </a:txBody>
                  <a:tcPr>
                    <a:solidFill>
                      <a:srgbClr val="FF5B00"/>
                    </a:solidFill>
                  </a:tcPr>
                </a:tc>
                <a:tc>
                  <a:txBody>
                    <a:bodyPr/>
                    <a:lstStyle/>
                    <a:p>
                      <a:r>
                        <a:t>0</a:t>
                      </a:r>
                    </a:p>
                  </a:txBody>
                  <a:tcPr>
                    <a:solidFill>
                      <a:srgbClr val="FF5B00"/>
                    </a:solidFill>
                  </a:tcPr>
                </a:tc>
                <a:tc>
                  <a:txBody>
                    <a:bodyPr/>
                    <a:lstStyle/>
                    <a:p>
                      <a:r>
                        <a:t>2</a:t>
                      </a:r>
                    </a:p>
                  </a:txBody>
                  <a:tcPr>
                    <a:solidFill>
                      <a:srgbClr val="FF5B00"/>
                    </a:solidFill>
                  </a:tcPr>
                </a:tc>
                <a:tc>
                  <a:txBody>
                    <a:bodyPr/>
                    <a:lstStyle/>
                    <a:p>
                      <a:r>
                        <a:t>1</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Bahrain</a:t>
                      </a:r>
                    </a:p>
                  </a:txBody>
                  <a:tcPr>
                    <a:solidFill>
                      <a:srgbClr val="13EAC9"/>
                    </a:solidFill>
                  </a:tcPr>
                </a:tc>
                <a:tc>
                  <a:txBody>
                    <a:bodyPr/>
                    <a:lstStyle/>
                    <a:p>
                      <a:r>
                        <a:t>Austria</a:t>
                      </a:r>
                    </a:p>
                  </a:txBody>
                  <a:tcPr>
                    <a:solidFill>
                      <a:srgbClr val="13EAC9"/>
                    </a:solidFill>
                  </a:tcPr>
                </a:tc>
                <a:tc>
                  <a:txBody>
                    <a:bodyPr/>
                    <a:lstStyle/>
                    <a:p>
                      <a:r>
                        <a:t>Silverstone</a:t>
                      </a:r>
                    </a:p>
                  </a:txBody>
                  <a:tcPr>
                    <a:solidFill>
                      <a:srgbClr val="13EAC9"/>
                    </a:solidFill>
                  </a:tcPr>
                </a:tc>
                <a:tc>
                  <a:txBody>
                    <a:bodyPr/>
                    <a:lstStyle/>
                    <a:p>
                      <a:r>
                        <a:t>Hungary</a:t>
                      </a:r>
                    </a:p>
                  </a:txBody>
                  <a:tcPr>
                    <a:solidFill>
                      <a:srgbClr val="13EAC9"/>
                    </a:solidFill>
                  </a:tcPr>
                </a:tc>
                <a:tc>
                  <a:txBody>
                    <a:bodyPr/>
                    <a:lstStyle/>
                    <a:p>
                      <a:r>
                        <a:t>Monza</a:t>
                      </a:r>
                    </a:p>
                  </a:txBody>
                  <a:tcPr>
                    <a:solidFill>
                      <a:srgbClr val="13EAC9"/>
                    </a:solidFill>
                  </a:tcPr>
                </a:tc>
                <a:extLst>
                  <a:ext uri="{0D108BD9-81ED-4DB2-BD59-A6C34878D82A}">
                    <a16:rowId xmlns:a16="http://schemas.microsoft.com/office/drawing/2014/main" val="10010"/>
                  </a:ext>
                </a:extLst>
              </a:tr>
              <a:tr h="293914">
                <a:tc>
                  <a:txBody>
                    <a:bodyPr/>
                    <a:lstStyle/>
                    <a:p>
                      <a:r>
                        <a:t>1</a:t>
                      </a:r>
                    </a:p>
                  </a:txBody>
                  <a:tcPr>
                    <a:solidFill>
                      <a:srgbClr val="13EAC9"/>
                    </a:solidFill>
                  </a:tcPr>
                </a:tc>
                <a:tc>
                  <a:txBody>
                    <a:bodyPr/>
                    <a:lstStyle/>
                    <a:p>
                      <a:r>
                        <a:t>1</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Bahrain</a:t>
                      </a:r>
                    </a:p>
                  </a:txBody>
                  <a:tcPr>
                    <a:solidFill>
                      <a:srgbClr val="9A0EEA"/>
                    </a:solidFill>
                  </a:tcPr>
                </a:tc>
                <a:tc>
                  <a:txBody>
                    <a:bodyPr/>
                    <a:lstStyle/>
                    <a:p>
                      <a:r>
                        <a:t>Austria</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Las Vegas</a:t>
                      </a:r>
                    </a:p>
                  </a:txBody>
                  <a:tcPr>
                    <a:solidFill>
                      <a:srgbClr val="9A0EEA"/>
                    </a:solidFill>
                  </a:tcPr>
                </a:tc>
                <a:extLst>
                  <a:ext uri="{0D108BD9-81ED-4DB2-BD59-A6C34878D82A}">
                    <a16:rowId xmlns:a16="http://schemas.microsoft.com/office/drawing/2014/main" val="10012"/>
                  </a:ext>
                </a:extLst>
              </a:tr>
              <a:tr h="293918">
                <a:tc>
                  <a:txBody>
                    <a:bodyPr/>
                    <a:lstStyle/>
                    <a:p>
                      <a:r>
                        <a:t>1</a:t>
                      </a:r>
                    </a:p>
                  </a:txBody>
                  <a:tcPr>
                    <a:solidFill>
                      <a:srgbClr val="9A0EEA"/>
                    </a:solidFill>
                  </a:tcPr>
                </a:tc>
                <a:tc>
                  <a:txBody>
                    <a:bodyPr/>
                    <a:lstStyle/>
                    <a:p>
                      <a:r>
                        <a:t>1</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657</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617</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780</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600</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656</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542</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Hulk @ Canada</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Saudi Arabia</a:t>
                      </a:r>
                    </a:p>
                  </a:txBody>
                  <a:tcPr>
                    <a:solidFill>
                      <a:srgbClr val="040273"/>
                    </a:solidFill>
                  </a:tcPr>
                </a:tc>
                <a:tc>
                  <a:txBody>
                    <a:bodyPr/>
                    <a:lstStyle/>
                    <a:p>
                      <a:r>
                        <a:t>Canada</a:t>
                      </a:r>
                    </a:p>
                  </a:txBody>
                  <a:tcPr>
                    <a:solidFill>
                      <a:srgbClr val="040273"/>
                    </a:solidFill>
                  </a:tcPr>
                </a:tc>
                <a:tc>
                  <a:txBody>
                    <a:bodyPr/>
                    <a:lstStyle/>
                    <a:p>
                      <a:r>
                        <a:t>Spain</a:t>
                      </a:r>
                    </a:p>
                  </a:txBody>
                  <a:tcPr>
                    <a:solidFill>
                      <a:srgbClr val="040273"/>
                    </a:solidFill>
                  </a:tcPr>
                </a:tc>
                <a:tc>
                  <a:txBody>
                    <a:bodyPr/>
                    <a:lstStyle/>
                    <a:p>
                      <a:r>
                        <a:t>Singapore</a:t>
                      </a:r>
                    </a:p>
                  </a:txBody>
                  <a:tcPr>
                    <a:solidFill>
                      <a:srgbClr val="040273"/>
                    </a:solidFill>
                  </a:tcPr>
                </a:tc>
                <a:tc>
                  <a:txBody>
                    <a:bodyPr/>
                    <a:lstStyle/>
                    <a:p>
                      <a:r>
                        <a:t>Brazil</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China</a:t>
                      </a:r>
                    </a:p>
                  </a:txBody>
                  <a:tcPr>
                    <a:solidFill>
                      <a:srgbClr val="E8002D"/>
                    </a:solidFill>
                  </a:tcPr>
                </a:tc>
                <a:tc>
                  <a:txBody>
                    <a:bodyPr/>
                    <a:lstStyle/>
                    <a:p>
                      <a:r>
                        <a:t>Canada</a:t>
                      </a:r>
                    </a:p>
                  </a:txBody>
                  <a:tcPr>
                    <a:solidFill>
                      <a:srgbClr val="E8002D"/>
                    </a:solidFill>
                  </a:tcPr>
                </a:tc>
                <a:tc>
                  <a:txBody>
                    <a:bodyPr/>
                    <a:lstStyle/>
                    <a:p>
                      <a:r>
                        <a:t>COTA</a:t>
                      </a:r>
                    </a:p>
                  </a:txBody>
                  <a:tcPr>
                    <a:solidFill>
                      <a:srgbClr val="E8002D"/>
                    </a:solidFill>
                  </a:tcPr>
                </a:tc>
                <a:tc>
                  <a:txBody>
                    <a:bodyPr/>
                    <a:lstStyle/>
                    <a:p>
                      <a:r>
                        <a:t>Abu Dhabi</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r>
                        <a:t>0</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Las Vegas</a:t>
                      </a:r>
                    </a:p>
                  </a:txBody>
                  <a:tcPr>
                    <a:solidFill>
                      <a:srgbClr val="FAC205"/>
                    </a:solidFill>
                  </a:tcPr>
                </a:tc>
                <a:tc>
                  <a:txBody>
                    <a:bodyPr/>
                    <a:lstStyle/>
                    <a:p>
                      <a:r>
                        <a:t>Qatar</a:t>
                      </a:r>
                    </a:p>
                  </a:txBody>
                  <a:tcPr>
                    <a:solidFill>
                      <a:srgbClr val="FAC205"/>
                    </a:solidFill>
                  </a:tcPr>
                </a:tc>
                <a:extLst>
                  <a:ext uri="{0D108BD9-81ED-4DB2-BD59-A6C34878D82A}">
                    <a16:rowId xmlns:a16="http://schemas.microsoft.com/office/drawing/2014/main" val="10004"/>
                  </a:ext>
                </a:extLst>
              </a:tr>
              <a:tr h="293914">
                <a:tc>
                  <a:txBody>
                    <a:bodyPr/>
                    <a:lstStyle/>
                    <a:p>
                      <a:r>
                        <a:t>2</a:t>
                      </a:r>
                    </a:p>
                  </a:txBody>
                  <a:tcPr>
                    <a:solidFill>
                      <a:srgbClr val="FAC205"/>
                    </a:solidFill>
                  </a:tcPr>
                </a:tc>
                <a:tc>
                  <a:txBody>
                    <a:bodyPr/>
                    <a:lstStyle/>
                    <a:p>
                      <a:r>
                        <a:t>1</a:t>
                      </a:r>
                    </a:p>
                  </a:txBody>
                  <a:tcPr>
                    <a:solidFill>
                      <a:srgbClr val="FAC205"/>
                    </a:solidFill>
                  </a:tcPr>
                </a:tc>
                <a:tc>
                  <a:txBody>
                    <a:bodyPr/>
                    <a:lstStyle/>
                    <a:p>
                      <a:r>
                        <a:t>1</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Spain</a:t>
                      </a:r>
                    </a:p>
                  </a:txBody>
                  <a:tcPr>
                    <a:solidFill>
                      <a:srgbClr val="028F1E"/>
                    </a:solidFill>
                  </a:tcPr>
                </a:tc>
                <a:tc>
                  <a:txBody>
                    <a:bodyPr/>
                    <a:lstStyle/>
                    <a:p>
                      <a:r>
                        <a:t>Austria</a:t>
                      </a:r>
                    </a:p>
                  </a:txBody>
                  <a:tcPr>
                    <a:solidFill>
                      <a:srgbClr val="028F1E"/>
                    </a:solidFill>
                  </a:tcPr>
                </a:tc>
                <a:tc>
                  <a:txBody>
                    <a:bodyPr/>
                    <a:lstStyle/>
                    <a:p>
                      <a:r>
                        <a:t>Hungary</a:t>
                      </a:r>
                    </a:p>
                  </a:txBody>
                  <a:tcPr>
                    <a:solidFill>
                      <a:srgbClr val="028F1E"/>
                    </a:solidFill>
                  </a:tcPr>
                </a:tc>
                <a:tc>
                  <a:txBody>
                    <a:bodyPr/>
                    <a:lstStyle/>
                    <a:p>
                      <a:r>
                        <a:t>Singapore</a:t>
                      </a:r>
                    </a:p>
                  </a:txBody>
                  <a:tcPr>
                    <a:solidFill>
                      <a:srgbClr val="028F1E"/>
                    </a:solidFill>
                  </a:tcPr>
                </a:tc>
                <a:tc>
                  <a:txBody>
                    <a:bodyPr/>
                    <a:lstStyle/>
                    <a:p>
                      <a:r>
                        <a:t>Abu Dhabi</a:t>
                      </a:r>
                    </a:p>
                  </a:txBody>
                  <a:tcPr>
                    <a:solidFill>
                      <a:srgbClr val="028F1E"/>
                    </a:solidFill>
                  </a:tcPr>
                </a:tc>
                <a:extLst>
                  <a:ext uri="{0D108BD9-81ED-4DB2-BD59-A6C34878D82A}">
                    <a16:rowId xmlns:a16="http://schemas.microsoft.com/office/drawing/2014/main" val="10006"/>
                  </a:ext>
                </a:extLst>
              </a:tr>
              <a:tr h="293914">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Australia</a:t>
                      </a:r>
                    </a:p>
                  </a:txBody>
                  <a:tcPr>
                    <a:solidFill>
                      <a:srgbClr val="FF5B00"/>
                    </a:solidFill>
                  </a:tcPr>
                </a:tc>
                <a:tc>
                  <a:txBody>
                    <a:bodyPr/>
                    <a:lstStyle/>
                    <a:p>
                      <a:r>
                        <a:t>Miami</a:t>
                      </a:r>
                    </a:p>
                  </a:txBody>
                  <a:tcPr>
                    <a:solidFill>
                      <a:srgbClr val="FF5B00"/>
                    </a:solidFill>
                  </a:tcPr>
                </a:tc>
                <a:tc>
                  <a:txBody>
                    <a:bodyPr/>
                    <a:lstStyle/>
                    <a:p>
                      <a:r>
                        <a:t>Imola</a:t>
                      </a:r>
                    </a:p>
                  </a:txBody>
                  <a:tcPr>
                    <a:solidFill>
                      <a:srgbClr val="FF5B00"/>
                    </a:solidFill>
                  </a:tcPr>
                </a:tc>
                <a:tc>
                  <a:txBody>
                    <a:bodyPr/>
                    <a:lstStyle/>
                    <a:p>
                      <a:r>
                        <a:t>Silverstone</a:t>
                      </a:r>
                    </a:p>
                  </a:txBody>
                  <a:tcPr>
                    <a:solidFill>
                      <a:srgbClr val="FF5B00"/>
                    </a:solidFill>
                  </a:tcPr>
                </a:tc>
                <a:tc>
                  <a:txBody>
                    <a:bodyPr/>
                    <a:lstStyle/>
                    <a:p>
                      <a:r>
                        <a:t>Hungary</a:t>
                      </a:r>
                    </a:p>
                  </a:txBody>
                  <a:tcPr>
                    <a:solidFill>
                      <a:srgbClr val="FF5B00"/>
                    </a:solidFill>
                  </a:tcPr>
                </a:tc>
                <a:extLst>
                  <a:ext uri="{0D108BD9-81ED-4DB2-BD59-A6C34878D82A}">
                    <a16:rowId xmlns:a16="http://schemas.microsoft.com/office/drawing/2014/main" val="10008"/>
                  </a:ext>
                </a:extLst>
              </a:tr>
              <a:tr h="293914">
                <a:tc>
                  <a:txBody>
                    <a:bodyPr/>
                    <a:lstStyle/>
                    <a:p>
                      <a:r>
                        <a:t>3</a:t>
                      </a:r>
                    </a:p>
                  </a:txBody>
                  <a:tcPr>
                    <a:solidFill>
                      <a:srgbClr val="FF5B00"/>
                    </a:solidFill>
                  </a:tcPr>
                </a:tc>
                <a:tc>
                  <a:txBody>
                    <a:bodyPr/>
                    <a:lstStyle/>
                    <a:p>
                      <a:r>
                        <a:t>0</a:t>
                      </a:r>
                    </a:p>
                  </a:txBody>
                  <a:tcPr>
                    <a:solidFill>
                      <a:srgbClr val="FF5B00"/>
                    </a:solidFill>
                  </a:tcPr>
                </a:tc>
                <a:tc>
                  <a:txBody>
                    <a:bodyPr/>
                    <a:lstStyle/>
                    <a:p>
                      <a:r>
                        <a:t>2</a:t>
                      </a:r>
                    </a:p>
                  </a:txBody>
                  <a:tcPr>
                    <a:solidFill>
                      <a:srgbClr val="FF5B00"/>
                    </a:solidFill>
                  </a:tcPr>
                </a:tc>
                <a:tc>
                  <a:txBody>
                    <a:bodyPr/>
                    <a:lstStyle/>
                    <a:p>
                      <a:r>
                        <a:t>1</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Bahrain</a:t>
                      </a:r>
                    </a:p>
                  </a:txBody>
                  <a:tcPr>
                    <a:solidFill>
                      <a:srgbClr val="13EAC9"/>
                    </a:solidFill>
                  </a:tcPr>
                </a:tc>
                <a:tc>
                  <a:txBody>
                    <a:bodyPr/>
                    <a:lstStyle/>
                    <a:p>
                      <a:r>
                        <a:t>Austria</a:t>
                      </a:r>
                    </a:p>
                  </a:txBody>
                  <a:tcPr>
                    <a:solidFill>
                      <a:srgbClr val="13EAC9"/>
                    </a:solidFill>
                  </a:tcPr>
                </a:tc>
                <a:tc>
                  <a:txBody>
                    <a:bodyPr/>
                    <a:lstStyle/>
                    <a:p>
                      <a:r>
                        <a:t>Silverstone</a:t>
                      </a:r>
                    </a:p>
                  </a:txBody>
                  <a:tcPr>
                    <a:solidFill>
                      <a:srgbClr val="13EAC9"/>
                    </a:solidFill>
                  </a:tcPr>
                </a:tc>
                <a:tc>
                  <a:txBody>
                    <a:bodyPr/>
                    <a:lstStyle/>
                    <a:p>
                      <a:r>
                        <a:t>Hungary</a:t>
                      </a:r>
                    </a:p>
                  </a:txBody>
                  <a:tcPr>
                    <a:solidFill>
                      <a:srgbClr val="13EAC9"/>
                    </a:solidFill>
                  </a:tcPr>
                </a:tc>
                <a:tc>
                  <a:txBody>
                    <a:bodyPr/>
                    <a:lstStyle/>
                    <a:p>
                      <a:r>
                        <a:t>Monza</a:t>
                      </a:r>
                    </a:p>
                  </a:txBody>
                  <a:tcPr>
                    <a:solidFill>
                      <a:srgbClr val="13EAC9"/>
                    </a:solidFill>
                  </a:tcPr>
                </a:tc>
                <a:extLst>
                  <a:ext uri="{0D108BD9-81ED-4DB2-BD59-A6C34878D82A}">
                    <a16:rowId xmlns:a16="http://schemas.microsoft.com/office/drawing/2014/main" val="10010"/>
                  </a:ext>
                </a:extLst>
              </a:tr>
              <a:tr h="293914">
                <a:tc>
                  <a:txBody>
                    <a:bodyPr/>
                    <a:lstStyle/>
                    <a:p>
                      <a:r>
                        <a:t>1</a:t>
                      </a:r>
                    </a:p>
                  </a:txBody>
                  <a:tcPr>
                    <a:solidFill>
                      <a:srgbClr val="13EAC9"/>
                    </a:solidFill>
                  </a:tcPr>
                </a:tc>
                <a:tc>
                  <a:txBody>
                    <a:bodyPr/>
                    <a:lstStyle/>
                    <a:p>
                      <a:r>
                        <a:t>1</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Bahrain</a:t>
                      </a:r>
                    </a:p>
                  </a:txBody>
                  <a:tcPr>
                    <a:solidFill>
                      <a:srgbClr val="9A0EEA"/>
                    </a:solidFill>
                  </a:tcPr>
                </a:tc>
                <a:tc>
                  <a:txBody>
                    <a:bodyPr/>
                    <a:lstStyle/>
                    <a:p>
                      <a:r>
                        <a:t>Austria</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Las Vegas</a:t>
                      </a:r>
                    </a:p>
                  </a:txBody>
                  <a:tcPr>
                    <a:solidFill>
                      <a:srgbClr val="9A0EEA"/>
                    </a:solidFill>
                  </a:tcPr>
                </a:tc>
                <a:extLst>
                  <a:ext uri="{0D108BD9-81ED-4DB2-BD59-A6C34878D82A}">
                    <a16:rowId xmlns:a16="http://schemas.microsoft.com/office/drawing/2014/main" val="10012"/>
                  </a:ext>
                </a:extLst>
              </a:tr>
              <a:tr h="293918">
                <a:tc>
                  <a:txBody>
                    <a:bodyPr/>
                    <a:lstStyle/>
                    <a:p>
                      <a:r>
                        <a:t>1</a:t>
                      </a:r>
                    </a:p>
                  </a:txBody>
                  <a:tcPr>
                    <a:solidFill>
                      <a:srgbClr val="9A0EEA"/>
                    </a:solidFill>
                  </a:tcPr>
                </a:tc>
                <a:tc>
                  <a:txBody>
                    <a:bodyPr/>
                    <a:lstStyle/>
                    <a:p>
                      <a:r>
                        <a:t>1</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657</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617</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780</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600</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656</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542</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Hulk @ Spain</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Saudi Arabia</a:t>
                      </a:r>
                    </a:p>
                  </a:txBody>
                  <a:tcPr>
                    <a:solidFill>
                      <a:srgbClr val="040273"/>
                    </a:solidFill>
                  </a:tcPr>
                </a:tc>
                <a:tc>
                  <a:txBody>
                    <a:bodyPr/>
                    <a:lstStyle/>
                    <a:p>
                      <a:r>
                        <a:t>Canada</a:t>
                      </a:r>
                    </a:p>
                  </a:txBody>
                  <a:tcPr>
                    <a:solidFill>
                      <a:srgbClr val="040273"/>
                    </a:solidFill>
                  </a:tcPr>
                </a:tc>
                <a:tc>
                  <a:txBody>
                    <a:bodyPr/>
                    <a:lstStyle/>
                    <a:p>
                      <a:r>
                        <a:t>Spain</a:t>
                      </a:r>
                    </a:p>
                  </a:txBody>
                  <a:tcPr>
                    <a:solidFill>
                      <a:srgbClr val="040273"/>
                    </a:solidFill>
                  </a:tcPr>
                </a:tc>
                <a:tc>
                  <a:txBody>
                    <a:bodyPr/>
                    <a:lstStyle/>
                    <a:p>
                      <a:r>
                        <a:t>Singapore</a:t>
                      </a:r>
                    </a:p>
                  </a:txBody>
                  <a:tcPr>
                    <a:solidFill>
                      <a:srgbClr val="040273"/>
                    </a:solidFill>
                  </a:tcPr>
                </a:tc>
                <a:tc>
                  <a:txBody>
                    <a:bodyPr/>
                    <a:lstStyle/>
                    <a:p>
                      <a:r>
                        <a:t>Brazil</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China</a:t>
                      </a:r>
                    </a:p>
                  </a:txBody>
                  <a:tcPr>
                    <a:solidFill>
                      <a:srgbClr val="E8002D"/>
                    </a:solidFill>
                  </a:tcPr>
                </a:tc>
                <a:tc>
                  <a:txBody>
                    <a:bodyPr/>
                    <a:lstStyle/>
                    <a:p>
                      <a:r>
                        <a:t>Canada</a:t>
                      </a:r>
                    </a:p>
                  </a:txBody>
                  <a:tcPr>
                    <a:solidFill>
                      <a:srgbClr val="E8002D"/>
                    </a:solidFill>
                  </a:tcPr>
                </a:tc>
                <a:tc>
                  <a:txBody>
                    <a:bodyPr/>
                    <a:lstStyle/>
                    <a:p>
                      <a:r>
                        <a:t>COTA</a:t>
                      </a:r>
                    </a:p>
                  </a:txBody>
                  <a:tcPr>
                    <a:solidFill>
                      <a:srgbClr val="E8002D"/>
                    </a:solidFill>
                  </a:tcPr>
                </a:tc>
                <a:tc>
                  <a:txBody>
                    <a:bodyPr/>
                    <a:lstStyle/>
                    <a:p>
                      <a:r>
                        <a:t>Abu Dhabi</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r>
                        <a:t>0</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Las Vegas</a:t>
                      </a:r>
                    </a:p>
                  </a:txBody>
                  <a:tcPr>
                    <a:solidFill>
                      <a:srgbClr val="FAC205"/>
                    </a:solidFill>
                  </a:tcPr>
                </a:tc>
                <a:tc>
                  <a:txBody>
                    <a:bodyPr/>
                    <a:lstStyle/>
                    <a:p>
                      <a:r>
                        <a:t>Qatar</a:t>
                      </a:r>
                    </a:p>
                  </a:txBody>
                  <a:tcPr>
                    <a:solidFill>
                      <a:srgbClr val="FAC205"/>
                    </a:solidFill>
                  </a:tcPr>
                </a:tc>
                <a:extLst>
                  <a:ext uri="{0D108BD9-81ED-4DB2-BD59-A6C34878D82A}">
                    <a16:rowId xmlns:a16="http://schemas.microsoft.com/office/drawing/2014/main" val="10004"/>
                  </a:ext>
                </a:extLst>
              </a:tr>
              <a:tr h="293914">
                <a:tc>
                  <a:txBody>
                    <a:bodyPr/>
                    <a:lstStyle/>
                    <a:p>
                      <a:r>
                        <a:t>2</a:t>
                      </a:r>
                    </a:p>
                  </a:txBody>
                  <a:tcPr>
                    <a:solidFill>
                      <a:srgbClr val="FAC205"/>
                    </a:solidFill>
                  </a:tcPr>
                </a:tc>
                <a:tc>
                  <a:txBody>
                    <a:bodyPr/>
                    <a:lstStyle/>
                    <a:p>
                      <a:r>
                        <a:t>1</a:t>
                      </a:r>
                    </a:p>
                  </a:txBody>
                  <a:tcPr>
                    <a:solidFill>
                      <a:srgbClr val="FAC205"/>
                    </a:solidFill>
                  </a:tcPr>
                </a:tc>
                <a:tc>
                  <a:txBody>
                    <a:bodyPr/>
                    <a:lstStyle/>
                    <a:p>
                      <a:r>
                        <a:t>1</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Spain</a:t>
                      </a:r>
                    </a:p>
                  </a:txBody>
                  <a:tcPr>
                    <a:solidFill>
                      <a:srgbClr val="028F1E"/>
                    </a:solidFill>
                  </a:tcPr>
                </a:tc>
                <a:tc>
                  <a:txBody>
                    <a:bodyPr/>
                    <a:lstStyle/>
                    <a:p>
                      <a:r>
                        <a:t>Austria</a:t>
                      </a:r>
                    </a:p>
                  </a:txBody>
                  <a:tcPr>
                    <a:solidFill>
                      <a:srgbClr val="028F1E"/>
                    </a:solidFill>
                  </a:tcPr>
                </a:tc>
                <a:tc>
                  <a:txBody>
                    <a:bodyPr/>
                    <a:lstStyle/>
                    <a:p>
                      <a:r>
                        <a:t>Hungary</a:t>
                      </a:r>
                    </a:p>
                  </a:txBody>
                  <a:tcPr>
                    <a:solidFill>
                      <a:srgbClr val="028F1E"/>
                    </a:solidFill>
                  </a:tcPr>
                </a:tc>
                <a:tc>
                  <a:txBody>
                    <a:bodyPr/>
                    <a:lstStyle/>
                    <a:p>
                      <a:r>
                        <a:t>Singapore</a:t>
                      </a:r>
                    </a:p>
                  </a:txBody>
                  <a:tcPr>
                    <a:solidFill>
                      <a:srgbClr val="028F1E"/>
                    </a:solidFill>
                  </a:tcPr>
                </a:tc>
                <a:tc>
                  <a:txBody>
                    <a:bodyPr/>
                    <a:lstStyle/>
                    <a:p>
                      <a:r>
                        <a:t>Abu Dhabi</a:t>
                      </a:r>
                    </a:p>
                  </a:txBody>
                  <a:tcPr>
                    <a:solidFill>
                      <a:srgbClr val="028F1E"/>
                    </a:solidFill>
                  </a:tcPr>
                </a:tc>
                <a:extLst>
                  <a:ext uri="{0D108BD9-81ED-4DB2-BD59-A6C34878D82A}">
                    <a16:rowId xmlns:a16="http://schemas.microsoft.com/office/drawing/2014/main" val="10006"/>
                  </a:ext>
                </a:extLst>
              </a:tr>
              <a:tr h="293914">
                <a:tc>
                  <a:txBody>
                    <a:bodyPr/>
                    <a:lstStyle/>
                    <a:p>
                      <a:r>
                        <a:t>0</a:t>
                      </a:r>
                    </a:p>
                  </a:txBody>
                  <a:tcPr>
                    <a:solidFill>
                      <a:srgbClr val="028F1E"/>
                    </a:solidFill>
                  </a:tcPr>
                </a:tc>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Australia</a:t>
                      </a:r>
                    </a:p>
                  </a:txBody>
                  <a:tcPr>
                    <a:solidFill>
                      <a:srgbClr val="FF5B00"/>
                    </a:solidFill>
                  </a:tcPr>
                </a:tc>
                <a:tc>
                  <a:txBody>
                    <a:bodyPr/>
                    <a:lstStyle/>
                    <a:p>
                      <a:r>
                        <a:t>Miami</a:t>
                      </a:r>
                    </a:p>
                  </a:txBody>
                  <a:tcPr>
                    <a:solidFill>
                      <a:srgbClr val="FF5B00"/>
                    </a:solidFill>
                  </a:tcPr>
                </a:tc>
                <a:tc>
                  <a:txBody>
                    <a:bodyPr/>
                    <a:lstStyle/>
                    <a:p>
                      <a:r>
                        <a:t>Imola</a:t>
                      </a:r>
                    </a:p>
                  </a:txBody>
                  <a:tcPr>
                    <a:solidFill>
                      <a:srgbClr val="FF5B00"/>
                    </a:solidFill>
                  </a:tcPr>
                </a:tc>
                <a:tc>
                  <a:txBody>
                    <a:bodyPr/>
                    <a:lstStyle/>
                    <a:p>
                      <a:r>
                        <a:t>Silverstone</a:t>
                      </a:r>
                    </a:p>
                  </a:txBody>
                  <a:tcPr>
                    <a:solidFill>
                      <a:srgbClr val="FF5B00"/>
                    </a:solidFill>
                  </a:tcPr>
                </a:tc>
                <a:tc>
                  <a:txBody>
                    <a:bodyPr/>
                    <a:lstStyle/>
                    <a:p>
                      <a:r>
                        <a:t>Hungary</a:t>
                      </a:r>
                    </a:p>
                  </a:txBody>
                  <a:tcPr>
                    <a:solidFill>
                      <a:srgbClr val="FF5B00"/>
                    </a:solidFill>
                  </a:tcPr>
                </a:tc>
                <a:extLst>
                  <a:ext uri="{0D108BD9-81ED-4DB2-BD59-A6C34878D82A}">
                    <a16:rowId xmlns:a16="http://schemas.microsoft.com/office/drawing/2014/main" val="10008"/>
                  </a:ext>
                </a:extLst>
              </a:tr>
              <a:tr h="293914">
                <a:tc>
                  <a:txBody>
                    <a:bodyPr/>
                    <a:lstStyle/>
                    <a:p>
                      <a:r>
                        <a:t>3</a:t>
                      </a:r>
                    </a:p>
                  </a:txBody>
                  <a:tcPr>
                    <a:solidFill>
                      <a:srgbClr val="FF5B00"/>
                    </a:solidFill>
                  </a:tcPr>
                </a:tc>
                <a:tc>
                  <a:txBody>
                    <a:bodyPr/>
                    <a:lstStyle/>
                    <a:p>
                      <a:r>
                        <a:t>0</a:t>
                      </a:r>
                    </a:p>
                  </a:txBody>
                  <a:tcPr>
                    <a:solidFill>
                      <a:srgbClr val="FF5B00"/>
                    </a:solidFill>
                  </a:tcPr>
                </a:tc>
                <a:tc>
                  <a:txBody>
                    <a:bodyPr/>
                    <a:lstStyle/>
                    <a:p>
                      <a:r>
                        <a:t>2</a:t>
                      </a:r>
                    </a:p>
                  </a:txBody>
                  <a:tcPr>
                    <a:solidFill>
                      <a:srgbClr val="FF5B00"/>
                    </a:solidFill>
                  </a:tcPr>
                </a:tc>
                <a:tc>
                  <a:txBody>
                    <a:bodyPr/>
                    <a:lstStyle/>
                    <a:p>
                      <a:r>
                        <a:t>1</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Bahrain</a:t>
                      </a:r>
                    </a:p>
                  </a:txBody>
                  <a:tcPr>
                    <a:solidFill>
                      <a:srgbClr val="13EAC9"/>
                    </a:solidFill>
                  </a:tcPr>
                </a:tc>
                <a:tc>
                  <a:txBody>
                    <a:bodyPr/>
                    <a:lstStyle/>
                    <a:p>
                      <a:r>
                        <a:t>Austria</a:t>
                      </a:r>
                    </a:p>
                  </a:txBody>
                  <a:tcPr>
                    <a:solidFill>
                      <a:srgbClr val="13EAC9"/>
                    </a:solidFill>
                  </a:tcPr>
                </a:tc>
                <a:tc>
                  <a:txBody>
                    <a:bodyPr/>
                    <a:lstStyle/>
                    <a:p>
                      <a:r>
                        <a:t>Silverstone</a:t>
                      </a:r>
                    </a:p>
                  </a:txBody>
                  <a:tcPr>
                    <a:solidFill>
                      <a:srgbClr val="13EAC9"/>
                    </a:solidFill>
                  </a:tcPr>
                </a:tc>
                <a:tc>
                  <a:txBody>
                    <a:bodyPr/>
                    <a:lstStyle/>
                    <a:p>
                      <a:r>
                        <a:t>Hungary</a:t>
                      </a:r>
                    </a:p>
                  </a:txBody>
                  <a:tcPr>
                    <a:solidFill>
                      <a:srgbClr val="13EAC9"/>
                    </a:solidFill>
                  </a:tcPr>
                </a:tc>
                <a:tc>
                  <a:txBody>
                    <a:bodyPr/>
                    <a:lstStyle/>
                    <a:p>
                      <a:r>
                        <a:t>Monza</a:t>
                      </a:r>
                    </a:p>
                  </a:txBody>
                  <a:tcPr>
                    <a:solidFill>
                      <a:srgbClr val="13EAC9"/>
                    </a:solidFill>
                  </a:tcPr>
                </a:tc>
                <a:extLst>
                  <a:ext uri="{0D108BD9-81ED-4DB2-BD59-A6C34878D82A}">
                    <a16:rowId xmlns:a16="http://schemas.microsoft.com/office/drawing/2014/main" val="10010"/>
                  </a:ext>
                </a:extLst>
              </a:tr>
              <a:tr h="293914">
                <a:tc>
                  <a:txBody>
                    <a:bodyPr/>
                    <a:lstStyle/>
                    <a:p>
                      <a:r>
                        <a:t>1</a:t>
                      </a:r>
                    </a:p>
                  </a:txBody>
                  <a:tcPr>
                    <a:solidFill>
                      <a:srgbClr val="13EAC9"/>
                    </a:solidFill>
                  </a:tcPr>
                </a:tc>
                <a:tc>
                  <a:txBody>
                    <a:bodyPr/>
                    <a:lstStyle/>
                    <a:p>
                      <a:r>
                        <a:t>1</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Bahrain</a:t>
                      </a:r>
                    </a:p>
                  </a:txBody>
                  <a:tcPr>
                    <a:solidFill>
                      <a:srgbClr val="9A0EEA"/>
                    </a:solidFill>
                  </a:tcPr>
                </a:tc>
                <a:tc>
                  <a:txBody>
                    <a:bodyPr/>
                    <a:lstStyle/>
                    <a:p>
                      <a:r>
                        <a:t>Austria</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Las Vegas</a:t>
                      </a:r>
                    </a:p>
                  </a:txBody>
                  <a:tcPr>
                    <a:solidFill>
                      <a:srgbClr val="9A0EEA"/>
                    </a:solidFill>
                  </a:tcPr>
                </a:tc>
                <a:extLst>
                  <a:ext uri="{0D108BD9-81ED-4DB2-BD59-A6C34878D82A}">
                    <a16:rowId xmlns:a16="http://schemas.microsoft.com/office/drawing/2014/main" val="10012"/>
                  </a:ext>
                </a:extLst>
              </a:tr>
              <a:tr h="293918">
                <a:tc>
                  <a:txBody>
                    <a:bodyPr/>
                    <a:lstStyle/>
                    <a:p>
                      <a:r>
                        <a:t>1</a:t>
                      </a:r>
                    </a:p>
                  </a:txBody>
                  <a:tcPr>
                    <a:solidFill>
                      <a:srgbClr val="9A0EEA"/>
                    </a:solidFill>
                  </a:tcPr>
                </a:tc>
                <a:tc>
                  <a:txBody>
                    <a:bodyPr/>
                    <a:lstStyle/>
                    <a:p>
                      <a:r>
                        <a:t>1</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657</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617</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780</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600</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656</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542</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Hulk @ Austria</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Saudi Arabia</a:t>
                      </a:r>
                    </a:p>
                  </a:txBody>
                  <a:tcPr>
                    <a:solidFill>
                      <a:srgbClr val="040273"/>
                    </a:solidFill>
                  </a:tcPr>
                </a:tc>
                <a:tc>
                  <a:txBody>
                    <a:bodyPr/>
                    <a:lstStyle/>
                    <a:p>
                      <a:r>
                        <a:t>Canada</a:t>
                      </a:r>
                    </a:p>
                  </a:txBody>
                  <a:tcPr>
                    <a:solidFill>
                      <a:srgbClr val="040273"/>
                    </a:solidFill>
                  </a:tcPr>
                </a:tc>
                <a:tc>
                  <a:txBody>
                    <a:bodyPr/>
                    <a:lstStyle/>
                    <a:p>
                      <a:r>
                        <a:t>Spain</a:t>
                      </a:r>
                    </a:p>
                  </a:txBody>
                  <a:tcPr>
                    <a:solidFill>
                      <a:srgbClr val="040273"/>
                    </a:solidFill>
                  </a:tcPr>
                </a:tc>
                <a:tc>
                  <a:txBody>
                    <a:bodyPr/>
                    <a:lstStyle/>
                    <a:p>
                      <a:r>
                        <a:t>Singapore</a:t>
                      </a:r>
                    </a:p>
                  </a:txBody>
                  <a:tcPr>
                    <a:solidFill>
                      <a:srgbClr val="040273"/>
                    </a:solidFill>
                  </a:tcPr>
                </a:tc>
                <a:tc>
                  <a:txBody>
                    <a:bodyPr/>
                    <a:lstStyle/>
                    <a:p>
                      <a:r>
                        <a:t>Brazil</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China</a:t>
                      </a:r>
                    </a:p>
                  </a:txBody>
                  <a:tcPr>
                    <a:solidFill>
                      <a:srgbClr val="E8002D"/>
                    </a:solidFill>
                  </a:tcPr>
                </a:tc>
                <a:tc>
                  <a:txBody>
                    <a:bodyPr/>
                    <a:lstStyle/>
                    <a:p>
                      <a:r>
                        <a:t>Canada</a:t>
                      </a:r>
                    </a:p>
                  </a:txBody>
                  <a:tcPr>
                    <a:solidFill>
                      <a:srgbClr val="E8002D"/>
                    </a:solidFill>
                  </a:tcPr>
                </a:tc>
                <a:tc>
                  <a:txBody>
                    <a:bodyPr/>
                    <a:lstStyle/>
                    <a:p>
                      <a:r>
                        <a:t>COTA</a:t>
                      </a:r>
                    </a:p>
                  </a:txBody>
                  <a:tcPr>
                    <a:solidFill>
                      <a:srgbClr val="E8002D"/>
                    </a:solidFill>
                  </a:tcPr>
                </a:tc>
                <a:tc>
                  <a:txBody>
                    <a:bodyPr/>
                    <a:lstStyle/>
                    <a:p>
                      <a:r>
                        <a:t>Abu Dhabi</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r>
                        <a:t>0</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Las Vegas</a:t>
                      </a:r>
                    </a:p>
                  </a:txBody>
                  <a:tcPr>
                    <a:solidFill>
                      <a:srgbClr val="FAC205"/>
                    </a:solidFill>
                  </a:tcPr>
                </a:tc>
                <a:tc>
                  <a:txBody>
                    <a:bodyPr/>
                    <a:lstStyle/>
                    <a:p>
                      <a:r>
                        <a:t>Qatar</a:t>
                      </a:r>
                    </a:p>
                  </a:txBody>
                  <a:tcPr>
                    <a:solidFill>
                      <a:srgbClr val="FAC205"/>
                    </a:solidFill>
                  </a:tcPr>
                </a:tc>
                <a:extLst>
                  <a:ext uri="{0D108BD9-81ED-4DB2-BD59-A6C34878D82A}">
                    <a16:rowId xmlns:a16="http://schemas.microsoft.com/office/drawing/2014/main" val="10004"/>
                  </a:ext>
                </a:extLst>
              </a:tr>
              <a:tr h="293914">
                <a:tc>
                  <a:txBody>
                    <a:bodyPr/>
                    <a:lstStyle/>
                    <a:p>
                      <a:r>
                        <a:t>2</a:t>
                      </a:r>
                    </a:p>
                  </a:txBody>
                  <a:tcPr>
                    <a:solidFill>
                      <a:srgbClr val="FAC205"/>
                    </a:solidFill>
                  </a:tcPr>
                </a:tc>
                <a:tc>
                  <a:txBody>
                    <a:bodyPr/>
                    <a:lstStyle/>
                    <a:p>
                      <a:r>
                        <a:t>1</a:t>
                      </a:r>
                    </a:p>
                  </a:txBody>
                  <a:tcPr>
                    <a:solidFill>
                      <a:srgbClr val="FAC205"/>
                    </a:solidFill>
                  </a:tcPr>
                </a:tc>
                <a:tc>
                  <a:txBody>
                    <a:bodyPr/>
                    <a:lstStyle/>
                    <a:p>
                      <a:r>
                        <a:t>1</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Spain</a:t>
                      </a:r>
                    </a:p>
                  </a:txBody>
                  <a:tcPr>
                    <a:solidFill>
                      <a:srgbClr val="028F1E"/>
                    </a:solidFill>
                  </a:tcPr>
                </a:tc>
                <a:tc>
                  <a:txBody>
                    <a:bodyPr/>
                    <a:lstStyle/>
                    <a:p>
                      <a:r>
                        <a:t>Austria</a:t>
                      </a:r>
                    </a:p>
                  </a:txBody>
                  <a:tcPr>
                    <a:solidFill>
                      <a:srgbClr val="028F1E"/>
                    </a:solidFill>
                  </a:tcPr>
                </a:tc>
                <a:tc>
                  <a:txBody>
                    <a:bodyPr/>
                    <a:lstStyle/>
                    <a:p>
                      <a:r>
                        <a:t>Hungary</a:t>
                      </a:r>
                    </a:p>
                  </a:txBody>
                  <a:tcPr>
                    <a:solidFill>
                      <a:srgbClr val="028F1E"/>
                    </a:solidFill>
                  </a:tcPr>
                </a:tc>
                <a:tc>
                  <a:txBody>
                    <a:bodyPr/>
                    <a:lstStyle/>
                    <a:p>
                      <a:r>
                        <a:t>Singapore</a:t>
                      </a:r>
                    </a:p>
                  </a:txBody>
                  <a:tcPr>
                    <a:solidFill>
                      <a:srgbClr val="028F1E"/>
                    </a:solidFill>
                  </a:tcPr>
                </a:tc>
                <a:tc>
                  <a:txBody>
                    <a:bodyPr/>
                    <a:lstStyle/>
                    <a:p>
                      <a:r>
                        <a:t>Abu Dhabi</a:t>
                      </a:r>
                    </a:p>
                  </a:txBody>
                  <a:tcPr>
                    <a:solidFill>
                      <a:srgbClr val="028F1E"/>
                    </a:solidFill>
                  </a:tcPr>
                </a:tc>
                <a:extLst>
                  <a:ext uri="{0D108BD9-81ED-4DB2-BD59-A6C34878D82A}">
                    <a16:rowId xmlns:a16="http://schemas.microsoft.com/office/drawing/2014/main" val="10006"/>
                  </a:ext>
                </a:extLst>
              </a:tr>
              <a:tr h="293914">
                <a:tc>
                  <a:txBody>
                    <a:bodyPr/>
                    <a:lstStyle/>
                    <a:p>
                      <a:r>
                        <a:t>2</a:t>
                      </a:r>
                    </a:p>
                  </a:txBody>
                  <a:tcPr>
                    <a:solidFill>
                      <a:srgbClr val="028F1E"/>
                    </a:solidFill>
                  </a:tcPr>
                </a:tc>
                <a:tc>
                  <a:txBody>
                    <a:bodyPr/>
                    <a:lstStyle/>
                    <a:p>
                      <a:r>
                        <a:t>0</a:t>
                      </a:r>
                    </a:p>
                  </a:txBody>
                  <a:tcPr>
                    <a:solidFill>
                      <a:srgbClr val="028F1E"/>
                    </a:solidFill>
                  </a:tcPr>
                </a:tc>
                <a:tc>
                  <a:txBody>
                    <a:bodyPr/>
                    <a:lstStyle/>
                    <a:p>
                      <a:r>
                        <a:t>2</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Australia</a:t>
                      </a:r>
                    </a:p>
                  </a:txBody>
                  <a:tcPr>
                    <a:solidFill>
                      <a:srgbClr val="FF5B00"/>
                    </a:solidFill>
                  </a:tcPr>
                </a:tc>
                <a:tc>
                  <a:txBody>
                    <a:bodyPr/>
                    <a:lstStyle/>
                    <a:p>
                      <a:r>
                        <a:t>Miami</a:t>
                      </a:r>
                    </a:p>
                  </a:txBody>
                  <a:tcPr>
                    <a:solidFill>
                      <a:srgbClr val="FF5B00"/>
                    </a:solidFill>
                  </a:tcPr>
                </a:tc>
                <a:tc>
                  <a:txBody>
                    <a:bodyPr/>
                    <a:lstStyle/>
                    <a:p>
                      <a:r>
                        <a:t>Imola</a:t>
                      </a:r>
                    </a:p>
                  </a:txBody>
                  <a:tcPr>
                    <a:solidFill>
                      <a:srgbClr val="FF5B00"/>
                    </a:solidFill>
                  </a:tcPr>
                </a:tc>
                <a:tc>
                  <a:txBody>
                    <a:bodyPr/>
                    <a:lstStyle/>
                    <a:p>
                      <a:r>
                        <a:t>Silverstone</a:t>
                      </a:r>
                    </a:p>
                  </a:txBody>
                  <a:tcPr>
                    <a:solidFill>
                      <a:srgbClr val="FF5B00"/>
                    </a:solidFill>
                  </a:tcPr>
                </a:tc>
                <a:tc>
                  <a:txBody>
                    <a:bodyPr/>
                    <a:lstStyle/>
                    <a:p>
                      <a:r>
                        <a:t>Hungary</a:t>
                      </a:r>
                    </a:p>
                  </a:txBody>
                  <a:tcPr>
                    <a:solidFill>
                      <a:srgbClr val="FF5B00"/>
                    </a:solidFill>
                  </a:tcPr>
                </a:tc>
                <a:extLst>
                  <a:ext uri="{0D108BD9-81ED-4DB2-BD59-A6C34878D82A}">
                    <a16:rowId xmlns:a16="http://schemas.microsoft.com/office/drawing/2014/main" val="10008"/>
                  </a:ext>
                </a:extLst>
              </a:tr>
              <a:tr h="293914">
                <a:tc>
                  <a:txBody>
                    <a:bodyPr/>
                    <a:lstStyle/>
                    <a:p>
                      <a:r>
                        <a:t>3</a:t>
                      </a:r>
                    </a:p>
                  </a:txBody>
                  <a:tcPr>
                    <a:solidFill>
                      <a:srgbClr val="FF5B00"/>
                    </a:solidFill>
                  </a:tcPr>
                </a:tc>
                <a:tc>
                  <a:txBody>
                    <a:bodyPr/>
                    <a:lstStyle/>
                    <a:p>
                      <a:r>
                        <a:t>0</a:t>
                      </a:r>
                    </a:p>
                  </a:txBody>
                  <a:tcPr>
                    <a:solidFill>
                      <a:srgbClr val="FF5B00"/>
                    </a:solidFill>
                  </a:tcPr>
                </a:tc>
                <a:tc>
                  <a:txBody>
                    <a:bodyPr/>
                    <a:lstStyle/>
                    <a:p>
                      <a:r>
                        <a:t>2</a:t>
                      </a:r>
                    </a:p>
                  </a:txBody>
                  <a:tcPr>
                    <a:solidFill>
                      <a:srgbClr val="FF5B00"/>
                    </a:solidFill>
                  </a:tcPr>
                </a:tc>
                <a:tc>
                  <a:txBody>
                    <a:bodyPr/>
                    <a:lstStyle/>
                    <a:p>
                      <a:r>
                        <a:t>1</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Bahrain</a:t>
                      </a:r>
                    </a:p>
                  </a:txBody>
                  <a:tcPr>
                    <a:solidFill>
                      <a:srgbClr val="13EAC9"/>
                    </a:solidFill>
                  </a:tcPr>
                </a:tc>
                <a:tc>
                  <a:txBody>
                    <a:bodyPr/>
                    <a:lstStyle/>
                    <a:p>
                      <a:r>
                        <a:t>Austria</a:t>
                      </a:r>
                    </a:p>
                  </a:txBody>
                  <a:tcPr>
                    <a:solidFill>
                      <a:srgbClr val="13EAC9"/>
                    </a:solidFill>
                  </a:tcPr>
                </a:tc>
                <a:tc>
                  <a:txBody>
                    <a:bodyPr/>
                    <a:lstStyle/>
                    <a:p>
                      <a:r>
                        <a:t>Silverstone</a:t>
                      </a:r>
                    </a:p>
                  </a:txBody>
                  <a:tcPr>
                    <a:solidFill>
                      <a:srgbClr val="13EAC9"/>
                    </a:solidFill>
                  </a:tcPr>
                </a:tc>
                <a:tc>
                  <a:txBody>
                    <a:bodyPr/>
                    <a:lstStyle/>
                    <a:p>
                      <a:r>
                        <a:t>Hungary</a:t>
                      </a:r>
                    </a:p>
                  </a:txBody>
                  <a:tcPr>
                    <a:solidFill>
                      <a:srgbClr val="13EAC9"/>
                    </a:solidFill>
                  </a:tcPr>
                </a:tc>
                <a:tc>
                  <a:txBody>
                    <a:bodyPr/>
                    <a:lstStyle/>
                    <a:p>
                      <a:r>
                        <a:t>Monza</a:t>
                      </a:r>
                    </a:p>
                  </a:txBody>
                  <a:tcPr>
                    <a:solidFill>
                      <a:srgbClr val="13EAC9"/>
                    </a:solidFill>
                  </a:tcPr>
                </a:tc>
                <a:extLst>
                  <a:ext uri="{0D108BD9-81ED-4DB2-BD59-A6C34878D82A}">
                    <a16:rowId xmlns:a16="http://schemas.microsoft.com/office/drawing/2014/main" val="10010"/>
                  </a:ext>
                </a:extLst>
              </a:tr>
              <a:tr h="293914">
                <a:tc>
                  <a:txBody>
                    <a:bodyPr/>
                    <a:lstStyle/>
                    <a:p>
                      <a:r>
                        <a:t>3</a:t>
                      </a:r>
                    </a:p>
                  </a:txBody>
                  <a:tcPr>
                    <a:solidFill>
                      <a:srgbClr val="13EAC9"/>
                    </a:solidFill>
                  </a:tcPr>
                </a:tc>
                <a:tc>
                  <a:txBody>
                    <a:bodyPr/>
                    <a:lstStyle/>
                    <a:p>
                      <a:r>
                        <a:t>1</a:t>
                      </a:r>
                    </a:p>
                  </a:txBody>
                  <a:tcPr>
                    <a:solidFill>
                      <a:srgbClr val="13EAC9"/>
                    </a:solidFill>
                  </a:tcPr>
                </a:tc>
                <a:tc>
                  <a:txBody>
                    <a:bodyPr/>
                    <a:lstStyle/>
                    <a:p>
                      <a:r>
                        <a:t>2</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Bahrain</a:t>
                      </a:r>
                    </a:p>
                  </a:txBody>
                  <a:tcPr>
                    <a:solidFill>
                      <a:srgbClr val="9A0EEA"/>
                    </a:solidFill>
                  </a:tcPr>
                </a:tc>
                <a:tc>
                  <a:txBody>
                    <a:bodyPr/>
                    <a:lstStyle/>
                    <a:p>
                      <a:r>
                        <a:t>Austria</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Las Vegas</a:t>
                      </a:r>
                    </a:p>
                  </a:txBody>
                  <a:tcPr>
                    <a:solidFill>
                      <a:srgbClr val="9A0EEA"/>
                    </a:solidFill>
                  </a:tcPr>
                </a:tc>
                <a:extLst>
                  <a:ext uri="{0D108BD9-81ED-4DB2-BD59-A6C34878D82A}">
                    <a16:rowId xmlns:a16="http://schemas.microsoft.com/office/drawing/2014/main" val="10012"/>
                  </a:ext>
                </a:extLst>
              </a:tr>
              <a:tr h="293918">
                <a:tc>
                  <a:txBody>
                    <a:bodyPr/>
                    <a:lstStyle/>
                    <a:p>
                      <a:r>
                        <a:t>3</a:t>
                      </a:r>
                    </a:p>
                  </a:txBody>
                  <a:tcPr>
                    <a:solidFill>
                      <a:srgbClr val="9A0EEA"/>
                    </a:solidFill>
                  </a:tcPr>
                </a:tc>
                <a:tc>
                  <a:txBody>
                    <a:bodyPr/>
                    <a:lstStyle/>
                    <a:p>
                      <a:r>
                        <a:t>1</a:t>
                      </a:r>
                    </a:p>
                  </a:txBody>
                  <a:tcPr>
                    <a:solidFill>
                      <a:srgbClr val="9A0EEA"/>
                    </a:solidFill>
                  </a:tcPr>
                </a:tc>
                <a:tc>
                  <a:txBody>
                    <a:bodyPr/>
                    <a:lstStyle/>
                    <a:p>
                      <a:r>
                        <a:t>2</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657</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617</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782</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600</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658</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544</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Hulk @ Silverstone</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Saudi Arabia</a:t>
                      </a:r>
                    </a:p>
                  </a:txBody>
                  <a:tcPr>
                    <a:solidFill>
                      <a:srgbClr val="040273"/>
                    </a:solidFill>
                  </a:tcPr>
                </a:tc>
                <a:tc>
                  <a:txBody>
                    <a:bodyPr/>
                    <a:lstStyle/>
                    <a:p>
                      <a:r>
                        <a:t>Canada</a:t>
                      </a:r>
                    </a:p>
                  </a:txBody>
                  <a:tcPr>
                    <a:solidFill>
                      <a:srgbClr val="040273"/>
                    </a:solidFill>
                  </a:tcPr>
                </a:tc>
                <a:tc>
                  <a:txBody>
                    <a:bodyPr/>
                    <a:lstStyle/>
                    <a:p>
                      <a:r>
                        <a:t>Spain</a:t>
                      </a:r>
                    </a:p>
                  </a:txBody>
                  <a:tcPr>
                    <a:solidFill>
                      <a:srgbClr val="040273"/>
                    </a:solidFill>
                  </a:tcPr>
                </a:tc>
                <a:tc>
                  <a:txBody>
                    <a:bodyPr/>
                    <a:lstStyle/>
                    <a:p>
                      <a:r>
                        <a:t>Singapore</a:t>
                      </a:r>
                    </a:p>
                  </a:txBody>
                  <a:tcPr>
                    <a:solidFill>
                      <a:srgbClr val="040273"/>
                    </a:solidFill>
                  </a:tcPr>
                </a:tc>
                <a:tc>
                  <a:txBody>
                    <a:bodyPr/>
                    <a:lstStyle/>
                    <a:p>
                      <a:r>
                        <a:t>Brazil</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China</a:t>
                      </a:r>
                    </a:p>
                  </a:txBody>
                  <a:tcPr>
                    <a:solidFill>
                      <a:srgbClr val="E8002D"/>
                    </a:solidFill>
                  </a:tcPr>
                </a:tc>
                <a:tc>
                  <a:txBody>
                    <a:bodyPr/>
                    <a:lstStyle/>
                    <a:p>
                      <a:r>
                        <a:t>Canada</a:t>
                      </a:r>
                    </a:p>
                  </a:txBody>
                  <a:tcPr>
                    <a:solidFill>
                      <a:srgbClr val="E8002D"/>
                    </a:solidFill>
                  </a:tcPr>
                </a:tc>
                <a:tc>
                  <a:txBody>
                    <a:bodyPr/>
                    <a:lstStyle/>
                    <a:p>
                      <a:r>
                        <a:t>COTA</a:t>
                      </a:r>
                    </a:p>
                  </a:txBody>
                  <a:tcPr>
                    <a:solidFill>
                      <a:srgbClr val="E8002D"/>
                    </a:solidFill>
                  </a:tcPr>
                </a:tc>
                <a:tc>
                  <a:txBody>
                    <a:bodyPr/>
                    <a:lstStyle/>
                    <a:p>
                      <a:r>
                        <a:t>Abu Dhabi</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r>
                        <a:t>0</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Las Vegas</a:t>
                      </a:r>
                    </a:p>
                  </a:txBody>
                  <a:tcPr>
                    <a:solidFill>
                      <a:srgbClr val="FAC205"/>
                    </a:solidFill>
                  </a:tcPr>
                </a:tc>
                <a:tc>
                  <a:txBody>
                    <a:bodyPr/>
                    <a:lstStyle/>
                    <a:p>
                      <a:r>
                        <a:t>Qatar</a:t>
                      </a:r>
                    </a:p>
                  </a:txBody>
                  <a:tcPr>
                    <a:solidFill>
                      <a:srgbClr val="FAC205"/>
                    </a:solidFill>
                  </a:tcPr>
                </a:tc>
                <a:extLst>
                  <a:ext uri="{0D108BD9-81ED-4DB2-BD59-A6C34878D82A}">
                    <a16:rowId xmlns:a16="http://schemas.microsoft.com/office/drawing/2014/main" val="10004"/>
                  </a:ext>
                </a:extLst>
              </a:tr>
              <a:tr h="293914">
                <a:tc>
                  <a:txBody>
                    <a:bodyPr/>
                    <a:lstStyle/>
                    <a:p>
                      <a:r>
                        <a:t>2</a:t>
                      </a:r>
                    </a:p>
                  </a:txBody>
                  <a:tcPr>
                    <a:solidFill>
                      <a:srgbClr val="FAC205"/>
                    </a:solidFill>
                  </a:tcPr>
                </a:tc>
                <a:tc>
                  <a:txBody>
                    <a:bodyPr/>
                    <a:lstStyle/>
                    <a:p>
                      <a:r>
                        <a:t>1</a:t>
                      </a:r>
                    </a:p>
                  </a:txBody>
                  <a:tcPr>
                    <a:solidFill>
                      <a:srgbClr val="FAC205"/>
                    </a:solidFill>
                  </a:tcPr>
                </a:tc>
                <a:tc>
                  <a:txBody>
                    <a:bodyPr/>
                    <a:lstStyle/>
                    <a:p>
                      <a:r>
                        <a:t>1</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Spain</a:t>
                      </a:r>
                    </a:p>
                  </a:txBody>
                  <a:tcPr>
                    <a:solidFill>
                      <a:srgbClr val="028F1E"/>
                    </a:solidFill>
                  </a:tcPr>
                </a:tc>
                <a:tc>
                  <a:txBody>
                    <a:bodyPr/>
                    <a:lstStyle/>
                    <a:p>
                      <a:r>
                        <a:t>Austria</a:t>
                      </a:r>
                    </a:p>
                  </a:txBody>
                  <a:tcPr>
                    <a:solidFill>
                      <a:srgbClr val="028F1E"/>
                    </a:solidFill>
                  </a:tcPr>
                </a:tc>
                <a:tc>
                  <a:txBody>
                    <a:bodyPr/>
                    <a:lstStyle/>
                    <a:p>
                      <a:r>
                        <a:t>Hungary</a:t>
                      </a:r>
                    </a:p>
                  </a:txBody>
                  <a:tcPr>
                    <a:solidFill>
                      <a:srgbClr val="028F1E"/>
                    </a:solidFill>
                  </a:tcPr>
                </a:tc>
                <a:tc>
                  <a:txBody>
                    <a:bodyPr/>
                    <a:lstStyle/>
                    <a:p>
                      <a:r>
                        <a:t>Singapore</a:t>
                      </a:r>
                    </a:p>
                  </a:txBody>
                  <a:tcPr>
                    <a:solidFill>
                      <a:srgbClr val="028F1E"/>
                    </a:solidFill>
                  </a:tcPr>
                </a:tc>
                <a:tc>
                  <a:txBody>
                    <a:bodyPr/>
                    <a:lstStyle/>
                    <a:p>
                      <a:r>
                        <a:t>Abu Dhabi</a:t>
                      </a:r>
                    </a:p>
                  </a:txBody>
                  <a:tcPr>
                    <a:solidFill>
                      <a:srgbClr val="028F1E"/>
                    </a:solidFill>
                  </a:tcPr>
                </a:tc>
                <a:extLst>
                  <a:ext uri="{0D108BD9-81ED-4DB2-BD59-A6C34878D82A}">
                    <a16:rowId xmlns:a16="http://schemas.microsoft.com/office/drawing/2014/main" val="10006"/>
                  </a:ext>
                </a:extLst>
              </a:tr>
              <a:tr h="293914">
                <a:tc>
                  <a:txBody>
                    <a:bodyPr/>
                    <a:lstStyle/>
                    <a:p>
                      <a:r>
                        <a:t>2</a:t>
                      </a:r>
                    </a:p>
                  </a:txBody>
                  <a:tcPr>
                    <a:solidFill>
                      <a:srgbClr val="028F1E"/>
                    </a:solidFill>
                  </a:tcPr>
                </a:tc>
                <a:tc>
                  <a:txBody>
                    <a:bodyPr/>
                    <a:lstStyle/>
                    <a:p>
                      <a:r>
                        <a:t>0</a:t>
                      </a:r>
                    </a:p>
                  </a:txBody>
                  <a:tcPr>
                    <a:solidFill>
                      <a:srgbClr val="028F1E"/>
                    </a:solidFill>
                  </a:tcPr>
                </a:tc>
                <a:tc>
                  <a:txBody>
                    <a:bodyPr/>
                    <a:lstStyle/>
                    <a:p>
                      <a:r>
                        <a:t>2</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Australia</a:t>
                      </a:r>
                    </a:p>
                  </a:txBody>
                  <a:tcPr>
                    <a:solidFill>
                      <a:srgbClr val="FF5B00"/>
                    </a:solidFill>
                  </a:tcPr>
                </a:tc>
                <a:tc>
                  <a:txBody>
                    <a:bodyPr/>
                    <a:lstStyle/>
                    <a:p>
                      <a:r>
                        <a:t>Miami</a:t>
                      </a:r>
                    </a:p>
                  </a:txBody>
                  <a:tcPr>
                    <a:solidFill>
                      <a:srgbClr val="FF5B00"/>
                    </a:solidFill>
                  </a:tcPr>
                </a:tc>
                <a:tc>
                  <a:txBody>
                    <a:bodyPr/>
                    <a:lstStyle/>
                    <a:p>
                      <a:r>
                        <a:t>Imola</a:t>
                      </a:r>
                    </a:p>
                  </a:txBody>
                  <a:tcPr>
                    <a:solidFill>
                      <a:srgbClr val="FF5B00"/>
                    </a:solidFill>
                  </a:tcPr>
                </a:tc>
                <a:tc>
                  <a:txBody>
                    <a:bodyPr/>
                    <a:lstStyle/>
                    <a:p>
                      <a:r>
                        <a:t>Silverstone</a:t>
                      </a:r>
                    </a:p>
                  </a:txBody>
                  <a:tcPr>
                    <a:solidFill>
                      <a:srgbClr val="FF5B00"/>
                    </a:solidFill>
                  </a:tcPr>
                </a:tc>
                <a:tc>
                  <a:txBody>
                    <a:bodyPr/>
                    <a:lstStyle/>
                    <a:p>
                      <a:r>
                        <a:t>Hungary</a:t>
                      </a:r>
                    </a:p>
                  </a:txBody>
                  <a:tcPr>
                    <a:solidFill>
                      <a:srgbClr val="FF5B00"/>
                    </a:solidFill>
                  </a:tcPr>
                </a:tc>
                <a:extLst>
                  <a:ext uri="{0D108BD9-81ED-4DB2-BD59-A6C34878D82A}">
                    <a16:rowId xmlns:a16="http://schemas.microsoft.com/office/drawing/2014/main" val="10008"/>
                  </a:ext>
                </a:extLst>
              </a:tr>
              <a:tr h="293914">
                <a:tc>
                  <a:txBody>
                    <a:bodyPr/>
                    <a:lstStyle/>
                    <a:p>
                      <a:r>
                        <a:t>11</a:t>
                      </a:r>
                    </a:p>
                  </a:txBody>
                  <a:tcPr>
                    <a:solidFill>
                      <a:srgbClr val="FF5B00"/>
                    </a:solidFill>
                  </a:tcPr>
                </a:tc>
                <a:tc>
                  <a:txBody>
                    <a:bodyPr/>
                    <a:lstStyle/>
                    <a:p>
                      <a:r>
                        <a:t>0</a:t>
                      </a:r>
                    </a:p>
                  </a:txBody>
                  <a:tcPr>
                    <a:solidFill>
                      <a:srgbClr val="FF5B00"/>
                    </a:solidFill>
                  </a:tcPr>
                </a:tc>
                <a:tc>
                  <a:txBody>
                    <a:bodyPr/>
                    <a:lstStyle/>
                    <a:p>
                      <a:r>
                        <a:t>2</a:t>
                      </a:r>
                    </a:p>
                  </a:txBody>
                  <a:tcPr>
                    <a:solidFill>
                      <a:srgbClr val="FF5B00"/>
                    </a:solidFill>
                  </a:tcPr>
                </a:tc>
                <a:tc>
                  <a:txBody>
                    <a:bodyPr/>
                    <a:lstStyle/>
                    <a:p>
                      <a:r>
                        <a:t>1</a:t>
                      </a:r>
                    </a:p>
                  </a:txBody>
                  <a:tcPr>
                    <a:solidFill>
                      <a:srgbClr val="FF5B00"/>
                    </a:solidFill>
                  </a:tcPr>
                </a:tc>
                <a:tc>
                  <a:txBody>
                    <a:bodyPr/>
                    <a:lstStyle/>
                    <a:p>
                      <a:r>
                        <a:t>8</a:t>
                      </a: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Bahrain</a:t>
                      </a:r>
                    </a:p>
                  </a:txBody>
                  <a:tcPr>
                    <a:solidFill>
                      <a:srgbClr val="13EAC9"/>
                    </a:solidFill>
                  </a:tcPr>
                </a:tc>
                <a:tc>
                  <a:txBody>
                    <a:bodyPr/>
                    <a:lstStyle/>
                    <a:p>
                      <a:r>
                        <a:t>Austria</a:t>
                      </a:r>
                    </a:p>
                  </a:txBody>
                  <a:tcPr>
                    <a:solidFill>
                      <a:srgbClr val="13EAC9"/>
                    </a:solidFill>
                  </a:tcPr>
                </a:tc>
                <a:tc>
                  <a:txBody>
                    <a:bodyPr/>
                    <a:lstStyle/>
                    <a:p>
                      <a:r>
                        <a:t>Silverstone</a:t>
                      </a:r>
                    </a:p>
                  </a:txBody>
                  <a:tcPr>
                    <a:solidFill>
                      <a:srgbClr val="13EAC9"/>
                    </a:solidFill>
                  </a:tcPr>
                </a:tc>
                <a:tc>
                  <a:txBody>
                    <a:bodyPr/>
                    <a:lstStyle/>
                    <a:p>
                      <a:r>
                        <a:t>Hungary</a:t>
                      </a:r>
                    </a:p>
                  </a:txBody>
                  <a:tcPr>
                    <a:solidFill>
                      <a:srgbClr val="13EAC9"/>
                    </a:solidFill>
                  </a:tcPr>
                </a:tc>
                <a:tc>
                  <a:txBody>
                    <a:bodyPr/>
                    <a:lstStyle/>
                    <a:p>
                      <a:r>
                        <a:t>Monza</a:t>
                      </a:r>
                    </a:p>
                  </a:txBody>
                  <a:tcPr>
                    <a:solidFill>
                      <a:srgbClr val="13EAC9"/>
                    </a:solidFill>
                  </a:tcPr>
                </a:tc>
                <a:extLst>
                  <a:ext uri="{0D108BD9-81ED-4DB2-BD59-A6C34878D82A}">
                    <a16:rowId xmlns:a16="http://schemas.microsoft.com/office/drawing/2014/main" val="10010"/>
                  </a:ext>
                </a:extLst>
              </a:tr>
              <a:tr h="293914">
                <a:tc>
                  <a:txBody>
                    <a:bodyPr/>
                    <a:lstStyle/>
                    <a:p>
                      <a:r>
                        <a:t>11</a:t>
                      </a:r>
                    </a:p>
                  </a:txBody>
                  <a:tcPr>
                    <a:solidFill>
                      <a:srgbClr val="13EAC9"/>
                    </a:solidFill>
                  </a:tcPr>
                </a:tc>
                <a:tc>
                  <a:txBody>
                    <a:bodyPr/>
                    <a:lstStyle/>
                    <a:p>
                      <a:r>
                        <a:t>1</a:t>
                      </a:r>
                    </a:p>
                  </a:txBody>
                  <a:tcPr>
                    <a:solidFill>
                      <a:srgbClr val="13EAC9"/>
                    </a:solidFill>
                  </a:tcPr>
                </a:tc>
                <a:tc>
                  <a:txBody>
                    <a:bodyPr/>
                    <a:lstStyle/>
                    <a:p>
                      <a:r>
                        <a:t>2</a:t>
                      </a:r>
                    </a:p>
                  </a:txBody>
                  <a:tcPr>
                    <a:solidFill>
                      <a:srgbClr val="13EAC9"/>
                    </a:solidFill>
                  </a:tcPr>
                </a:tc>
                <a:tc>
                  <a:txBody>
                    <a:bodyPr/>
                    <a:lstStyle/>
                    <a:p>
                      <a:r>
                        <a:t>8</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Bahrain</a:t>
                      </a:r>
                    </a:p>
                  </a:txBody>
                  <a:tcPr>
                    <a:solidFill>
                      <a:srgbClr val="9A0EEA"/>
                    </a:solidFill>
                  </a:tcPr>
                </a:tc>
                <a:tc>
                  <a:txBody>
                    <a:bodyPr/>
                    <a:lstStyle/>
                    <a:p>
                      <a:r>
                        <a:t>Austria</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Las Vegas</a:t>
                      </a:r>
                    </a:p>
                  </a:txBody>
                  <a:tcPr>
                    <a:solidFill>
                      <a:srgbClr val="9A0EEA"/>
                    </a:solidFill>
                  </a:tcPr>
                </a:tc>
                <a:extLst>
                  <a:ext uri="{0D108BD9-81ED-4DB2-BD59-A6C34878D82A}">
                    <a16:rowId xmlns:a16="http://schemas.microsoft.com/office/drawing/2014/main" val="10012"/>
                  </a:ext>
                </a:extLst>
              </a:tr>
              <a:tr h="293918">
                <a:tc>
                  <a:txBody>
                    <a:bodyPr/>
                    <a:lstStyle/>
                    <a:p>
                      <a:r>
                        <a:t>3</a:t>
                      </a:r>
                    </a:p>
                  </a:txBody>
                  <a:tcPr>
                    <a:solidFill>
                      <a:srgbClr val="9A0EEA"/>
                    </a:solidFill>
                  </a:tcPr>
                </a:tc>
                <a:tc>
                  <a:txBody>
                    <a:bodyPr/>
                    <a:lstStyle/>
                    <a:p>
                      <a:r>
                        <a:t>1</a:t>
                      </a:r>
                    </a:p>
                  </a:txBody>
                  <a:tcPr>
                    <a:solidFill>
                      <a:srgbClr val="9A0EEA"/>
                    </a:solidFill>
                  </a:tcPr>
                </a:tc>
                <a:tc>
                  <a:txBody>
                    <a:bodyPr/>
                    <a:lstStyle/>
                    <a:p>
                      <a:r>
                        <a:t>2</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657</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617</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782</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608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666</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544</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Hulk @ Hungary</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Saudi Arabia</a:t>
                      </a:r>
                    </a:p>
                  </a:txBody>
                  <a:tcPr>
                    <a:solidFill>
                      <a:srgbClr val="040273"/>
                    </a:solidFill>
                  </a:tcPr>
                </a:tc>
                <a:tc>
                  <a:txBody>
                    <a:bodyPr/>
                    <a:lstStyle/>
                    <a:p>
                      <a:r>
                        <a:t>Canada</a:t>
                      </a:r>
                    </a:p>
                  </a:txBody>
                  <a:tcPr>
                    <a:solidFill>
                      <a:srgbClr val="040273"/>
                    </a:solidFill>
                  </a:tcPr>
                </a:tc>
                <a:tc>
                  <a:txBody>
                    <a:bodyPr/>
                    <a:lstStyle/>
                    <a:p>
                      <a:r>
                        <a:t>Spain</a:t>
                      </a:r>
                    </a:p>
                  </a:txBody>
                  <a:tcPr>
                    <a:solidFill>
                      <a:srgbClr val="040273"/>
                    </a:solidFill>
                  </a:tcPr>
                </a:tc>
                <a:tc>
                  <a:txBody>
                    <a:bodyPr/>
                    <a:lstStyle/>
                    <a:p>
                      <a:r>
                        <a:t>Singapore</a:t>
                      </a:r>
                    </a:p>
                  </a:txBody>
                  <a:tcPr>
                    <a:solidFill>
                      <a:srgbClr val="040273"/>
                    </a:solidFill>
                  </a:tcPr>
                </a:tc>
                <a:tc>
                  <a:txBody>
                    <a:bodyPr/>
                    <a:lstStyle/>
                    <a:p>
                      <a:r>
                        <a:t>Brazil</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China</a:t>
                      </a:r>
                    </a:p>
                  </a:txBody>
                  <a:tcPr>
                    <a:solidFill>
                      <a:srgbClr val="E8002D"/>
                    </a:solidFill>
                  </a:tcPr>
                </a:tc>
                <a:tc>
                  <a:txBody>
                    <a:bodyPr/>
                    <a:lstStyle/>
                    <a:p>
                      <a:r>
                        <a:t>Canada</a:t>
                      </a:r>
                    </a:p>
                  </a:txBody>
                  <a:tcPr>
                    <a:solidFill>
                      <a:srgbClr val="E8002D"/>
                    </a:solidFill>
                  </a:tcPr>
                </a:tc>
                <a:tc>
                  <a:txBody>
                    <a:bodyPr/>
                    <a:lstStyle/>
                    <a:p>
                      <a:r>
                        <a:t>COTA</a:t>
                      </a:r>
                    </a:p>
                  </a:txBody>
                  <a:tcPr>
                    <a:solidFill>
                      <a:srgbClr val="E8002D"/>
                    </a:solidFill>
                  </a:tcPr>
                </a:tc>
                <a:tc>
                  <a:txBody>
                    <a:bodyPr/>
                    <a:lstStyle/>
                    <a:p>
                      <a:r>
                        <a:t>Abu Dhabi</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r>
                        <a:t>0</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Las Vegas</a:t>
                      </a:r>
                    </a:p>
                  </a:txBody>
                  <a:tcPr>
                    <a:solidFill>
                      <a:srgbClr val="FAC205"/>
                    </a:solidFill>
                  </a:tcPr>
                </a:tc>
                <a:tc>
                  <a:txBody>
                    <a:bodyPr/>
                    <a:lstStyle/>
                    <a:p>
                      <a:r>
                        <a:t>Qatar</a:t>
                      </a:r>
                    </a:p>
                  </a:txBody>
                  <a:tcPr>
                    <a:solidFill>
                      <a:srgbClr val="FAC205"/>
                    </a:solidFill>
                  </a:tcPr>
                </a:tc>
                <a:extLst>
                  <a:ext uri="{0D108BD9-81ED-4DB2-BD59-A6C34878D82A}">
                    <a16:rowId xmlns:a16="http://schemas.microsoft.com/office/drawing/2014/main" val="10004"/>
                  </a:ext>
                </a:extLst>
              </a:tr>
              <a:tr h="293914">
                <a:tc>
                  <a:txBody>
                    <a:bodyPr/>
                    <a:lstStyle/>
                    <a:p>
                      <a:r>
                        <a:t>2</a:t>
                      </a:r>
                    </a:p>
                  </a:txBody>
                  <a:tcPr>
                    <a:solidFill>
                      <a:srgbClr val="FAC205"/>
                    </a:solidFill>
                  </a:tcPr>
                </a:tc>
                <a:tc>
                  <a:txBody>
                    <a:bodyPr/>
                    <a:lstStyle/>
                    <a:p>
                      <a:r>
                        <a:t>1</a:t>
                      </a:r>
                    </a:p>
                  </a:txBody>
                  <a:tcPr>
                    <a:solidFill>
                      <a:srgbClr val="FAC205"/>
                    </a:solidFill>
                  </a:tcPr>
                </a:tc>
                <a:tc>
                  <a:txBody>
                    <a:bodyPr/>
                    <a:lstStyle/>
                    <a:p>
                      <a:r>
                        <a:t>1</a:t>
                      </a:r>
                    </a:p>
                  </a:txBody>
                  <a:tcPr>
                    <a:solidFill>
                      <a:srgbClr val="FAC205"/>
                    </a:solidFill>
                  </a:tcPr>
                </a:tc>
                <a:tc>
                  <a:txBody>
                    <a:bodyPr/>
                    <a:lstStyle/>
                    <a:p>
                      <a:r>
                        <a:t>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Spain</a:t>
                      </a:r>
                    </a:p>
                  </a:txBody>
                  <a:tcPr>
                    <a:solidFill>
                      <a:srgbClr val="028F1E"/>
                    </a:solidFill>
                  </a:tcPr>
                </a:tc>
                <a:tc>
                  <a:txBody>
                    <a:bodyPr/>
                    <a:lstStyle/>
                    <a:p>
                      <a:r>
                        <a:t>Austria</a:t>
                      </a:r>
                    </a:p>
                  </a:txBody>
                  <a:tcPr>
                    <a:solidFill>
                      <a:srgbClr val="028F1E"/>
                    </a:solidFill>
                  </a:tcPr>
                </a:tc>
                <a:tc>
                  <a:txBody>
                    <a:bodyPr/>
                    <a:lstStyle/>
                    <a:p>
                      <a:r>
                        <a:t>Hungary</a:t>
                      </a:r>
                    </a:p>
                  </a:txBody>
                  <a:tcPr>
                    <a:solidFill>
                      <a:srgbClr val="028F1E"/>
                    </a:solidFill>
                  </a:tcPr>
                </a:tc>
                <a:tc>
                  <a:txBody>
                    <a:bodyPr/>
                    <a:lstStyle/>
                    <a:p>
                      <a:r>
                        <a:t>Singapore</a:t>
                      </a:r>
                    </a:p>
                  </a:txBody>
                  <a:tcPr>
                    <a:solidFill>
                      <a:srgbClr val="028F1E"/>
                    </a:solidFill>
                  </a:tcPr>
                </a:tc>
                <a:tc>
                  <a:txBody>
                    <a:bodyPr/>
                    <a:lstStyle/>
                    <a:p>
                      <a:r>
                        <a:t>Abu Dhabi</a:t>
                      </a:r>
                    </a:p>
                  </a:txBody>
                  <a:tcPr>
                    <a:solidFill>
                      <a:srgbClr val="028F1E"/>
                    </a:solidFill>
                  </a:tcPr>
                </a:tc>
                <a:extLst>
                  <a:ext uri="{0D108BD9-81ED-4DB2-BD59-A6C34878D82A}">
                    <a16:rowId xmlns:a16="http://schemas.microsoft.com/office/drawing/2014/main" val="10006"/>
                  </a:ext>
                </a:extLst>
              </a:tr>
              <a:tr h="293914">
                <a:tc>
                  <a:txBody>
                    <a:bodyPr/>
                    <a:lstStyle/>
                    <a:p>
                      <a:r>
                        <a:t>2</a:t>
                      </a:r>
                    </a:p>
                  </a:txBody>
                  <a:tcPr>
                    <a:solidFill>
                      <a:srgbClr val="028F1E"/>
                    </a:solidFill>
                  </a:tcPr>
                </a:tc>
                <a:tc>
                  <a:txBody>
                    <a:bodyPr/>
                    <a:lstStyle/>
                    <a:p>
                      <a:r>
                        <a:t>0</a:t>
                      </a:r>
                    </a:p>
                  </a:txBody>
                  <a:tcPr>
                    <a:solidFill>
                      <a:srgbClr val="028F1E"/>
                    </a:solidFill>
                  </a:tcPr>
                </a:tc>
                <a:tc>
                  <a:txBody>
                    <a:bodyPr/>
                    <a:lstStyle/>
                    <a:p>
                      <a:r>
                        <a:t>2</a:t>
                      </a:r>
                    </a:p>
                  </a:txBody>
                  <a:tcPr>
                    <a:solidFill>
                      <a:srgbClr val="028F1E"/>
                    </a:solidFill>
                  </a:tcPr>
                </a:tc>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Australia</a:t>
                      </a:r>
                    </a:p>
                  </a:txBody>
                  <a:tcPr>
                    <a:solidFill>
                      <a:srgbClr val="FF5B00"/>
                    </a:solidFill>
                  </a:tcPr>
                </a:tc>
                <a:tc>
                  <a:txBody>
                    <a:bodyPr/>
                    <a:lstStyle/>
                    <a:p>
                      <a:r>
                        <a:t>Miami</a:t>
                      </a:r>
                    </a:p>
                  </a:txBody>
                  <a:tcPr>
                    <a:solidFill>
                      <a:srgbClr val="FF5B00"/>
                    </a:solidFill>
                  </a:tcPr>
                </a:tc>
                <a:tc>
                  <a:txBody>
                    <a:bodyPr/>
                    <a:lstStyle/>
                    <a:p>
                      <a:r>
                        <a:t>Imola</a:t>
                      </a:r>
                    </a:p>
                  </a:txBody>
                  <a:tcPr>
                    <a:solidFill>
                      <a:srgbClr val="FF5B00"/>
                    </a:solidFill>
                  </a:tcPr>
                </a:tc>
                <a:tc>
                  <a:txBody>
                    <a:bodyPr/>
                    <a:lstStyle/>
                    <a:p>
                      <a:r>
                        <a:t>Silverstone</a:t>
                      </a:r>
                    </a:p>
                  </a:txBody>
                  <a:tcPr>
                    <a:solidFill>
                      <a:srgbClr val="FF5B00"/>
                    </a:solidFill>
                  </a:tcPr>
                </a:tc>
                <a:tc>
                  <a:txBody>
                    <a:bodyPr/>
                    <a:lstStyle/>
                    <a:p>
                      <a:r>
                        <a:t>Hungary</a:t>
                      </a:r>
                    </a:p>
                  </a:txBody>
                  <a:tcPr>
                    <a:solidFill>
                      <a:srgbClr val="FF5B00"/>
                    </a:solidFill>
                  </a:tcPr>
                </a:tc>
                <a:extLst>
                  <a:ext uri="{0D108BD9-81ED-4DB2-BD59-A6C34878D82A}">
                    <a16:rowId xmlns:a16="http://schemas.microsoft.com/office/drawing/2014/main" val="10008"/>
                  </a:ext>
                </a:extLst>
              </a:tr>
              <a:tr h="293914">
                <a:tc>
                  <a:txBody>
                    <a:bodyPr/>
                    <a:lstStyle/>
                    <a:p>
                      <a:r>
                        <a:t>11</a:t>
                      </a:r>
                    </a:p>
                  </a:txBody>
                  <a:tcPr>
                    <a:solidFill>
                      <a:srgbClr val="FF5B00"/>
                    </a:solidFill>
                  </a:tcPr>
                </a:tc>
                <a:tc>
                  <a:txBody>
                    <a:bodyPr/>
                    <a:lstStyle/>
                    <a:p>
                      <a:r>
                        <a:t>0</a:t>
                      </a:r>
                    </a:p>
                  </a:txBody>
                  <a:tcPr>
                    <a:solidFill>
                      <a:srgbClr val="FF5B00"/>
                    </a:solidFill>
                  </a:tcPr>
                </a:tc>
                <a:tc>
                  <a:txBody>
                    <a:bodyPr/>
                    <a:lstStyle/>
                    <a:p>
                      <a:r>
                        <a:t>2</a:t>
                      </a:r>
                    </a:p>
                  </a:txBody>
                  <a:tcPr>
                    <a:solidFill>
                      <a:srgbClr val="FF5B00"/>
                    </a:solidFill>
                  </a:tcPr>
                </a:tc>
                <a:tc>
                  <a:txBody>
                    <a:bodyPr/>
                    <a:lstStyle/>
                    <a:p>
                      <a:r>
                        <a:t>1</a:t>
                      </a:r>
                    </a:p>
                  </a:txBody>
                  <a:tcPr>
                    <a:solidFill>
                      <a:srgbClr val="FF5B00"/>
                    </a:solidFill>
                  </a:tcPr>
                </a:tc>
                <a:tc>
                  <a:txBody>
                    <a:bodyPr/>
                    <a:lstStyle/>
                    <a:p>
                      <a:r>
                        <a:t>8</a:t>
                      </a:r>
                    </a:p>
                  </a:txBody>
                  <a:tcPr>
                    <a:solidFill>
                      <a:srgbClr val="FF5B00"/>
                    </a:solidFill>
                  </a:tcPr>
                </a:tc>
                <a:tc>
                  <a:txBody>
                    <a:bodyPr/>
                    <a:lstStyle/>
                    <a:p>
                      <a:r>
                        <a:t>0</a:t>
                      </a: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Bahrain</a:t>
                      </a:r>
                    </a:p>
                  </a:txBody>
                  <a:tcPr>
                    <a:solidFill>
                      <a:srgbClr val="13EAC9"/>
                    </a:solidFill>
                  </a:tcPr>
                </a:tc>
                <a:tc>
                  <a:txBody>
                    <a:bodyPr/>
                    <a:lstStyle/>
                    <a:p>
                      <a:r>
                        <a:t>Austria</a:t>
                      </a:r>
                    </a:p>
                  </a:txBody>
                  <a:tcPr>
                    <a:solidFill>
                      <a:srgbClr val="13EAC9"/>
                    </a:solidFill>
                  </a:tcPr>
                </a:tc>
                <a:tc>
                  <a:txBody>
                    <a:bodyPr/>
                    <a:lstStyle/>
                    <a:p>
                      <a:r>
                        <a:t>Silverstone</a:t>
                      </a:r>
                    </a:p>
                  </a:txBody>
                  <a:tcPr>
                    <a:solidFill>
                      <a:srgbClr val="13EAC9"/>
                    </a:solidFill>
                  </a:tcPr>
                </a:tc>
                <a:tc>
                  <a:txBody>
                    <a:bodyPr/>
                    <a:lstStyle/>
                    <a:p>
                      <a:r>
                        <a:t>Hungary</a:t>
                      </a:r>
                    </a:p>
                  </a:txBody>
                  <a:tcPr>
                    <a:solidFill>
                      <a:srgbClr val="13EAC9"/>
                    </a:solidFill>
                  </a:tcPr>
                </a:tc>
                <a:tc>
                  <a:txBody>
                    <a:bodyPr/>
                    <a:lstStyle/>
                    <a:p>
                      <a:r>
                        <a:t>Monza</a:t>
                      </a:r>
                    </a:p>
                  </a:txBody>
                  <a:tcPr>
                    <a:solidFill>
                      <a:srgbClr val="13EAC9"/>
                    </a:solidFill>
                  </a:tcPr>
                </a:tc>
                <a:extLst>
                  <a:ext uri="{0D108BD9-81ED-4DB2-BD59-A6C34878D82A}">
                    <a16:rowId xmlns:a16="http://schemas.microsoft.com/office/drawing/2014/main" val="10010"/>
                  </a:ext>
                </a:extLst>
              </a:tr>
              <a:tr h="293914">
                <a:tc>
                  <a:txBody>
                    <a:bodyPr/>
                    <a:lstStyle/>
                    <a:p>
                      <a:r>
                        <a:t>11</a:t>
                      </a:r>
                    </a:p>
                  </a:txBody>
                  <a:tcPr>
                    <a:solidFill>
                      <a:srgbClr val="13EAC9"/>
                    </a:solidFill>
                  </a:tcPr>
                </a:tc>
                <a:tc>
                  <a:txBody>
                    <a:bodyPr/>
                    <a:lstStyle/>
                    <a:p>
                      <a:r>
                        <a:t>1</a:t>
                      </a:r>
                    </a:p>
                  </a:txBody>
                  <a:tcPr>
                    <a:solidFill>
                      <a:srgbClr val="13EAC9"/>
                    </a:solidFill>
                  </a:tcPr>
                </a:tc>
                <a:tc>
                  <a:txBody>
                    <a:bodyPr/>
                    <a:lstStyle/>
                    <a:p>
                      <a:r>
                        <a:t>2</a:t>
                      </a:r>
                    </a:p>
                  </a:txBody>
                  <a:tcPr>
                    <a:solidFill>
                      <a:srgbClr val="13EAC9"/>
                    </a:solidFill>
                  </a:tcPr>
                </a:tc>
                <a:tc>
                  <a:txBody>
                    <a:bodyPr/>
                    <a:lstStyle/>
                    <a:p>
                      <a:r>
                        <a:t>8</a:t>
                      </a:r>
                    </a:p>
                  </a:txBody>
                  <a:tcPr>
                    <a:solidFill>
                      <a:srgbClr val="13EAC9"/>
                    </a:solidFill>
                  </a:tcPr>
                </a:tc>
                <a:tc>
                  <a:txBody>
                    <a:bodyPr/>
                    <a:lstStyle/>
                    <a:p>
                      <a:r>
                        <a:t>0</a:t>
                      </a: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Bahrain</a:t>
                      </a:r>
                    </a:p>
                  </a:txBody>
                  <a:tcPr>
                    <a:solidFill>
                      <a:srgbClr val="9A0EEA"/>
                    </a:solidFill>
                  </a:tcPr>
                </a:tc>
                <a:tc>
                  <a:txBody>
                    <a:bodyPr/>
                    <a:lstStyle/>
                    <a:p>
                      <a:r>
                        <a:t>Austria</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Las Vegas</a:t>
                      </a:r>
                    </a:p>
                  </a:txBody>
                  <a:tcPr>
                    <a:solidFill>
                      <a:srgbClr val="9A0EEA"/>
                    </a:solidFill>
                  </a:tcPr>
                </a:tc>
                <a:extLst>
                  <a:ext uri="{0D108BD9-81ED-4DB2-BD59-A6C34878D82A}">
                    <a16:rowId xmlns:a16="http://schemas.microsoft.com/office/drawing/2014/main" val="10012"/>
                  </a:ext>
                </a:extLst>
              </a:tr>
              <a:tr h="293918">
                <a:tc>
                  <a:txBody>
                    <a:bodyPr/>
                    <a:lstStyle/>
                    <a:p>
                      <a:r>
                        <a:t>3</a:t>
                      </a:r>
                    </a:p>
                  </a:txBody>
                  <a:tcPr>
                    <a:solidFill>
                      <a:srgbClr val="9A0EEA"/>
                    </a:solidFill>
                  </a:tcPr>
                </a:tc>
                <a:tc>
                  <a:txBody>
                    <a:bodyPr/>
                    <a:lstStyle/>
                    <a:p>
                      <a:r>
                        <a:t>1</a:t>
                      </a:r>
                    </a:p>
                  </a:txBody>
                  <a:tcPr>
                    <a:solidFill>
                      <a:srgbClr val="9A0EEA"/>
                    </a:solidFill>
                  </a:tcPr>
                </a:tc>
                <a:tc>
                  <a:txBody>
                    <a:bodyPr/>
                    <a:lstStyle/>
                    <a:p>
                      <a:r>
                        <a:t>2</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657</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617</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782</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608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666</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544</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Hulk @ Monza</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Saudi Arabia</a:t>
                      </a:r>
                    </a:p>
                  </a:txBody>
                  <a:tcPr>
                    <a:solidFill>
                      <a:srgbClr val="040273"/>
                    </a:solidFill>
                  </a:tcPr>
                </a:tc>
                <a:tc>
                  <a:txBody>
                    <a:bodyPr/>
                    <a:lstStyle/>
                    <a:p>
                      <a:r>
                        <a:t>Canada</a:t>
                      </a:r>
                    </a:p>
                  </a:txBody>
                  <a:tcPr>
                    <a:solidFill>
                      <a:srgbClr val="040273"/>
                    </a:solidFill>
                  </a:tcPr>
                </a:tc>
                <a:tc>
                  <a:txBody>
                    <a:bodyPr/>
                    <a:lstStyle/>
                    <a:p>
                      <a:r>
                        <a:t>Spain</a:t>
                      </a:r>
                    </a:p>
                  </a:txBody>
                  <a:tcPr>
                    <a:solidFill>
                      <a:srgbClr val="040273"/>
                    </a:solidFill>
                  </a:tcPr>
                </a:tc>
                <a:tc>
                  <a:txBody>
                    <a:bodyPr/>
                    <a:lstStyle/>
                    <a:p>
                      <a:r>
                        <a:t>Singapore</a:t>
                      </a:r>
                    </a:p>
                  </a:txBody>
                  <a:tcPr>
                    <a:solidFill>
                      <a:srgbClr val="040273"/>
                    </a:solidFill>
                  </a:tcPr>
                </a:tc>
                <a:tc>
                  <a:txBody>
                    <a:bodyPr/>
                    <a:lstStyle/>
                    <a:p>
                      <a:r>
                        <a:t>Brazil</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China</a:t>
                      </a:r>
                    </a:p>
                  </a:txBody>
                  <a:tcPr>
                    <a:solidFill>
                      <a:srgbClr val="E8002D"/>
                    </a:solidFill>
                  </a:tcPr>
                </a:tc>
                <a:tc>
                  <a:txBody>
                    <a:bodyPr/>
                    <a:lstStyle/>
                    <a:p>
                      <a:r>
                        <a:t>Canada</a:t>
                      </a:r>
                    </a:p>
                  </a:txBody>
                  <a:tcPr>
                    <a:solidFill>
                      <a:srgbClr val="E8002D"/>
                    </a:solidFill>
                  </a:tcPr>
                </a:tc>
                <a:tc>
                  <a:txBody>
                    <a:bodyPr/>
                    <a:lstStyle/>
                    <a:p>
                      <a:r>
                        <a:t>COTA</a:t>
                      </a:r>
                    </a:p>
                  </a:txBody>
                  <a:tcPr>
                    <a:solidFill>
                      <a:srgbClr val="E8002D"/>
                    </a:solidFill>
                  </a:tcPr>
                </a:tc>
                <a:tc>
                  <a:txBody>
                    <a:bodyPr/>
                    <a:lstStyle/>
                    <a:p>
                      <a:r>
                        <a:t>Abu Dhabi</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r>
                        <a:t>0</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Las Vegas</a:t>
                      </a:r>
                    </a:p>
                  </a:txBody>
                  <a:tcPr>
                    <a:solidFill>
                      <a:srgbClr val="FAC205"/>
                    </a:solidFill>
                  </a:tcPr>
                </a:tc>
                <a:tc>
                  <a:txBody>
                    <a:bodyPr/>
                    <a:lstStyle/>
                    <a:p>
                      <a:r>
                        <a:t>Qatar</a:t>
                      </a:r>
                    </a:p>
                  </a:txBody>
                  <a:tcPr>
                    <a:solidFill>
                      <a:srgbClr val="FAC205"/>
                    </a:solidFill>
                  </a:tcPr>
                </a:tc>
                <a:extLst>
                  <a:ext uri="{0D108BD9-81ED-4DB2-BD59-A6C34878D82A}">
                    <a16:rowId xmlns:a16="http://schemas.microsoft.com/office/drawing/2014/main" val="10004"/>
                  </a:ext>
                </a:extLst>
              </a:tr>
              <a:tr h="293914">
                <a:tc>
                  <a:txBody>
                    <a:bodyPr/>
                    <a:lstStyle/>
                    <a:p>
                      <a:r>
                        <a:t>2</a:t>
                      </a:r>
                    </a:p>
                  </a:txBody>
                  <a:tcPr>
                    <a:solidFill>
                      <a:srgbClr val="FAC205"/>
                    </a:solidFill>
                  </a:tcPr>
                </a:tc>
                <a:tc>
                  <a:txBody>
                    <a:bodyPr/>
                    <a:lstStyle/>
                    <a:p>
                      <a:r>
                        <a:t>1</a:t>
                      </a:r>
                    </a:p>
                  </a:txBody>
                  <a:tcPr>
                    <a:solidFill>
                      <a:srgbClr val="FAC205"/>
                    </a:solidFill>
                  </a:tcPr>
                </a:tc>
                <a:tc>
                  <a:txBody>
                    <a:bodyPr/>
                    <a:lstStyle/>
                    <a:p>
                      <a:r>
                        <a:t>1</a:t>
                      </a:r>
                    </a:p>
                  </a:txBody>
                  <a:tcPr>
                    <a:solidFill>
                      <a:srgbClr val="FAC205"/>
                    </a:solidFill>
                  </a:tcPr>
                </a:tc>
                <a:tc>
                  <a:txBody>
                    <a:bodyPr/>
                    <a:lstStyle/>
                    <a:p>
                      <a:r>
                        <a:t>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Spain</a:t>
                      </a:r>
                    </a:p>
                  </a:txBody>
                  <a:tcPr>
                    <a:solidFill>
                      <a:srgbClr val="028F1E"/>
                    </a:solidFill>
                  </a:tcPr>
                </a:tc>
                <a:tc>
                  <a:txBody>
                    <a:bodyPr/>
                    <a:lstStyle/>
                    <a:p>
                      <a:r>
                        <a:t>Austria</a:t>
                      </a:r>
                    </a:p>
                  </a:txBody>
                  <a:tcPr>
                    <a:solidFill>
                      <a:srgbClr val="028F1E"/>
                    </a:solidFill>
                  </a:tcPr>
                </a:tc>
                <a:tc>
                  <a:txBody>
                    <a:bodyPr/>
                    <a:lstStyle/>
                    <a:p>
                      <a:r>
                        <a:t>Hungary</a:t>
                      </a:r>
                    </a:p>
                  </a:txBody>
                  <a:tcPr>
                    <a:solidFill>
                      <a:srgbClr val="028F1E"/>
                    </a:solidFill>
                  </a:tcPr>
                </a:tc>
                <a:tc>
                  <a:txBody>
                    <a:bodyPr/>
                    <a:lstStyle/>
                    <a:p>
                      <a:r>
                        <a:t>Singapore</a:t>
                      </a:r>
                    </a:p>
                  </a:txBody>
                  <a:tcPr>
                    <a:solidFill>
                      <a:srgbClr val="028F1E"/>
                    </a:solidFill>
                  </a:tcPr>
                </a:tc>
                <a:tc>
                  <a:txBody>
                    <a:bodyPr/>
                    <a:lstStyle/>
                    <a:p>
                      <a:r>
                        <a:t>Abu Dhabi</a:t>
                      </a:r>
                    </a:p>
                  </a:txBody>
                  <a:tcPr>
                    <a:solidFill>
                      <a:srgbClr val="028F1E"/>
                    </a:solidFill>
                  </a:tcPr>
                </a:tc>
                <a:extLst>
                  <a:ext uri="{0D108BD9-81ED-4DB2-BD59-A6C34878D82A}">
                    <a16:rowId xmlns:a16="http://schemas.microsoft.com/office/drawing/2014/main" val="10006"/>
                  </a:ext>
                </a:extLst>
              </a:tr>
              <a:tr h="293914">
                <a:tc>
                  <a:txBody>
                    <a:bodyPr/>
                    <a:lstStyle/>
                    <a:p>
                      <a:r>
                        <a:t>2</a:t>
                      </a:r>
                    </a:p>
                  </a:txBody>
                  <a:tcPr>
                    <a:solidFill>
                      <a:srgbClr val="028F1E"/>
                    </a:solidFill>
                  </a:tcPr>
                </a:tc>
                <a:tc>
                  <a:txBody>
                    <a:bodyPr/>
                    <a:lstStyle/>
                    <a:p>
                      <a:r>
                        <a:t>0</a:t>
                      </a:r>
                    </a:p>
                  </a:txBody>
                  <a:tcPr>
                    <a:solidFill>
                      <a:srgbClr val="028F1E"/>
                    </a:solidFill>
                  </a:tcPr>
                </a:tc>
                <a:tc>
                  <a:txBody>
                    <a:bodyPr/>
                    <a:lstStyle/>
                    <a:p>
                      <a:r>
                        <a:t>2</a:t>
                      </a:r>
                    </a:p>
                  </a:txBody>
                  <a:tcPr>
                    <a:solidFill>
                      <a:srgbClr val="028F1E"/>
                    </a:solidFill>
                  </a:tcPr>
                </a:tc>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Australia</a:t>
                      </a:r>
                    </a:p>
                  </a:txBody>
                  <a:tcPr>
                    <a:solidFill>
                      <a:srgbClr val="FF5B00"/>
                    </a:solidFill>
                  </a:tcPr>
                </a:tc>
                <a:tc>
                  <a:txBody>
                    <a:bodyPr/>
                    <a:lstStyle/>
                    <a:p>
                      <a:r>
                        <a:t>Miami</a:t>
                      </a:r>
                    </a:p>
                  </a:txBody>
                  <a:tcPr>
                    <a:solidFill>
                      <a:srgbClr val="FF5B00"/>
                    </a:solidFill>
                  </a:tcPr>
                </a:tc>
                <a:tc>
                  <a:txBody>
                    <a:bodyPr/>
                    <a:lstStyle/>
                    <a:p>
                      <a:r>
                        <a:t>Imola</a:t>
                      </a:r>
                    </a:p>
                  </a:txBody>
                  <a:tcPr>
                    <a:solidFill>
                      <a:srgbClr val="FF5B00"/>
                    </a:solidFill>
                  </a:tcPr>
                </a:tc>
                <a:tc>
                  <a:txBody>
                    <a:bodyPr/>
                    <a:lstStyle/>
                    <a:p>
                      <a:r>
                        <a:t>Silverstone</a:t>
                      </a:r>
                    </a:p>
                  </a:txBody>
                  <a:tcPr>
                    <a:solidFill>
                      <a:srgbClr val="FF5B00"/>
                    </a:solidFill>
                  </a:tcPr>
                </a:tc>
                <a:tc>
                  <a:txBody>
                    <a:bodyPr/>
                    <a:lstStyle/>
                    <a:p>
                      <a:r>
                        <a:t>Hungary</a:t>
                      </a:r>
                    </a:p>
                  </a:txBody>
                  <a:tcPr>
                    <a:solidFill>
                      <a:srgbClr val="FF5B00"/>
                    </a:solidFill>
                  </a:tcPr>
                </a:tc>
                <a:extLst>
                  <a:ext uri="{0D108BD9-81ED-4DB2-BD59-A6C34878D82A}">
                    <a16:rowId xmlns:a16="http://schemas.microsoft.com/office/drawing/2014/main" val="10008"/>
                  </a:ext>
                </a:extLst>
              </a:tr>
              <a:tr h="293914">
                <a:tc>
                  <a:txBody>
                    <a:bodyPr/>
                    <a:lstStyle/>
                    <a:p>
                      <a:r>
                        <a:t>11</a:t>
                      </a:r>
                    </a:p>
                  </a:txBody>
                  <a:tcPr>
                    <a:solidFill>
                      <a:srgbClr val="FF5B00"/>
                    </a:solidFill>
                  </a:tcPr>
                </a:tc>
                <a:tc>
                  <a:txBody>
                    <a:bodyPr/>
                    <a:lstStyle/>
                    <a:p>
                      <a:r>
                        <a:t>0</a:t>
                      </a:r>
                    </a:p>
                  </a:txBody>
                  <a:tcPr>
                    <a:solidFill>
                      <a:srgbClr val="FF5B00"/>
                    </a:solidFill>
                  </a:tcPr>
                </a:tc>
                <a:tc>
                  <a:txBody>
                    <a:bodyPr/>
                    <a:lstStyle/>
                    <a:p>
                      <a:r>
                        <a:t>2</a:t>
                      </a:r>
                    </a:p>
                  </a:txBody>
                  <a:tcPr>
                    <a:solidFill>
                      <a:srgbClr val="FF5B00"/>
                    </a:solidFill>
                  </a:tcPr>
                </a:tc>
                <a:tc>
                  <a:txBody>
                    <a:bodyPr/>
                    <a:lstStyle/>
                    <a:p>
                      <a:r>
                        <a:t>1</a:t>
                      </a:r>
                    </a:p>
                  </a:txBody>
                  <a:tcPr>
                    <a:solidFill>
                      <a:srgbClr val="FF5B00"/>
                    </a:solidFill>
                  </a:tcPr>
                </a:tc>
                <a:tc>
                  <a:txBody>
                    <a:bodyPr/>
                    <a:lstStyle/>
                    <a:p>
                      <a:r>
                        <a:t>8</a:t>
                      </a:r>
                    </a:p>
                  </a:txBody>
                  <a:tcPr>
                    <a:solidFill>
                      <a:srgbClr val="FF5B00"/>
                    </a:solidFill>
                  </a:tcPr>
                </a:tc>
                <a:tc>
                  <a:txBody>
                    <a:bodyPr/>
                    <a:lstStyle/>
                    <a:p>
                      <a:r>
                        <a:t>0</a:t>
                      </a: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Bahrain</a:t>
                      </a:r>
                    </a:p>
                  </a:txBody>
                  <a:tcPr>
                    <a:solidFill>
                      <a:srgbClr val="13EAC9"/>
                    </a:solidFill>
                  </a:tcPr>
                </a:tc>
                <a:tc>
                  <a:txBody>
                    <a:bodyPr/>
                    <a:lstStyle/>
                    <a:p>
                      <a:r>
                        <a:t>Austria</a:t>
                      </a:r>
                    </a:p>
                  </a:txBody>
                  <a:tcPr>
                    <a:solidFill>
                      <a:srgbClr val="13EAC9"/>
                    </a:solidFill>
                  </a:tcPr>
                </a:tc>
                <a:tc>
                  <a:txBody>
                    <a:bodyPr/>
                    <a:lstStyle/>
                    <a:p>
                      <a:r>
                        <a:t>Silverstone</a:t>
                      </a:r>
                    </a:p>
                  </a:txBody>
                  <a:tcPr>
                    <a:solidFill>
                      <a:srgbClr val="13EAC9"/>
                    </a:solidFill>
                  </a:tcPr>
                </a:tc>
                <a:tc>
                  <a:txBody>
                    <a:bodyPr/>
                    <a:lstStyle/>
                    <a:p>
                      <a:r>
                        <a:t>Hungary</a:t>
                      </a:r>
                    </a:p>
                  </a:txBody>
                  <a:tcPr>
                    <a:solidFill>
                      <a:srgbClr val="13EAC9"/>
                    </a:solidFill>
                  </a:tcPr>
                </a:tc>
                <a:tc>
                  <a:txBody>
                    <a:bodyPr/>
                    <a:lstStyle/>
                    <a:p>
                      <a:r>
                        <a:t>Monza</a:t>
                      </a:r>
                    </a:p>
                  </a:txBody>
                  <a:tcPr>
                    <a:solidFill>
                      <a:srgbClr val="13EAC9"/>
                    </a:solidFill>
                  </a:tcPr>
                </a:tc>
                <a:extLst>
                  <a:ext uri="{0D108BD9-81ED-4DB2-BD59-A6C34878D82A}">
                    <a16:rowId xmlns:a16="http://schemas.microsoft.com/office/drawing/2014/main" val="10010"/>
                  </a:ext>
                </a:extLst>
              </a:tr>
              <a:tr h="293914">
                <a:tc>
                  <a:txBody>
                    <a:bodyPr/>
                    <a:lstStyle/>
                    <a:p>
                      <a:r>
                        <a:t>12</a:t>
                      </a:r>
                    </a:p>
                  </a:txBody>
                  <a:tcPr>
                    <a:solidFill>
                      <a:srgbClr val="13EAC9"/>
                    </a:solidFill>
                  </a:tcPr>
                </a:tc>
                <a:tc>
                  <a:txBody>
                    <a:bodyPr/>
                    <a:lstStyle/>
                    <a:p>
                      <a:r>
                        <a:t>1</a:t>
                      </a:r>
                    </a:p>
                  </a:txBody>
                  <a:tcPr>
                    <a:solidFill>
                      <a:srgbClr val="13EAC9"/>
                    </a:solidFill>
                  </a:tcPr>
                </a:tc>
                <a:tc>
                  <a:txBody>
                    <a:bodyPr/>
                    <a:lstStyle/>
                    <a:p>
                      <a:r>
                        <a:t>2</a:t>
                      </a:r>
                    </a:p>
                  </a:txBody>
                  <a:tcPr>
                    <a:solidFill>
                      <a:srgbClr val="13EAC9"/>
                    </a:solidFill>
                  </a:tcPr>
                </a:tc>
                <a:tc>
                  <a:txBody>
                    <a:bodyPr/>
                    <a:lstStyle/>
                    <a:p>
                      <a:r>
                        <a:t>8</a:t>
                      </a:r>
                    </a:p>
                  </a:txBody>
                  <a:tcPr>
                    <a:solidFill>
                      <a:srgbClr val="13EAC9"/>
                    </a:solidFill>
                  </a:tcPr>
                </a:tc>
                <a:tc>
                  <a:txBody>
                    <a:bodyPr/>
                    <a:lstStyle/>
                    <a:p>
                      <a:r>
                        <a:t>0</a:t>
                      </a:r>
                    </a:p>
                  </a:txBody>
                  <a:tcPr>
                    <a:solidFill>
                      <a:srgbClr val="13EAC9"/>
                    </a:solidFill>
                  </a:tcPr>
                </a:tc>
                <a:tc>
                  <a:txBody>
                    <a:bodyPr/>
                    <a:lstStyle/>
                    <a:p>
                      <a:r>
                        <a:t>1</a:t>
                      </a: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Bahrain</a:t>
                      </a:r>
                    </a:p>
                  </a:txBody>
                  <a:tcPr>
                    <a:solidFill>
                      <a:srgbClr val="9A0EEA"/>
                    </a:solidFill>
                  </a:tcPr>
                </a:tc>
                <a:tc>
                  <a:txBody>
                    <a:bodyPr/>
                    <a:lstStyle/>
                    <a:p>
                      <a:r>
                        <a:t>Austria</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Las Vegas</a:t>
                      </a:r>
                    </a:p>
                  </a:txBody>
                  <a:tcPr>
                    <a:solidFill>
                      <a:srgbClr val="9A0EEA"/>
                    </a:solidFill>
                  </a:tcPr>
                </a:tc>
                <a:extLst>
                  <a:ext uri="{0D108BD9-81ED-4DB2-BD59-A6C34878D82A}">
                    <a16:rowId xmlns:a16="http://schemas.microsoft.com/office/drawing/2014/main" val="10012"/>
                  </a:ext>
                </a:extLst>
              </a:tr>
              <a:tr h="293918">
                <a:tc>
                  <a:txBody>
                    <a:bodyPr/>
                    <a:lstStyle/>
                    <a:p>
                      <a:r>
                        <a:t>4</a:t>
                      </a:r>
                    </a:p>
                  </a:txBody>
                  <a:tcPr>
                    <a:solidFill>
                      <a:srgbClr val="9A0EEA"/>
                    </a:solidFill>
                  </a:tcPr>
                </a:tc>
                <a:tc>
                  <a:txBody>
                    <a:bodyPr/>
                    <a:lstStyle/>
                    <a:p>
                      <a:r>
                        <a:t>1</a:t>
                      </a:r>
                    </a:p>
                  </a:txBody>
                  <a:tcPr>
                    <a:solidFill>
                      <a:srgbClr val="9A0EEA"/>
                    </a:solidFill>
                  </a:tcPr>
                </a:tc>
                <a:tc>
                  <a:txBody>
                    <a:bodyPr/>
                    <a:lstStyle/>
                    <a:p>
                      <a:r>
                        <a:t>2</a:t>
                      </a:r>
                    </a:p>
                  </a:txBody>
                  <a:tcPr>
                    <a:solidFill>
                      <a:srgbClr val="9A0EEA"/>
                    </a:solidFill>
                  </a:tcPr>
                </a:tc>
                <a:tc>
                  <a:txBody>
                    <a:bodyPr/>
                    <a:lstStyle/>
                    <a:p>
                      <a:r>
                        <a:t>1</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621</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657</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617</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782</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608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667</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545</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Hulk @ Singapore</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Saudi Arabia</a:t>
                      </a:r>
                    </a:p>
                  </a:txBody>
                  <a:tcPr>
                    <a:solidFill>
                      <a:srgbClr val="040273"/>
                    </a:solidFill>
                  </a:tcPr>
                </a:tc>
                <a:tc>
                  <a:txBody>
                    <a:bodyPr/>
                    <a:lstStyle/>
                    <a:p>
                      <a:r>
                        <a:t>Canada</a:t>
                      </a:r>
                    </a:p>
                  </a:txBody>
                  <a:tcPr>
                    <a:solidFill>
                      <a:srgbClr val="040273"/>
                    </a:solidFill>
                  </a:tcPr>
                </a:tc>
                <a:tc>
                  <a:txBody>
                    <a:bodyPr/>
                    <a:lstStyle/>
                    <a:p>
                      <a:r>
                        <a:t>Spain</a:t>
                      </a:r>
                    </a:p>
                  </a:txBody>
                  <a:tcPr>
                    <a:solidFill>
                      <a:srgbClr val="040273"/>
                    </a:solidFill>
                  </a:tcPr>
                </a:tc>
                <a:tc>
                  <a:txBody>
                    <a:bodyPr/>
                    <a:lstStyle/>
                    <a:p>
                      <a:r>
                        <a:t>Singapore</a:t>
                      </a:r>
                    </a:p>
                  </a:txBody>
                  <a:tcPr>
                    <a:solidFill>
                      <a:srgbClr val="040273"/>
                    </a:solidFill>
                  </a:tcPr>
                </a:tc>
                <a:tc>
                  <a:txBody>
                    <a:bodyPr/>
                    <a:lstStyle/>
                    <a:p>
                      <a:r>
                        <a:t>Brazil</a:t>
                      </a:r>
                    </a:p>
                  </a:txBody>
                  <a:tcPr>
                    <a:solidFill>
                      <a:srgbClr val="040273"/>
                    </a:solidFill>
                  </a:tcPr>
                </a:tc>
                <a:extLst>
                  <a:ext uri="{0D108BD9-81ED-4DB2-BD59-A6C34878D82A}">
                    <a16:rowId xmlns:a16="http://schemas.microsoft.com/office/drawing/2014/main" val="10000"/>
                  </a:ext>
                </a:extLst>
              </a:tr>
              <a:tr h="293914">
                <a:tc>
                  <a:txBody>
                    <a:bodyPr/>
                    <a:lstStyle/>
                    <a:p>
                      <a:r>
                        <a:t>8</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8</a:t>
                      </a: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China</a:t>
                      </a:r>
                    </a:p>
                  </a:txBody>
                  <a:tcPr>
                    <a:solidFill>
                      <a:srgbClr val="E8002D"/>
                    </a:solidFill>
                  </a:tcPr>
                </a:tc>
                <a:tc>
                  <a:txBody>
                    <a:bodyPr/>
                    <a:lstStyle/>
                    <a:p>
                      <a:r>
                        <a:t>Canada</a:t>
                      </a:r>
                    </a:p>
                  </a:txBody>
                  <a:tcPr>
                    <a:solidFill>
                      <a:srgbClr val="E8002D"/>
                    </a:solidFill>
                  </a:tcPr>
                </a:tc>
                <a:tc>
                  <a:txBody>
                    <a:bodyPr/>
                    <a:lstStyle/>
                    <a:p>
                      <a:r>
                        <a:t>COTA</a:t>
                      </a:r>
                    </a:p>
                  </a:txBody>
                  <a:tcPr>
                    <a:solidFill>
                      <a:srgbClr val="E8002D"/>
                    </a:solidFill>
                  </a:tcPr>
                </a:tc>
                <a:tc>
                  <a:txBody>
                    <a:bodyPr/>
                    <a:lstStyle/>
                    <a:p>
                      <a:r>
                        <a:t>Abu Dhabi</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r>
                        <a:t>0</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Las Vegas</a:t>
                      </a:r>
                    </a:p>
                  </a:txBody>
                  <a:tcPr>
                    <a:solidFill>
                      <a:srgbClr val="FAC205"/>
                    </a:solidFill>
                  </a:tcPr>
                </a:tc>
                <a:tc>
                  <a:txBody>
                    <a:bodyPr/>
                    <a:lstStyle/>
                    <a:p>
                      <a:r>
                        <a:t>Qatar</a:t>
                      </a:r>
                    </a:p>
                  </a:txBody>
                  <a:tcPr>
                    <a:solidFill>
                      <a:srgbClr val="FAC205"/>
                    </a:solidFill>
                  </a:tcPr>
                </a:tc>
                <a:extLst>
                  <a:ext uri="{0D108BD9-81ED-4DB2-BD59-A6C34878D82A}">
                    <a16:rowId xmlns:a16="http://schemas.microsoft.com/office/drawing/2014/main" val="10004"/>
                  </a:ext>
                </a:extLst>
              </a:tr>
              <a:tr h="293914">
                <a:tc>
                  <a:txBody>
                    <a:bodyPr/>
                    <a:lstStyle/>
                    <a:p>
                      <a:r>
                        <a:t>2</a:t>
                      </a:r>
                    </a:p>
                  </a:txBody>
                  <a:tcPr>
                    <a:solidFill>
                      <a:srgbClr val="FAC205"/>
                    </a:solidFill>
                  </a:tcPr>
                </a:tc>
                <a:tc>
                  <a:txBody>
                    <a:bodyPr/>
                    <a:lstStyle/>
                    <a:p>
                      <a:r>
                        <a:t>1</a:t>
                      </a:r>
                    </a:p>
                  </a:txBody>
                  <a:tcPr>
                    <a:solidFill>
                      <a:srgbClr val="FAC205"/>
                    </a:solidFill>
                  </a:tcPr>
                </a:tc>
                <a:tc>
                  <a:txBody>
                    <a:bodyPr/>
                    <a:lstStyle/>
                    <a:p>
                      <a:r>
                        <a:t>1</a:t>
                      </a:r>
                    </a:p>
                  </a:txBody>
                  <a:tcPr>
                    <a:solidFill>
                      <a:srgbClr val="FAC205"/>
                    </a:solidFill>
                  </a:tcPr>
                </a:tc>
                <a:tc>
                  <a:txBody>
                    <a:bodyPr/>
                    <a:lstStyle/>
                    <a:p>
                      <a:r>
                        <a:t>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Spain</a:t>
                      </a:r>
                    </a:p>
                  </a:txBody>
                  <a:tcPr>
                    <a:solidFill>
                      <a:srgbClr val="028F1E"/>
                    </a:solidFill>
                  </a:tcPr>
                </a:tc>
                <a:tc>
                  <a:txBody>
                    <a:bodyPr/>
                    <a:lstStyle/>
                    <a:p>
                      <a:r>
                        <a:t>Austria</a:t>
                      </a:r>
                    </a:p>
                  </a:txBody>
                  <a:tcPr>
                    <a:solidFill>
                      <a:srgbClr val="028F1E"/>
                    </a:solidFill>
                  </a:tcPr>
                </a:tc>
                <a:tc>
                  <a:txBody>
                    <a:bodyPr/>
                    <a:lstStyle/>
                    <a:p>
                      <a:r>
                        <a:t>Hungary</a:t>
                      </a:r>
                    </a:p>
                  </a:txBody>
                  <a:tcPr>
                    <a:solidFill>
                      <a:srgbClr val="028F1E"/>
                    </a:solidFill>
                  </a:tcPr>
                </a:tc>
                <a:tc>
                  <a:txBody>
                    <a:bodyPr/>
                    <a:lstStyle/>
                    <a:p>
                      <a:r>
                        <a:t>Singapore</a:t>
                      </a:r>
                    </a:p>
                  </a:txBody>
                  <a:tcPr>
                    <a:solidFill>
                      <a:srgbClr val="028F1E"/>
                    </a:solidFill>
                  </a:tcPr>
                </a:tc>
                <a:tc>
                  <a:txBody>
                    <a:bodyPr/>
                    <a:lstStyle/>
                    <a:p>
                      <a:r>
                        <a:t>Abu Dhabi</a:t>
                      </a:r>
                    </a:p>
                  </a:txBody>
                  <a:tcPr>
                    <a:solidFill>
                      <a:srgbClr val="028F1E"/>
                    </a:solidFill>
                  </a:tcPr>
                </a:tc>
                <a:extLst>
                  <a:ext uri="{0D108BD9-81ED-4DB2-BD59-A6C34878D82A}">
                    <a16:rowId xmlns:a16="http://schemas.microsoft.com/office/drawing/2014/main" val="10006"/>
                  </a:ext>
                </a:extLst>
              </a:tr>
              <a:tr h="293914">
                <a:tc>
                  <a:txBody>
                    <a:bodyPr/>
                    <a:lstStyle/>
                    <a:p>
                      <a:r>
                        <a:t>10</a:t>
                      </a:r>
                    </a:p>
                  </a:txBody>
                  <a:tcPr>
                    <a:solidFill>
                      <a:srgbClr val="028F1E"/>
                    </a:solidFill>
                  </a:tcPr>
                </a:tc>
                <a:tc>
                  <a:txBody>
                    <a:bodyPr/>
                    <a:lstStyle/>
                    <a:p>
                      <a:r>
                        <a:t>0</a:t>
                      </a:r>
                    </a:p>
                  </a:txBody>
                  <a:tcPr>
                    <a:solidFill>
                      <a:srgbClr val="028F1E"/>
                    </a:solidFill>
                  </a:tcPr>
                </a:tc>
                <a:tc>
                  <a:txBody>
                    <a:bodyPr/>
                    <a:lstStyle/>
                    <a:p>
                      <a:r>
                        <a:t>2</a:t>
                      </a:r>
                    </a:p>
                  </a:txBody>
                  <a:tcPr>
                    <a:solidFill>
                      <a:srgbClr val="028F1E"/>
                    </a:solidFill>
                  </a:tcPr>
                </a:tc>
                <a:tc>
                  <a:txBody>
                    <a:bodyPr/>
                    <a:lstStyle/>
                    <a:p>
                      <a:r>
                        <a:t>0</a:t>
                      </a:r>
                    </a:p>
                  </a:txBody>
                  <a:tcPr>
                    <a:solidFill>
                      <a:srgbClr val="028F1E"/>
                    </a:solidFill>
                  </a:tcPr>
                </a:tc>
                <a:tc>
                  <a:txBody>
                    <a:bodyPr/>
                    <a:lstStyle/>
                    <a:p>
                      <a:r>
                        <a:t>8</a:t>
                      </a: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Australia</a:t>
                      </a:r>
                    </a:p>
                  </a:txBody>
                  <a:tcPr>
                    <a:solidFill>
                      <a:srgbClr val="FF5B00"/>
                    </a:solidFill>
                  </a:tcPr>
                </a:tc>
                <a:tc>
                  <a:txBody>
                    <a:bodyPr/>
                    <a:lstStyle/>
                    <a:p>
                      <a:r>
                        <a:t>Miami</a:t>
                      </a:r>
                    </a:p>
                  </a:txBody>
                  <a:tcPr>
                    <a:solidFill>
                      <a:srgbClr val="FF5B00"/>
                    </a:solidFill>
                  </a:tcPr>
                </a:tc>
                <a:tc>
                  <a:txBody>
                    <a:bodyPr/>
                    <a:lstStyle/>
                    <a:p>
                      <a:r>
                        <a:t>Imola</a:t>
                      </a:r>
                    </a:p>
                  </a:txBody>
                  <a:tcPr>
                    <a:solidFill>
                      <a:srgbClr val="FF5B00"/>
                    </a:solidFill>
                  </a:tcPr>
                </a:tc>
                <a:tc>
                  <a:txBody>
                    <a:bodyPr/>
                    <a:lstStyle/>
                    <a:p>
                      <a:r>
                        <a:t>Silverstone</a:t>
                      </a:r>
                    </a:p>
                  </a:txBody>
                  <a:tcPr>
                    <a:solidFill>
                      <a:srgbClr val="FF5B00"/>
                    </a:solidFill>
                  </a:tcPr>
                </a:tc>
                <a:tc>
                  <a:txBody>
                    <a:bodyPr/>
                    <a:lstStyle/>
                    <a:p>
                      <a:r>
                        <a:t>Hungary</a:t>
                      </a:r>
                    </a:p>
                  </a:txBody>
                  <a:tcPr>
                    <a:solidFill>
                      <a:srgbClr val="FF5B00"/>
                    </a:solidFill>
                  </a:tcPr>
                </a:tc>
                <a:extLst>
                  <a:ext uri="{0D108BD9-81ED-4DB2-BD59-A6C34878D82A}">
                    <a16:rowId xmlns:a16="http://schemas.microsoft.com/office/drawing/2014/main" val="10008"/>
                  </a:ext>
                </a:extLst>
              </a:tr>
              <a:tr h="293914">
                <a:tc>
                  <a:txBody>
                    <a:bodyPr/>
                    <a:lstStyle/>
                    <a:p>
                      <a:r>
                        <a:t>11</a:t>
                      </a:r>
                    </a:p>
                  </a:txBody>
                  <a:tcPr>
                    <a:solidFill>
                      <a:srgbClr val="FF5B00"/>
                    </a:solidFill>
                  </a:tcPr>
                </a:tc>
                <a:tc>
                  <a:txBody>
                    <a:bodyPr/>
                    <a:lstStyle/>
                    <a:p>
                      <a:r>
                        <a:t>0</a:t>
                      </a:r>
                    </a:p>
                  </a:txBody>
                  <a:tcPr>
                    <a:solidFill>
                      <a:srgbClr val="FF5B00"/>
                    </a:solidFill>
                  </a:tcPr>
                </a:tc>
                <a:tc>
                  <a:txBody>
                    <a:bodyPr/>
                    <a:lstStyle/>
                    <a:p>
                      <a:r>
                        <a:t>2</a:t>
                      </a:r>
                    </a:p>
                  </a:txBody>
                  <a:tcPr>
                    <a:solidFill>
                      <a:srgbClr val="FF5B00"/>
                    </a:solidFill>
                  </a:tcPr>
                </a:tc>
                <a:tc>
                  <a:txBody>
                    <a:bodyPr/>
                    <a:lstStyle/>
                    <a:p>
                      <a:r>
                        <a:t>1</a:t>
                      </a:r>
                    </a:p>
                  </a:txBody>
                  <a:tcPr>
                    <a:solidFill>
                      <a:srgbClr val="FF5B00"/>
                    </a:solidFill>
                  </a:tcPr>
                </a:tc>
                <a:tc>
                  <a:txBody>
                    <a:bodyPr/>
                    <a:lstStyle/>
                    <a:p>
                      <a:r>
                        <a:t>8</a:t>
                      </a:r>
                    </a:p>
                  </a:txBody>
                  <a:tcPr>
                    <a:solidFill>
                      <a:srgbClr val="FF5B00"/>
                    </a:solidFill>
                  </a:tcPr>
                </a:tc>
                <a:tc>
                  <a:txBody>
                    <a:bodyPr/>
                    <a:lstStyle/>
                    <a:p>
                      <a:r>
                        <a:t>0</a:t>
                      </a: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Bahrain</a:t>
                      </a:r>
                    </a:p>
                  </a:txBody>
                  <a:tcPr>
                    <a:solidFill>
                      <a:srgbClr val="13EAC9"/>
                    </a:solidFill>
                  </a:tcPr>
                </a:tc>
                <a:tc>
                  <a:txBody>
                    <a:bodyPr/>
                    <a:lstStyle/>
                    <a:p>
                      <a:r>
                        <a:t>Austria</a:t>
                      </a:r>
                    </a:p>
                  </a:txBody>
                  <a:tcPr>
                    <a:solidFill>
                      <a:srgbClr val="13EAC9"/>
                    </a:solidFill>
                  </a:tcPr>
                </a:tc>
                <a:tc>
                  <a:txBody>
                    <a:bodyPr/>
                    <a:lstStyle/>
                    <a:p>
                      <a:r>
                        <a:t>Silverstone</a:t>
                      </a:r>
                    </a:p>
                  </a:txBody>
                  <a:tcPr>
                    <a:solidFill>
                      <a:srgbClr val="13EAC9"/>
                    </a:solidFill>
                  </a:tcPr>
                </a:tc>
                <a:tc>
                  <a:txBody>
                    <a:bodyPr/>
                    <a:lstStyle/>
                    <a:p>
                      <a:r>
                        <a:t>Hungary</a:t>
                      </a:r>
                    </a:p>
                  </a:txBody>
                  <a:tcPr>
                    <a:solidFill>
                      <a:srgbClr val="13EAC9"/>
                    </a:solidFill>
                  </a:tcPr>
                </a:tc>
                <a:tc>
                  <a:txBody>
                    <a:bodyPr/>
                    <a:lstStyle/>
                    <a:p>
                      <a:r>
                        <a:t>Monza</a:t>
                      </a:r>
                    </a:p>
                  </a:txBody>
                  <a:tcPr>
                    <a:solidFill>
                      <a:srgbClr val="13EAC9"/>
                    </a:solidFill>
                  </a:tcPr>
                </a:tc>
                <a:extLst>
                  <a:ext uri="{0D108BD9-81ED-4DB2-BD59-A6C34878D82A}">
                    <a16:rowId xmlns:a16="http://schemas.microsoft.com/office/drawing/2014/main" val="10010"/>
                  </a:ext>
                </a:extLst>
              </a:tr>
              <a:tr h="293914">
                <a:tc>
                  <a:txBody>
                    <a:bodyPr/>
                    <a:lstStyle/>
                    <a:p>
                      <a:r>
                        <a:t>12</a:t>
                      </a:r>
                    </a:p>
                  </a:txBody>
                  <a:tcPr>
                    <a:solidFill>
                      <a:srgbClr val="13EAC9"/>
                    </a:solidFill>
                  </a:tcPr>
                </a:tc>
                <a:tc>
                  <a:txBody>
                    <a:bodyPr/>
                    <a:lstStyle/>
                    <a:p>
                      <a:r>
                        <a:t>1</a:t>
                      </a:r>
                    </a:p>
                  </a:txBody>
                  <a:tcPr>
                    <a:solidFill>
                      <a:srgbClr val="13EAC9"/>
                    </a:solidFill>
                  </a:tcPr>
                </a:tc>
                <a:tc>
                  <a:txBody>
                    <a:bodyPr/>
                    <a:lstStyle/>
                    <a:p>
                      <a:r>
                        <a:t>2</a:t>
                      </a:r>
                    </a:p>
                  </a:txBody>
                  <a:tcPr>
                    <a:solidFill>
                      <a:srgbClr val="13EAC9"/>
                    </a:solidFill>
                  </a:tcPr>
                </a:tc>
                <a:tc>
                  <a:txBody>
                    <a:bodyPr/>
                    <a:lstStyle/>
                    <a:p>
                      <a:r>
                        <a:t>8</a:t>
                      </a:r>
                    </a:p>
                  </a:txBody>
                  <a:tcPr>
                    <a:solidFill>
                      <a:srgbClr val="13EAC9"/>
                    </a:solidFill>
                  </a:tcPr>
                </a:tc>
                <a:tc>
                  <a:txBody>
                    <a:bodyPr/>
                    <a:lstStyle/>
                    <a:p>
                      <a:r>
                        <a:t>0</a:t>
                      </a:r>
                    </a:p>
                  </a:txBody>
                  <a:tcPr>
                    <a:solidFill>
                      <a:srgbClr val="13EAC9"/>
                    </a:solidFill>
                  </a:tcPr>
                </a:tc>
                <a:tc>
                  <a:txBody>
                    <a:bodyPr/>
                    <a:lstStyle/>
                    <a:p>
                      <a:r>
                        <a:t>1</a:t>
                      </a: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Bahrain</a:t>
                      </a:r>
                    </a:p>
                  </a:txBody>
                  <a:tcPr>
                    <a:solidFill>
                      <a:srgbClr val="9A0EEA"/>
                    </a:solidFill>
                  </a:tcPr>
                </a:tc>
                <a:tc>
                  <a:txBody>
                    <a:bodyPr/>
                    <a:lstStyle/>
                    <a:p>
                      <a:r>
                        <a:t>Austria</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Las Vegas</a:t>
                      </a:r>
                    </a:p>
                  </a:txBody>
                  <a:tcPr>
                    <a:solidFill>
                      <a:srgbClr val="9A0EEA"/>
                    </a:solidFill>
                  </a:tcPr>
                </a:tc>
                <a:extLst>
                  <a:ext uri="{0D108BD9-81ED-4DB2-BD59-A6C34878D82A}">
                    <a16:rowId xmlns:a16="http://schemas.microsoft.com/office/drawing/2014/main" val="10012"/>
                  </a:ext>
                </a:extLst>
              </a:tr>
              <a:tr h="293918">
                <a:tc>
                  <a:txBody>
                    <a:bodyPr/>
                    <a:lstStyle/>
                    <a:p>
                      <a:r>
                        <a:t>4</a:t>
                      </a:r>
                    </a:p>
                  </a:txBody>
                  <a:tcPr>
                    <a:solidFill>
                      <a:srgbClr val="9A0EEA"/>
                    </a:solidFill>
                  </a:tcPr>
                </a:tc>
                <a:tc>
                  <a:txBody>
                    <a:bodyPr/>
                    <a:lstStyle/>
                    <a:p>
                      <a:r>
                        <a:t>1</a:t>
                      </a:r>
                    </a:p>
                  </a:txBody>
                  <a:tcPr>
                    <a:solidFill>
                      <a:srgbClr val="9A0EEA"/>
                    </a:solidFill>
                  </a:tcPr>
                </a:tc>
                <a:tc>
                  <a:txBody>
                    <a:bodyPr/>
                    <a:lstStyle/>
                    <a:p>
                      <a:r>
                        <a:t>2</a:t>
                      </a:r>
                    </a:p>
                  </a:txBody>
                  <a:tcPr>
                    <a:solidFill>
                      <a:srgbClr val="9A0EEA"/>
                    </a:solidFill>
                  </a:tcPr>
                </a:tc>
                <a:tc>
                  <a:txBody>
                    <a:bodyPr/>
                    <a:lstStyle/>
                    <a:p>
                      <a:r>
                        <a:t>1</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629</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657</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617</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790</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608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667</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545</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Hulk @ COTA</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Saudi Arabia</a:t>
                      </a:r>
                    </a:p>
                  </a:txBody>
                  <a:tcPr>
                    <a:solidFill>
                      <a:srgbClr val="040273"/>
                    </a:solidFill>
                  </a:tcPr>
                </a:tc>
                <a:tc>
                  <a:txBody>
                    <a:bodyPr/>
                    <a:lstStyle/>
                    <a:p>
                      <a:r>
                        <a:t>Canada</a:t>
                      </a:r>
                    </a:p>
                  </a:txBody>
                  <a:tcPr>
                    <a:solidFill>
                      <a:srgbClr val="040273"/>
                    </a:solidFill>
                  </a:tcPr>
                </a:tc>
                <a:tc>
                  <a:txBody>
                    <a:bodyPr/>
                    <a:lstStyle/>
                    <a:p>
                      <a:r>
                        <a:t>Spain</a:t>
                      </a:r>
                    </a:p>
                  </a:txBody>
                  <a:tcPr>
                    <a:solidFill>
                      <a:srgbClr val="040273"/>
                    </a:solidFill>
                  </a:tcPr>
                </a:tc>
                <a:tc>
                  <a:txBody>
                    <a:bodyPr/>
                    <a:lstStyle/>
                    <a:p>
                      <a:r>
                        <a:t>Singapore</a:t>
                      </a:r>
                    </a:p>
                  </a:txBody>
                  <a:tcPr>
                    <a:solidFill>
                      <a:srgbClr val="040273"/>
                    </a:solidFill>
                  </a:tcPr>
                </a:tc>
                <a:tc>
                  <a:txBody>
                    <a:bodyPr/>
                    <a:lstStyle/>
                    <a:p>
                      <a:r>
                        <a:t>Brazil</a:t>
                      </a:r>
                    </a:p>
                  </a:txBody>
                  <a:tcPr>
                    <a:solidFill>
                      <a:srgbClr val="040273"/>
                    </a:solidFill>
                  </a:tcPr>
                </a:tc>
                <a:extLst>
                  <a:ext uri="{0D108BD9-81ED-4DB2-BD59-A6C34878D82A}">
                    <a16:rowId xmlns:a16="http://schemas.microsoft.com/office/drawing/2014/main" val="10000"/>
                  </a:ext>
                </a:extLst>
              </a:tr>
              <a:tr h="293914">
                <a:tc>
                  <a:txBody>
                    <a:bodyPr/>
                    <a:lstStyle/>
                    <a:p>
                      <a:r>
                        <a:t>8</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8</a:t>
                      </a: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China</a:t>
                      </a:r>
                    </a:p>
                  </a:txBody>
                  <a:tcPr>
                    <a:solidFill>
                      <a:srgbClr val="E8002D"/>
                    </a:solidFill>
                  </a:tcPr>
                </a:tc>
                <a:tc>
                  <a:txBody>
                    <a:bodyPr/>
                    <a:lstStyle/>
                    <a:p>
                      <a:r>
                        <a:t>Canada</a:t>
                      </a:r>
                    </a:p>
                  </a:txBody>
                  <a:tcPr>
                    <a:solidFill>
                      <a:srgbClr val="E8002D"/>
                    </a:solidFill>
                  </a:tcPr>
                </a:tc>
                <a:tc>
                  <a:txBody>
                    <a:bodyPr/>
                    <a:lstStyle/>
                    <a:p>
                      <a:r>
                        <a:t>COTA</a:t>
                      </a:r>
                    </a:p>
                  </a:txBody>
                  <a:tcPr>
                    <a:solidFill>
                      <a:srgbClr val="E8002D"/>
                    </a:solidFill>
                  </a:tcPr>
                </a:tc>
                <a:tc>
                  <a:txBody>
                    <a:bodyPr/>
                    <a:lstStyle/>
                    <a:p>
                      <a:r>
                        <a:t>Abu Dhabi</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r>
                        <a:t>0</a:t>
                      </a:r>
                    </a:p>
                  </a:txBody>
                  <a:tcPr>
                    <a:solidFill>
                      <a:srgbClr val="E8002D"/>
                    </a:solidFill>
                  </a:tcPr>
                </a:tc>
                <a:tc>
                  <a:txBody>
                    <a:bodyPr/>
                    <a:lstStyle/>
                    <a:p>
                      <a:r>
                        <a:t>0</a:t>
                      </a: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Las Vegas</a:t>
                      </a:r>
                    </a:p>
                  </a:txBody>
                  <a:tcPr>
                    <a:solidFill>
                      <a:srgbClr val="FAC205"/>
                    </a:solidFill>
                  </a:tcPr>
                </a:tc>
                <a:tc>
                  <a:txBody>
                    <a:bodyPr/>
                    <a:lstStyle/>
                    <a:p>
                      <a:r>
                        <a:t>Qatar</a:t>
                      </a:r>
                    </a:p>
                  </a:txBody>
                  <a:tcPr>
                    <a:solidFill>
                      <a:srgbClr val="FAC205"/>
                    </a:solidFill>
                  </a:tcPr>
                </a:tc>
                <a:extLst>
                  <a:ext uri="{0D108BD9-81ED-4DB2-BD59-A6C34878D82A}">
                    <a16:rowId xmlns:a16="http://schemas.microsoft.com/office/drawing/2014/main" val="10004"/>
                  </a:ext>
                </a:extLst>
              </a:tr>
              <a:tr h="293914">
                <a:tc>
                  <a:txBody>
                    <a:bodyPr/>
                    <a:lstStyle/>
                    <a:p>
                      <a:r>
                        <a:t>2</a:t>
                      </a:r>
                    </a:p>
                  </a:txBody>
                  <a:tcPr>
                    <a:solidFill>
                      <a:srgbClr val="FAC205"/>
                    </a:solidFill>
                  </a:tcPr>
                </a:tc>
                <a:tc>
                  <a:txBody>
                    <a:bodyPr/>
                    <a:lstStyle/>
                    <a:p>
                      <a:r>
                        <a:t>1</a:t>
                      </a:r>
                    </a:p>
                  </a:txBody>
                  <a:tcPr>
                    <a:solidFill>
                      <a:srgbClr val="FAC205"/>
                    </a:solidFill>
                  </a:tcPr>
                </a:tc>
                <a:tc>
                  <a:txBody>
                    <a:bodyPr/>
                    <a:lstStyle/>
                    <a:p>
                      <a:r>
                        <a:t>1</a:t>
                      </a:r>
                    </a:p>
                  </a:txBody>
                  <a:tcPr>
                    <a:solidFill>
                      <a:srgbClr val="FAC205"/>
                    </a:solidFill>
                  </a:tcPr>
                </a:tc>
                <a:tc>
                  <a:txBody>
                    <a:bodyPr/>
                    <a:lstStyle/>
                    <a:p>
                      <a:r>
                        <a:t>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Spain</a:t>
                      </a:r>
                    </a:p>
                  </a:txBody>
                  <a:tcPr>
                    <a:solidFill>
                      <a:srgbClr val="028F1E"/>
                    </a:solidFill>
                  </a:tcPr>
                </a:tc>
                <a:tc>
                  <a:txBody>
                    <a:bodyPr/>
                    <a:lstStyle/>
                    <a:p>
                      <a:r>
                        <a:t>Austria</a:t>
                      </a:r>
                    </a:p>
                  </a:txBody>
                  <a:tcPr>
                    <a:solidFill>
                      <a:srgbClr val="028F1E"/>
                    </a:solidFill>
                  </a:tcPr>
                </a:tc>
                <a:tc>
                  <a:txBody>
                    <a:bodyPr/>
                    <a:lstStyle/>
                    <a:p>
                      <a:r>
                        <a:t>Hungary</a:t>
                      </a:r>
                    </a:p>
                  </a:txBody>
                  <a:tcPr>
                    <a:solidFill>
                      <a:srgbClr val="028F1E"/>
                    </a:solidFill>
                  </a:tcPr>
                </a:tc>
                <a:tc>
                  <a:txBody>
                    <a:bodyPr/>
                    <a:lstStyle/>
                    <a:p>
                      <a:r>
                        <a:t>Singapore</a:t>
                      </a:r>
                    </a:p>
                  </a:txBody>
                  <a:tcPr>
                    <a:solidFill>
                      <a:srgbClr val="028F1E"/>
                    </a:solidFill>
                  </a:tcPr>
                </a:tc>
                <a:tc>
                  <a:txBody>
                    <a:bodyPr/>
                    <a:lstStyle/>
                    <a:p>
                      <a:r>
                        <a:t>Abu Dhabi</a:t>
                      </a:r>
                    </a:p>
                  </a:txBody>
                  <a:tcPr>
                    <a:solidFill>
                      <a:srgbClr val="028F1E"/>
                    </a:solidFill>
                  </a:tcPr>
                </a:tc>
                <a:extLst>
                  <a:ext uri="{0D108BD9-81ED-4DB2-BD59-A6C34878D82A}">
                    <a16:rowId xmlns:a16="http://schemas.microsoft.com/office/drawing/2014/main" val="10006"/>
                  </a:ext>
                </a:extLst>
              </a:tr>
              <a:tr h="293914">
                <a:tc>
                  <a:txBody>
                    <a:bodyPr/>
                    <a:lstStyle/>
                    <a:p>
                      <a:r>
                        <a:t>10</a:t>
                      </a:r>
                    </a:p>
                  </a:txBody>
                  <a:tcPr>
                    <a:solidFill>
                      <a:srgbClr val="028F1E"/>
                    </a:solidFill>
                  </a:tcPr>
                </a:tc>
                <a:tc>
                  <a:txBody>
                    <a:bodyPr/>
                    <a:lstStyle/>
                    <a:p>
                      <a:r>
                        <a:t>0</a:t>
                      </a:r>
                    </a:p>
                  </a:txBody>
                  <a:tcPr>
                    <a:solidFill>
                      <a:srgbClr val="028F1E"/>
                    </a:solidFill>
                  </a:tcPr>
                </a:tc>
                <a:tc>
                  <a:txBody>
                    <a:bodyPr/>
                    <a:lstStyle/>
                    <a:p>
                      <a:r>
                        <a:t>2</a:t>
                      </a:r>
                    </a:p>
                  </a:txBody>
                  <a:tcPr>
                    <a:solidFill>
                      <a:srgbClr val="028F1E"/>
                    </a:solidFill>
                  </a:tcPr>
                </a:tc>
                <a:tc>
                  <a:txBody>
                    <a:bodyPr/>
                    <a:lstStyle/>
                    <a:p>
                      <a:r>
                        <a:t>0</a:t>
                      </a:r>
                    </a:p>
                  </a:txBody>
                  <a:tcPr>
                    <a:solidFill>
                      <a:srgbClr val="028F1E"/>
                    </a:solidFill>
                  </a:tcPr>
                </a:tc>
                <a:tc>
                  <a:txBody>
                    <a:bodyPr/>
                    <a:lstStyle/>
                    <a:p>
                      <a:r>
                        <a:t>8</a:t>
                      </a: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Australia</a:t>
                      </a:r>
                    </a:p>
                  </a:txBody>
                  <a:tcPr>
                    <a:solidFill>
                      <a:srgbClr val="FF5B00"/>
                    </a:solidFill>
                  </a:tcPr>
                </a:tc>
                <a:tc>
                  <a:txBody>
                    <a:bodyPr/>
                    <a:lstStyle/>
                    <a:p>
                      <a:r>
                        <a:t>Miami</a:t>
                      </a:r>
                    </a:p>
                  </a:txBody>
                  <a:tcPr>
                    <a:solidFill>
                      <a:srgbClr val="FF5B00"/>
                    </a:solidFill>
                  </a:tcPr>
                </a:tc>
                <a:tc>
                  <a:txBody>
                    <a:bodyPr/>
                    <a:lstStyle/>
                    <a:p>
                      <a:r>
                        <a:t>Imola</a:t>
                      </a:r>
                    </a:p>
                  </a:txBody>
                  <a:tcPr>
                    <a:solidFill>
                      <a:srgbClr val="FF5B00"/>
                    </a:solidFill>
                  </a:tcPr>
                </a:tc>
                <a:tc>
                  <a:txBody>
                    <a:bodyPr/>
                    <a:lstStyle/>
                    <a:p>
                      <a:r>
                        <a:t>Silverstone</a:t>
                      </a:r>
                    </a:p>
                  </a:txBody>
                  <a:tcPr>
                    <a:solidFill>
                      <a:srgbClr val="FF5B00"/>
                    </a:solidFill>
                  </a:tcPr>
                </a:tc>
                <a:tc>
                  <a:txBody>
                    <a:bodyPr/>
                    <a:lstStyle/>
                    <a:p>
                      <a:r>
                        <a:t>Hungary</a:t>
                      </a:r>
                    </a:p>
                  </a:txBody>
                  <a:tcPr>
                    <a:solidFill>
                      <a:srgbClr val="FF5B00"/>
                    </a:solidFill>
                  </a:tcPr>
                </a:tc>
                <a:extLst>
                  <a:ext uri="{0D108BD9-81ED-4DB2-BD59-A6C34878D82A}">
                    <a16:rowId xmlns:a16="http://schemas.microsoft.com/office/drawing/2014/main" val="10008"/>
                  </a:ext>
                </a:extLst>
              </a:tr>
              <a:tr h="293914">
                <a:tc>
                  <a:txBody>
                    <a:bodyPr/>
                    <a:lstStyle/>
                    <a:p>
                      <a:r>
                        <a:t>11</a:t>
                      </a:r>
                    </a:p>
                  </a:txBody>
                  <a:tcPr>
                    <a:solidFill>
                      <a:srgbClr val="FF5B00"/>
                    </a:solidFill>
                  </a:tcPr>
                </a:tc>
                <a:tc>
                  <a:txBody>
                    <a:bodyPr/>
                    <a:lstStyle/>
                    <a:p>
                      <a:r>
                        <a:t>0</a:t>
                      </a:r>
                    </a:p>
                  </a:txBody>
                  <a:tcPr>
                    <a:solidFill>
                      <a:srgbClr val="FF5B00"/>
                    </a:solidFill>
                  </a:tcPr>
                </a:tc>
                <a:tc>
                  <a:txBody>
                    <a:bodyPr/>
                    <a:lstStyle/>
                    <a:p>
                      <a:r>
                        <a:t>2</a:t>
                      </a:r>
                    </a:p>
                  </a:txBody>
                  <a:tcPr>
                    <a:solidFill>
                      <a:srgbClr val="FF5B00"/>
                    </a:solidFill>
                  </a:tcPr>
                </a:tc>
                <a:tc>
                  <a:txBody>
                    <a:bodyPr/>
                    <a:lstStyle/>
                    <a:p>
                      <a:r>
                        <a:t>1</a:t>
                      </a:r>
                    </a:p>
                  </a:txBody>
                  <a:tcPr>
                    <a:solidFill>
                      <a:srgbClr val="FF5B00"/>
                    </a:solidFill>
                  </a:tcPr>
                </a:tc>
                <a:tc>
                  <a:txBody>
                    <a:bodyPr/>
                    <a:lstStyle/>
                    <a:p>
                      <a:r>
                        <a:t>8</a:t>
                      </a:r>
                    </a:p>
                  </a:txBody>
                  <a:tcPr>
                    <a:solidFill>
                      <a:srgbClr val="FF5B00"/>
                    </a:solidFill>
                  </a:tcPr>
                </a:tc>
                <a:tc>
                  <a:txBody>
                    <a:bodyPr/>
                    <a:lstStyle/>
                    <a:p>
                      <a:r>
                        <a:t>0</a:t>
                      </a: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Bahrain</a:t>
                      </a:r>
                    </a:p>
                  </a:txBody>
                  <a:tcPr>
                    <a:solidFill>
                      <a:srgbClr val="13EAC9"/>
                    </a:solidFill>
                  </a:tcPr>
                </a:tc>
                <a:tc>
                  <a:txBody>
                    <a:bodyPr/>
                    <a:lstStyle/>
                    <a:p>
                      <a:r>
                        <a:t>Austria</a:t>
                      </a:r>
                    </a:p>
                  </a:txBody>
                  <a:tcPr>
                    <a:solidFill>
                      <a:srgbClr val="13EAC9"/>
                    </a:solidFill>
                  </a:tcPr>
                </a:tc>
                <a:tc>
                  <a:txBody>
                    <a:bodyPr/>
                    <a:lstStyle/>
                    <a:p>
                      <a:r>
                        <a:t>Silverstone</a:t>
                      </a:r>
                    </a:p>
                  </a:txBody>
                  <a:tcPr>
                    <a:solidFill>
                      <a:srgbClr val="13EAC9"/>
                    </a:solidFill>
                  </a:tcPr>
                </a:tc>
                <a:tc>
                  <a:txBody>
                    <a:bodyPr/>
                    <a:lstStyle/>
                    <a:p>
                      <a:r>
                        <a:t>Hungary</a:t>
                      </a:r>
                    </a:p>
                  </a:txBody>
                  <a:tcPr>
                    <a:solidFill>
                      <a:srgbClr val="13EAC9"/>
                    </a:solidFill>
                  </a:tcPr>
                </a:tc>
                <a:tc>
                  <a:txBody>
                    <a:bodyPr/>
                    <a:lstStyle/>
                    <a:p>
                      <a:r>
                        <a:t>Monza</a:t>
                      </a:r>
                    </a:p>
                  </a:txBody>
                  <a:tcPr>
                    <a:solidFill>
                      <a:srgbClr val="13EAC9"/>
                    </a:solidFill>
                  </a:tcPr>
                </a:tc>
                <a:extLst>
                  <a:ext uri="{0D108BD9-81ED-4DB2-BD59-A6C34878D82A}">
                    <a16:rowId xmlns:a16="http://schemas.microsoft.com/office/drawing/2014/main" val="10010"/>
                  </a:ext>
                </a:extLst>
              </a:tr>
              <a:tr h="293914">
                <a:tc>
                  <a:txBody>
                    <a:bodyPr/>
                    <a:lstStyle/>
                    <a:p>
                      <a:r>
                        <a:t>12</a:t>
                      </a:r>
                    </a:p>
                  </a:txBody>
                  <a:tcPr>
                    <a:solidFill>
                      <a:srgbClr val="13EAC9"/>
                    </a:solidFill>
                  </a:tcPr>
                </a:tc>
                <a:tc>
                  <a:txBody>
                    <a:bodyPr/>
                    <a:lstStyle/>
                    <a:p>
                      <a:r>
                        <a:t>1</a:t>
                      </a:r>
                    </a:p>
                  </a:txBody>
                  <a:tcPr>
                    <a:solidFill>
                      <a:srgbClr val="13EAC9"/>
                    </a:solidFill>
                  </a:tcPr>
                </a:tc>
                <a:tc>
                  <a:txBody>
                    <a:bodyPr/>
                    <a:lstStyle/>
                    <a:p>
                      <a:r>
                        <a:t>2</a:t>
                      </a:r>
                    </a:p>
                  </a:txBody>
                  <a:tcPr>
                    <a:solidFill>
                      <a:srgbClr val="13EAC9"/>
                    </a:solidFill>
                  </a:tcPr>
                </a:tc>
                <a:tc>
                  <a:txBody>
                    <a:bodyPr/>
                    <a:lstStyle/>
                    <a:p>
                      <a:r>
                        <a:t>8</a:t>
                      </a:r>
                    </a:p>
                  </a:txBody>
                  <a:tcPr>
                    <a:solidFill>
                      <a:srgbClr val="13EAC9"/>
                    </a:solidFill>
                  </a:tcPr>
                </a:tc>
                <a:tc>
                  <a:txBody>
                    <a:bodyPr/>
                    <a:lstStyle/>
                    <a:p>
                      <a:r>
                        <a:t>0</a:t>
                      </a:r>
                    </a:p>
                  </a:txBody>
                  <a:tcPr>
                    <a:solidFill>
                      <a:srgbClr val="13EAC9"/>
                    </a:solidFill>
                  </a:tcPr>
                </a:tc>
                <a:tc>
                  <a:txBody>
                    <a:bodyPr/>
                    <a:lstStyle/>
                    <a:p>
                      <a:r>
                        <a:t>1</a:t>
                      </a: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Bahrain</a:t>
                      </a:r>
                    </a:p>
                  </a:txBody>
                  <a:tcPr>
                    <a:solidFill>
                      <a:srgbClr val="9A0EEA"/>
                    </a:solidFill>
                  </a:tcPr>
                </a:tc>
                <a:tc>
                  <a:txBody>
                    <a:bodyPr/>
                    <a:lstStyle/>
                    <a:p>
                      <a:r>
                        <a:t>Austria</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Las Vegas</a:t>
                      </a:r>
                    </a:p>
                  </a:txBody>
                  <a:tcPr>
                    <a:solidFill>
                      <a:srgbClr val="9A0EEA"/>
                    </a:solidFill>
                  </a:tcPr>
                </a:tc>
                <a:extLst>
                  <a:ext uri="{0D108BD9-81ED-4DB2-BD59-A6C34878D82A}">
                    <a16:rowId xmlns:a16="http://schemas.microsoft.com/office/drawing/2014/main" val="10012"/>
                  </a:ext>
                </a:extLst>
              </a:tr>
              <a:tr h="293918">
                <a:tc>
                  <a:txBody>
                    <a:bodyPr/>
                    <a:lstStyle/>
                    <a:p>
                      <a:r>
                        <a:t>4</a:t>
                      </a:r>
                    </a:p>
                  </a:txBody>
                  <a:tcPr>
                    <a:solidFill>
                      <a:srgbClr val="9A0EEA"/>
                    </a:solidFill>
                  </a:tcPr>
                </a:tc>
                <a:tc>
                  <a:txBody>
                    <a:bodyPr/>
                    <a:lstStyle/>
                    <a:p>
                      <a:r>
                        <a:t>1</a:t>
                      </a:r>
                    </a:p>
                  </a:txBody>
                  <a:tcPr>
                    <a:solidFill>
                      <a:srgbClr val="9A0EEA"/>
                    </a:solidFill>
                  </a:tcPr>
                </a:tc>
                <a:tc>
                  <a:txBody>
                    <a:bodyPr/>
                    <a:lstStyle/>
                    <a:p>
                      <a:r>
                        <a:t>2</a:t>
                      </a:r>
                    </a:p>
                  </a:txBody>
                  <a:tcPr>
                    <a:solidFill>
                      <a:srgbClr val="9A0EEA"/>
                    </a:solidFill>
                  </a:tcPr>
                </a:tc>
                <a:tc>
                  <a:txBody>
                    <a:bodyPr/>
                    <a:lstStyle/>
                    <a:p>
                      <a:r>
                        <a:t>1</a:t>
                      </a:r>
                    </a:p>
                  </a:txBody>
                  <a:tcPr>
                    <a:solidFill>
                      <a:srgbClr val="9A0EEA"/>
                    </a:solidFill>
                  </a:tcPr>
                </a:tc>
                <a:tc>
                  <a:txBody>
                    <a:bodyPr/>
                    <a:lstStyle/>
                    <a:p>
                      <a:r>
                        <a:t>0</a:t>
                      </a: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629</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657</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617</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790</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608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667</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545</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Hulk @ Brazil</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Saudi Arabia</a:t>
                      </a:r>
                    </a:p>
                  </a:txBody>
                  <a:tcPr>
                    <a:solidFill>
                      <a:srgbClr val="040273"/>
                    </a:solidFill>
                  </a:tcPr>
                </a:tc>
                <a:tc>
                  <a:txBody>
                    <a:bodyPr/>
                    <a:lstStyle/>
                    <a:p>
                      <a:r>
                        <a:t>Canada</a:t>
                      </a:r>
                    </a:p>
                  </a:txBody>
                  <a:tcPr>
                    <a:solidFill>
                      <a:srgbClr val="040273"/>
                    </a:solidFill>
                  </a:tcPr>
                </a:tc>
                <a:tc>
                  <a:txBody>
                    <a:bodyPr/>
                    <a:lstStyle/>
                    <a:p>
                      <a:r>
                        <a:t>Spain</a:t>
                      </a:r>
                    </a:p>
                  </a:txBody>
                  <a:tcPr>
                    <a:solidFill>
                      <a:srgbClr val="040273"/>
                    </a:solidFill>
                  </a:tcPr>
                </a:tc>
                <a:tc>
                  <a:txBody>
                    <a:bodyPr/>
                    <a:lstStyle/>
                    <a:p>
                      <a:r>
                        <a:t>Singapore</a:t>
                      </a:r>
                    </a:p>
                  </a:txBody>
                  <a:tcPr>
                    <a:solidFill>
                      <a:srgbClr val="040273"/>
                    </a:solidFill>
                  </a:tcPr>
                </a:tc>
                <a:tc>
                  <a:txBody>
                    <a:bodyPr/>
                    <a:lstStyle/>
                    <a:p>
                      <a:r>
                        <a:t>Brazil</a:t>
                      </a:r>
                    </a:p>
                  </a:txBody>
                  <a:tcPr>
                    <a:solidFill>
                      <a:srgbClr val="040273"/>
                    </a:solidFill>
                  </a:tcPr>
                </a:tc>
                <a:extLst>
                  <a:ext uri="{0D108BD9-81ED-4DB2-BD59-A6C34878D82A}">
                    <a16:rowId xmlns:a16="http://schemas.microsoft.com/office/drawing/2014/main" val="10000"/>
                  </a:ext>
                </a:extLst>
              </a:tr>
              <a:tr h="293914">
                <a:tc>
                  <a:txBody>
                    <a:bodyPr/>
                    <a:lstStyle/>
                    <a:p>
                      <a:r>
                        <a:t>8</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8</a:t>
                      </a:r>
                    </a:p>
                  </a:txBody>
                  <a:tcPr>
                    <a:solidFill>
                      <a:srgbClr val="040273"/>
                    </a:solidFill>
                  </a:tcPr>
                </a:tc>
                <a:tc>
                  <a:txBody>
                    <a:bodyPr/>
                    <a:lstStyle/>
                    <a:p>
                      <a:r>
                        <a:t>0</a:t>
                      </a: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China</a:t>
                      </a:r>
                    </a:p>
                  </a:txBody>
                  <a:tcPr>
                    <a:solidFill>
                      <a:srgbClr val="E8002D"/>
                    </a:solidFill>
                  </a:tcPr>
                </a:tc>
                <a:tc>
                  <a:txBody>
                    <a:bodyPr/>
                    <a:lstStyle/>
                    <a:p>
                      <a:r>
                        <a:t>Canada</a:t>
                      </a:r>
                    </a:p>
                  </a:txBody>
                  <a:tcPr>
                    <a:solidFill>
                      <a:srgbClr val="E8002D"/>
                    </a:solidFill>
                  </a:tcPr>
                </a:tc>
                <a:tc>
                  <a:txBody>
                    <a:bodyPr/>
                    <a:lstStyle/>
                    <a:p>
                      <a:r>
                        <a:t>COTA</a:t>
                      </a:r>
                    </a:p>
                  </a:txBody>
                  <a:tcPr>
                    <a:solidFill>
                      <a:srgbClr val="E8002D"/>
                    </a:solidFill>
                  </a:tcPr>
                </a:tc>
                <a:tc>
                  <a:txBody>
                    <a:bodyPr/>
                    <a:lstStyle/>
                    <a:p>
                      <a:r>
                        <a:t>Abu Dhabi</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r>
                        <a:t>0</a:t>
                      </a:r>
                    </a:p>
                  </a:txBody>
                  <a:tcPr>
                    <a:solidFill>
                      <a:srgbClr val="E8002D"/>
                    </a:solidFill>
                  </a:tcPr>
                </a:tc>
                <a:tc>
                  <a:txBody>
                    <a:bodyPr/>
                    <a:lstStyle/>
                    <a:p>
                      <a:r>
                        <a:t>0</a:t>
                      </a: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Las Vegas</a:t>
                      </a:r>
                    </a:p>
                  </a:txBody>
                  <a:tcPr>
                    <a:solidFill>
                      <a:srgbClr val="FAC205"/>
                    </a:solidFill>
                  </a:tcPr>
                </a:tc>
                <a:tc>
                  <a:txBody>
                    <a:bodyPr/>
                    <a:lstStyle/>
                    <a:p>
                      <a:r>
                        <a:t>Qatar</a:t>
                      </a:r>
                    </a:p>
                  </a:txBody>
                  <a:tcPr>
                    <a:solidFill>
                      <a:srgbClr val="FAC205"/>
                    </a:solidFill>
                  </a:tcPr>
                </a:tc>
                <a:extLst>
                  <a:ext uri="{0D108BD9-81ED-4DB2-BD59-A6C34878D82A}">
                    <a16:rowId xmlns:a16="http://schemas.microsoft.com/office/drawing/2014/main" val="10004"/>
                  </a:ext>
                </a:extLst>
              </a:tr>
              <a:tr h="293914">
                <a:tc>
                  <a:txBody>
                    <a:bodyPr/>
                    <a:lstStyle/>
                    <a:p>
                      <a:r>
                        <a:t>2</a:t>
                      </a:r>
                    </a:p>
                  </a:txBody>
                  <a:tcPr>
                    <a:solidFill>
                      <a:srgbClr val="FAC205"/>
                    </a:solidFill>
                  </a:tcPr>
                </a:tc>
                <a:tc>
                  <a:txBody>
                    <a:bodyPr/>
                    <a:lstStyle/>
                    <a:p>
                      <a:r>
                        <a:t>1</a:t>
                      </a:r>
                    </a:p>
                  </a:txBody>
                  <a:tcPr>
                    <a:solidFill>
                      <a:srgbClr val="FAC205"/>
                    </a:solidFill>
                  </a:tcPr>
                </a:tc>
                <a:tc>
                  <a:txBody>
                    <a:bodyPr/>
                    <a:lstStyle/>
                    <a:p>
                      <a:r>
                        <a:t>1</a:t>
                      </a:r>
                    </a:p>
                  </a:txBody>
                  <a:tcPr>
                    <a:solidFill>
                      <a:srgbClr val="FAC205"/>
                    </a:solidFill>
                  </a:tcPr>
                </a:tc>
                <a:tc>
                  <a:txBody>
                    <a:bodyPr/>
                    <a:lstStyle/>
                    <a:p>
                      <a:r>
                        <a:t>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Spain</a:t>
                      </a:r>
                    </a:p>
                  </a:txBody>
                  <a:tcPr>
                    <a:solidFill>
                      <a:srgbClr val="028F1E"/>
                    </a:solidFill>
                  </a:tcPr>
                </a:tc>
                <a:tc>
                  <a:txBody>
                    <a:bodyPr/>
                    <a:lstStyle/>
                    <a:p>
                      <a:r>
                        <a:t>Austria</a:t>
                      </a:r>
                    </a:p>
                  </a:txBody>
                  <a:tcPr>
                    <a:solidFill>
                      <a:srgbClr val="028F1E"/>
                    </a:solidFill>
                  </a:tcPr>
                </a:tc>
                <a:tc>
                  <a:txBody>
                    <a:bodyPr/>
                    <a:lstStyle/>
                    <a:p>
                      <a:r>
                        <a:t>Hungary</a:t>
                      </a:r>
                    </a:p>
                  </a:txBody>
                  <a:tcPr>
                    <a:solidFill>
                      <a:srgbClr val="028F1E"/>
                    </a:solidFill>
                  </a:tcPr>
                </a:tc>
                <a:tc>
                  <a:txBody>
                    <a:bodyPr/>
                    <a:lstStyle/>
                    <a:p>
                      <a:r>
                        <a:t>Singapore</a:t>
                      </a:r>
                    </a:p>
                  </a:txBody>
                  <a:tcPr>
                    <a:solidFill>
                      <a:srgbClr val="028F1E"/>
                    </a:solidFill>
                  </a:tcPr>
                </a:tc>
                <a:tc>
                  <a:txBody>
                    <a:bodyPr/>
                    <a:lstStyle/>
                    <a:p>
                      <a:r>
                        <a:t>Abu Dhabi</a:t>
                      </a:r>
                    </a:p>
                  </a:txBody>
                  <a:tcPr>
                    <a:solidFill>
                      <a:srgbClr val="028F1E"/>
                    </a:solidFill>
                  </a:tcPr>
                </a:tc>
                <a:extLst>
                  <a:ext uri="{0D108BD9-81ED-4DB2-BD59-A6C34878D82A}">
                    <a16:rowId xmlns:a16="http://schemas.microsoft.com/office/drawing/2014/main" val="10006"/>
                  </a:ext>
                </a:extLst>
              </a:tr>
              <a:tr h="293914">
                <a:tc>
                  <a:txBody>
                    <a:bodyPr/>
                    <a:lstStyle/>
                    <a:p>
                      <a:r>
                        <a:t>10</a:t>
                      </a:r>
                    </a:p>
                  </a:txBody>
                  <a:tcPr>
                    <a:solidFill>
                      <a:srgbClr val="028F1E"/>
                    </a:solidFill>
                  </a:tcPr>
                </a:tc>
                <a:tc>
                  <a:txBody>
                    <a:bodyPr/>
                    <a:lstStyle/>
                    <a:p>
                      <a:r>
                        <a:t>0</a:t>
                      </a:r>
                    </a:p>
                  </a:txBody>
                  <a:tcPr>
                    <a:solidFill>
                      <a:srgbClr val="028F1E"/>
                    </a:solidFill>
                  </a:tcPr>
                </a:tc>
                <a:tc>
                  <a:txBody>
                    <a:bodyPr/>
                    <a:lstStyle/>
                    <a:p>
                      <a:r>
                        <a:t>2</a:t>
                      </a:r>
                    </a:p>
                  </a:txBody>
                  <a:tcPr>
                    <a:solidFill>
                      <a:srgbClr val="028F1E"/>
                    </a:solidFill>
                  </a:tcPr>
                </a:tc>
                <a:tc>
                  <a:txBody>
                    <a:bodyPr/>
                    <a:lstStyle/>
                    <a:p>
                      <a:r>
                        <a:t>0</a:t>
                      </a:r>
                    </a:p>
                  </a:txBody>
                  <a:tcPr>
                    <a:solidFill>
                      <a:srgbClr val="028F1E"/>
                    </a:solidFill>
                  </a:tcPr>
                </a:tc>
                <a:tc>
                  <a:txBody>
                    <a:bodyPr/>
                    <a:lstStyle/>
                    <a:p>
                      <a:r>
                        <a:t>8</a:t>
                      </a: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Australia</a:t>
                      </a:r>
                    </a:p>
                  </a:txBody>
                  <a:tcPr>
                    <a:solidFill>
                      <a:srgbClr val="FF5B00"/>
                    </a:solidFill>
                  </a:tcPr>
                </a:tc>
                <a:tc>
                  <a:txBody>
                    <a:bodyPr/>
                    <a:lstStyle/>
                    <a:p>
                      <a:r>
                        <a:t>Miami</a:t>
                      </a:r>
                    </a:p>
                  </a:txBody>
                  <a:tcPr>
                    <a:solidFill>
                      <a:srgbClr val="FF5B00"/>
                    </a:solidFill>
                  </a:tcPr>
                </a:tc>
                <a:tc>
                  <a:txBody>
                    <a:bodyPr/>
                    <a:lstStyle/>
                    <a:p>
                      <a:r>
                        <a:t>Imola</a:t>
                      </a:r>
                    </a:p>
                  </a:txBody>
                  <a:tcPr>
                    <a:solidFill>
                      <a:srgbClr val="FF5B00"/>
                    </a:solidFill>
                  </a:tcPr>
                </a:tc>
                <a:tc>
                  <a:txBody>
                    <a:bodyPr/>
                    <a:lstStyle/>
                    <a:p>
                      <a:r>
                        <a:t>Silverstone</a:t>
                      </a:r>
                    </a:p>
                  </a:txBody>
                  <a:tcPr>
                    <a:solidFill>
                      <a:srgbClr val="FF5B00"/>
                    </a:solidFill>
                  </a:tcPr>
                </a:tc>
                <a:tc>
                  <a:txBody>
                    <a:bodyPr/>
                    <a:lstStyle/>
                    <a:p>
                      <a:r>
                        <a:t>Hungary</a:t>
                      </a:r>
                    </a:p>
                  </a:txBody>
                  <a:tcPr>
                    <a:solidFill>
                      <a:srgbClr val="FF5B00"/>
                    </a:solidFill>
                  </a:tcPr>
                </a:tc>
                <a:extLst>
                  <a:ext uri="{0D108BD9-81ED-4DB2-BD59-A6C34878D82A}">
                    <a16:rowId xmlns:a16="http://schemas.microsoft.com/office/drawing/2014/main" val="10008"/>
                  </a:ext>
                </a:extLst>
              </a:tr>
              <a:tr h="293914">
                <a:tc>
                  <a:txBody>
                    <a:bodyPr/>
                    <a:lstStyle/>
                    <a:p>
                      <a:r>
                        <a:t>11</a:t>
                      </a:r>
                    </a:p>
                  </a:txBody>
                  <a:tcPr>
                    <a:solidFill>
                      <a:srgbClr val="FF5B00"/>
                    </a:solidFill>
                  </a:tcPr>
                </a:tc>
                <a:tc>
                  <a:txBody>
                    <a:bodyPr/>
                    <a:lstStyle/>
                    <a:p>
                      <a:r>
                        <a:t>0</a:t>
                      </a:r>
                    </a:p>
                  </a:txBody>
                  <a:tcPr>
                    <a:solidFill>
                      <a:srgbClr val="FF5B00"/>
                    </a:solidFill>
                  </a:tcPr>
                </a:tc>
                <a:tc>
                  <a:txBody>
                    <a:bodyPr/>
                    <a:lstStyle/>
                    <a:p>
                      <a:r>
                        <a:t>2</a:t>
                      </a:r>
                    </a:p>
                  </a:txBody>
                  <a:tcPr>
                    <a:solidFill>
                      <a:srgbClr val="FF5B00"/>
                    </a:solidFill>
                  </a:tcPr>
                </a:tc>
                <a:tc>
                  <a:txBody>
                    <a:bodyPr/>
                    <a:lstStyle/>
                    <a:p>
                      <a:r>
                        <a:t>1</a:t>
                      </a:r>
                    </a:p>
                  </a:txBody>
                  <a:tcPr>
                    <a:solidFill>
                      <a:srgbClr val="FF5B00"/>
                    </a:solidFill>
                  </a:tcPr>
                </a:tc>
                <a:tc>
                  <a:txBody>
                    <a:bodyPr/>
                    <a:lstStyle/>
                    <a:p>
                      <a:r>
                        <a:t>8</a:t>
                      </a:r>
                    </a:p>
                  </a:txBody>
                  <a:tcPr>
                    <a:solidFill>
                      <a:srgbClr val="FF5B00"/>
                    </a:solidFill>
                  </a:tcPr>
                </a:tc>
                <a:tc>
                  <a:txBody>
                    <a:bodyPr/>
                    <a:lstStyle/>
                    <a:p>
                      <a:r>
                        <a:t>0</a:t>
                      </a: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Bahrain</a:t>
                      </a:r>
                    </a:p>
                  </a:txBody>
                  <a:tcPr>
                    <a:solidFill>
                      <a:srgbClr val="13EAC9"/>
                    </a:solidFill>
                  </a:tcPr>
                </a:tc>
                <a:tc>
                  <a:txBody>
                    <a:bodyPr/>
                    <a:lstStyle/>
                    <a:p>
                      <a:r>
                        <a:t>Austria</a:t>
                      </a:r>
                    </a:p>
                  </a:txBody>
                  <a:tcPr>
                    <a:solidFill>
                      <a:srgbClr val="13EAC9"/>
                    </a:solidFill>
                  </a:tcPr>
                </a:tc>
                <a:tc>
                  <a:txBody>
                    <a:bodyPr/>
                    <a:lstStyle/>
                    <a:p>
                      <a:r>
                        <a:t>Silverstone</a:t>
                      </a:r>
                    </a:p>
                  </a:txBody>
                  <a:tcPr>
                    <a:solidFill>
                      <a:srgbClr val="13EAC9"/>
                    </a:solidFill>
                  </a:tcPr>
                </a:tc>
                <a:tc>
                  <a:txBody>
                    <a:bodyPr/>
                    <a:lstStyle/>
                    <a:p>
                      <a:r>
                        <a:t>Hungary</a:t>
                      </a:r>
                    </a:p>
                  </a:txBody>
                  <a:tcPr>
                    <a:solidFill>
                      <a:srgbClr val="13EAC9"/>
                    </a:solidFill>
                  </a:tcPr>
                </a:tc>
                <a:tc>
                  <a:txBody>
                    <a:bodyPr/>
                    <a:lstStyle/>
                    <a:p>
                      <a:r>
                        <a:t>Monza</a:t>
                      </a:r>
                    </a:p>
                  </a:txBody>
                  <a:tcPr>
                    <a:solidFill>
                      <a:srgbClr val="13EAC9"/>
                    </a:solidFill>
                  </a:tcPr>
                </a:tc>
                <a:extLst>
                  <a:ext uri="{0D108BD9-81ED-4DB2-BD59-A6C34878D82A}">
                    <a16:rowId xmlns:a16="http://schemas.microsoft.com/office/drawing/2014/main" val="10010"/>
                  </a:ext>
                </a:extLst>
              </a:tr>
              <a:tr h="293914">
                <a:tc>
                  <a:txBody>
                    <a:bodyPr/>
                    <a:lstStyle/>
                    <a:p>
                      <a:r>
                        <a:t>12</a:t>
                      </a:r>
                    </a:p>
                  </a:txBody>
                  <a:tcPr>
                    <a:solidFill>
                      <a:srgbClr val="13EAC9"/>
                    </a:solidFill>
                  </a:tcPr>
                </a:tc>
                <a:tc>
                  <a:txBody>
                    <a:bodyPr/>
                    <a:lstStyle/>
                    <a:p>
                      <a:r>
                        <a:t>1</a:t>
                      </a:r>
                    </a:p>
                  </a:txBody>
                  <a:tcPr>
                    <a:solidFill>
                      <a:srgbClr val="13EAC9"/>
                    </a:solidFill>
                  </a:tcPr>
                </a:tc>
                <a:tc>
                  <a:txBody>
                    <a:bodyPr/>
                    <a:lstStyle/>
                    <a:p>
                      <a:r>
                        <a:t>2</a:t>
                      </a:r>
                    </a:p>
                  </a:txBody>
                  <a:tcPr>
                    <a:solidFill>
                      <a:srgbClr val="13EAC9"/>
                    </a:solidFill>
                  </a:tcPr>
                </a:tc>
                <a:tc>
                  <a:txBody>
                    <a:bodyPr/>
                    <a:lstStyle/>
                    <a:p>
                      <a:r>
                        <a:t>8</a:t>
                      </a:r>
                    </a:p>
                  </a:txBody>
                  <a:tcPr>
                    <a:solidFill>
                      <a:srgbClr val="13EAC9"/>
                    </a:solidFill>
                  </a:tcPr>
                </a:tc>
                <a:tc>
                  <a:txBody>
                    <a:bodyPr/>
                    <a:lstStyle/>
                    <a:p>
                      <a:r>
                        <a:t>0</a:t>
                      </a:r>
                    </a:p>
                  </a:txBody>
                  <a:tcPr>
                    <a:solidFill>
                      <a:srgbClr val="13EAC9"/>
                    </a:solidFill>
                  </a:tcPr>
                </a:tc>
                <a:tc>
                  <a:txBody>
                    <a:bodyPr/>
                    <a:lstStyle/>
                    <a:p>
                      <a:r>
                        <a:t>1</a:t>
                      </a: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Bahrain</a:t>
                      </a:r>
                    </a:p>
                  </a:txBody>
                  <a:tcPr>
                    <a:solidFill>
                      <a:srgbClr val="9A0EEA"/>
                    </a:solidFill>
                  </a:tcPr>
                </a:tc>
                <a:tc>
                  <a:txBody>
                    <a:bodyPr/>
                    <a:lstStyle/>
                    <a:p>
                      <a:r>
                        <a:t>Austria</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Las Vegas</a:t>
                      </a:r>
                    </a:p>
                  </a:txBody>
                  <a:tcPr>
                    <a:solidFill>
                      <a:srgbClr val="9A0EEA"/>
                    </a:solidFill>
                  </a:tcPr>
                </a:tc>
                <a:extLst>
                  <a:ext uri="{0D108BD9-81ED-4DB2-BD59-A6C34878D82A}">
                    <a16:rowId xmlns:a16="http://schemas.microsoft.com/office/drawing/2014/main" val="10012"/>
                  </a:ext>
                </a:extLst>
              </a:tr>
              <a:tr h="293918">
                <a:tc>
                  <a:txBody>
                    <a:bodyPr/>
                    <a:lstStyle/>
                    <a:p>
                      <a:r>
                        <a:t>4</a:t>
                      </a:r>
                    </a:p>
                  </a:txBody>
                  <a:tcPr>
                    <a:solidFill>
                      <a:srgbClr val="9A0EEA"/>
                    </a:solidFill>
                  </a:tcPr>
                </a:tc>
                <a:tc>
                  <a:txBody>
                    <a:bodyPr/>
                    <a:lstStyle/>
                    <a:p>
                      <a:r>
                        <a:t>1</a:t>
                      </a:r>
                    </a:p>
                  </a:txBody>
                  <a:tcPr>
                    <a:solidFill>
                      <a:srgbClr val="9A0EEA"/>
                    </a:solidFill>
                  </a:tcPr>
                </a:tc>
                <a:tc>
                  <a:txBody>
                    <a:bodyPr/>
                    <a:lstStyle/>
                    <a:p>
                      <a:r>
                        <a:t>2</a:t>
                      </a:r>
                    </a:p>
                  </a:txBody>
                  <a:tcPr>
                    <a:solidFill>
                      <a:srgbClr val="9A0EEA"/>
                    </a:solidFill>
                  </a:tcPr>
                </a:tc>
                <a:tc>
                  <a:txBody>
                    <a:bodyPr/>
                    <a:lstStyle/>
                    <a:p>
                      <a:r>
                        <a:t>1</a:t>
                      </a:r>
                    </a:p>
                  </a:txBody>
                  <a:tcPr>
                    <a:solidFill>
                      <a:srgbClr val="9A0EEA"/>
                    </a:solidFill>
                  </a:tcPr>
                </a:tc>
                <a:tc>
                  <a:txBody>
                    <a:bodyPr/>
                    <a:lstStyle/>
                    <a:p>
                      <a:r>
                        <a:t>0</a:t>
                      </a: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629</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657</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617</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790</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608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667</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545</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Hulk @ Las Vegas</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Saudi Arabia</a:t>
                      </a:r>
                    </a:p>
                  </a:txBody>
                  <a:tcPr>
                    <a:solidFill>
                      <a:srgbClr val="040273"/>
                    </a:solidFill>
                  </a:tcPr>
                </a:tc>
                <a:tc>
                  <a:txBody>
                    <a:bodyPr/>
                    <a:lstStyle/>
                    <a:p>
                      <a:r>
                        <a:t>Canada</a:t>
                      </a:r>
                    </a:p>
                  </a:txBody>
                  <a:tcPr>
                    <a:solidFill>
                      <a:srgbClr val="040273"/>
                    </a:solidFill>
                  </a:tcPr>
                </a:tc>
                <a:tc>
                  <a:txBody>
                    <a:bodyPr/>
                    <a:lstStyle/>
                    <a:p>
                      <a:r>
                        <a:t>Spain</a:t>
                      </a:r>
                    </a:p>
                  </a:txBody>
                  <a:tcPr>
                    <a:solidFill>
                      <a:srgbClr val="040273"/>
                    </a:solidFill>
                  </a:tcPr>
                </a:tc>
                <a:tc>
                  <a:txBody>
                    <a:bodyPr/>
                    <a:lstStyle/>
                    <a:p>
                      <a:r>
                        <a:t>Singapore</a:t>
                      </a:r>
                    </a:p>
                  </a:txBody>
                  <a:tcPr>
                    <a:solidFill>
                      <a:srgbClr val="040273"/>
                    </a:solidFill>
                  </a:tcPr>
                </a:tc>
                <a:tc>
                  <a:txBody>
                    <a:bodyPr/>
                    <a:lstStyle/>
                    <a:p>
                      <a:r>
                        <a:t>Brazil</a:t>
                      </a:r>
                    </a:p>
                  </a:txBody>
                  <a:tcPr>
                    <a:solidFill>
                      <a:srgbClr val="040273"/>
                    </a:solidFill>
                  </a:tcPr>
                </a:tc>
                <a:extLst>
                  <a:ext uri="{0D108BD9-81ED-4DB2-BD59-A6C34878D82A}">
                    <a16:rowId xmlns:a16="http://schemas.microsoft.com/office/drawing/2014/main" val="10000"/>
                  </a:ext>
                </a:extLst>
              </a:tr>
              <a:tr h="293914">
                <a:tc>
                  <a:txBody>
                    <a:bodyPr/>
                    <a:lstStyle/>
                    <a:p>
                      <a:r>
                        <a:t>8</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8</a:t>
                      </a:r>
                    </a:p>
                  </a:txBody>
                  <a:tcPr>
                    <a:solidFill>
                      <a:srgbClr val="040273"/>
                    </a:solidFill>
                  </a:tcPr>
                </a:tc>
                <a:tc>
                  <a:txBody>
                    <a:bodyPr/>
                    <a:lstStyle/>
                    <a:p>
                      <a:r>
                        <a:t>0</a:t>
                      </a: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China</a:t>
                      </a:r>
                    </a:p>
                  </a:txBody>
                  <a:tcPr>
                    <a:solidFill>
                      <a:srgbClr val="E8002D"/>
                    </a:solidFill>
                  </a:tcPr>
                </a:tc>
                <a:tc>
                  <a:txBody>
                    <a:bodyPr/>
                    <a:lstStyle/>
                    <a:p>
                      <a:r>
                        <a:t>Canada</a:t>
                      </a:r>
                    </a:p>
                  </a:txBody>
                  <a:tcPr>
                    <a:solidFill>
                      <a:srgbClr val="E8002D"/>
                    </a:solidFill>
                  </a:tcPr>
                </a:tc>
                <a:tc>
                  <a:txBody>
                    <a:bodyPr/>
                    <a:lstStyle/>
                    <a:p>
                      <a:r>
                        <a:t>COTA</a:t>
                      </a:r>
                    </a:p>
                  </a:txBody>
                  <a:tcPr>
                    <a:solidFill>
                      <a:srgbClr val="E8002D"/>
                    </a:solidFill>
                  </a:tcPr>
                </a:tc>
                <a:tc>
                  <a:txBody>
                    <a:bodyPr/>
                    <a:lstStyle/>
                    <a:p>
                      <a:r>
                        <a:t>Abu Dhabi</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r>
                        <a:t>0</a:t>
                      </a:r>
                    </a:p>
                  </a:txBody>
                  <a:tcPr>
                    <a:solidFill>
                      <a:srgbClr val="E8002D"/>
                    </a:solidFill>
                  </a:tcPr>
                </a:tc>
                <a:tc>
                  <a:txBody>
                    <a:bodyPr/>
                    <a:lstStyle/>
                    <a:p>
                      <a:r>
                        <a:t>0</a:t>
                      </a: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Las Vegas</a:t>
                      </a:r>
                    </a:p>
                  </a:txBody>
                  <a:tcPr>
                    <a:solidFill>
                      <a:srgbClr val="FAC205"/>
                    </a:solidFill>
                  </a:tcPr>
                </a:tc>
                <a:tc>
                  <a:txBody>
                    <a:bodyPr/>
                    <a:lstStyle/>
                    <a:p>
                      <a:r>
                        <a:t>Qatar</a:t>
                      </a:r>
                    </a:p>
                  </a:txBody>
                  <a:tcPr>
                    <a:solidFill>
                      <a:srgbClr val="FAC205"/>
                    </a:solidFill>
                  </a:tcPr>
                </a:tc>
                <a:extLst>
                  <a:ext uri="{0D108BD9-81ED-4DB2-BD59-A6C34878D82A}">
                    <a16:rowId xmlns:a16="http://schemas.microsoft.com/office/drawing/2014/main" val="10004"/>
                  </a:ext>
                </a:extLst>
              </a:tr>
              <a:tr h="293914">
                <a:tc>
                  <a:txBody>
                    <a:bodyPr/>
                    <a:lstStyle/>
                    <a:p>
                      <a:r>
                        <a:t>4</a:t>
                      </a:r>
                    </a:p>
                  </a:txBody>
                  <a:tcPr>
                    <a:solidFill>
                      <a:srgbClr val="FAC205"/>
                    </a:solidFill>
                  </a:tcPr>
                </a:tc>
                <a:tc>
                  <a:txBody>
                    <a:bodyPr/>
                    <a:lstStyle/>
                    <a:p>
                      <a:r>
                        <a:t>1</a:t>
                      </a:r>
                    </a:p>
                  </a:txBody>
                  <a:tcPr>
                    <a:solidFill>
                      <a:srgbClr val="FAC205"/>
                    </a:solidFill>
                  </a:tcPr>
                </a:tc>
                <a:tc>
                  <a:txBody>
                    <a:bodyPr/>
                    <a:lstStyle/>
                    <a:p>
                      <a:r>
                        <a:t>1</a:t>
                      </a:r>
                    </a:p>
                  </a:txBody>
                  <a:tcPr>
                    <a:solidFill>
                      <a:srgbClr val="FAC205"/>
                    </a:solidFill>
                  </a:tcPr>
                </a:tc>
                <a:tc>
                  <a:txBody>
                    <a:bodyPr/>
                    <a:lstStyle/>
                    <a:p>
                      <a:r>
                        <a:t>0</a:t>
                      </a:r>
                    </a:p>
                  </a:txBody>
                  <a:tcPr>
                    <a:solidFill>
                      <a:srgbClr val="FAC205"/>
                    </a:solidFill>
                  </a:tcPr>
                </a:tc>
                <a:tc>
                  <a:txBody>
                    <a:bodyPr/>
                    <a:lstStyle/>
                    <a:p>
                      <a:r>
                        <a:t>2</a:t>
                      </a: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Spain</a:t>
                      </a:r>
                    </a:p>
                  </a:txBody>
                  <a:tcPr>
                    <a:solidFill>
                      <a:srgbClr val="028F1E"/>
                    </a:solidFill>
                  </a:tcPr>
                </a:tc>
                <a:tc>
                  <a:txBody>
                    <a:bodyPr/>
                    <a:lstStyle/>
                    <a:p>
                      <a:r>
                        <a:t>Austria</a:t>
                      </a:r>
                    </a:p>
                  </a:txBody>
                  <a:tcPr>
                    <a:solidFill>
                      <a:srgbClr val="028F1E"/>
                    </a:solidFill>
                  </a:tcPr>
                </a:tc>
                <a:tc>
                  <a:txBody>
                    <a:bodyPr/>
                    <a:lstStyle/>
                    <a:p>
                      <a:r>
                        <a:t>Hungary</a:t>
                      </a:r>
                    </a:p>
                  </a:txBody>
                  <a:tcPr>
                    <a:solidFill>
                      <a:srgbClr val="028F1E"/>
                    </a:solidFill>
                  </a:tcPr>
                </a:tc>
                <a:tc>
                  <a:txBody>
                    <a:bodyPr/>
                    <a:lstStyle/>
                    <a:p>
                      <a:r>
                        <a:t>Singapore</a:t>
                      </a:r>
                    </a:p>
                  </a:txBody>
                  <a:tcPr>
                    <a:solidFill>
                      <a:srgbClr val="028F1E"/>
                    </a:solidFill>
                  </a:tcPr>
                </a:tc>
                <a:tc>
                  <a:txBody>
                    <a:bodyPr/>
                    <a:lstStyle/>
                    <a:p>
                      <a:r>
                        <a:t>Abu Dhabi</a:t>
                      </a:r>
                    </a:p>
                  </a:txBody>
                  <a:tcPr>
                    <a:solidFill>
                      <a:srgbClr val="028F1E"/>
                    </a:solidFill>
                  </a:tcPr>
                </a:tc>
                <a:extLst>
                  <a:ext uri="{0D108BD9-81ED-4DB2-BD59-A6C34878D82A}">
                    <a16:rowId xmlns:a16="http://schemas.microsoft.com/office/drawing/2014/main" val="10006"/>
                  </a:ext>
                </a:extLst>
              </a:tr>
              <a:tr h="293914">
                <a:tc>
                  <a:txBody>
                    <a:bodyPr/>
                    <a:lstStyle/>
                    <a:p>
                      <a:r>
                        <a:t>10</a:t>
                      </a:r>
                    </a:p>
                  </a:txBody>
                  <a:tcPr>
                    <a:solidFill>
                      <a:srgbClr val="028F1E"/>
                    </a:solidFill>
                  </a:tcPr>
                </a:tc>
                <a:tc>
                  <a:txBody>
                    <a:bodyPr/>
                    <a:lstStyle/>
                    <a:p>
                      <a:r>
                        <a:t>0</a:t>
                      </a:r>
                    </a:p>
                  </a:txBody>
                  <a:tcPr>
                    <a:solidFill>
                      <a:srgbClr val="028F1E"/>
                    </a:solidFill>
                  </a:tcPr>
                </a:tc>
                <a:tc>
                  <a:txBody>
                    <a:bodyPr/>
                    <a:lstStyle/>
                    <a:p>
                      <a:r>
                        <a:t>2</a:t>
                      </a:r>
                    </a:p>
                  </a:txBody>
                  <a:tcPr>
                    <a:solidFill>
                      <a:srgbClr val="028F1E"/>
                    </a:solidFill>
                  </a:tcPr>
                </a:tc>
                <a:tc>
                  <a:txBody>
                    <a:bodyPr/>
                    <a:lstStyle/>
                    <a:p>
                      <a:r>
                        <a:t>0</a:t>
                      </a:r>
                    </a:p>
                  </a:txBody>
                  <a:tcPr>
                    <a:solidFill>
                      <a:srgbClr val="028F1E"/>
                    </a:solidFill>
                  </a:tcPr>
                </a:tc>
                <a:tc>
                  <a:txBody>
                    <a:bodyPr/>
                    <a:lstStyle/>
                    <a:p>
                      <a:r>
                        <a:t>8</a:t>
                      </a: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Australia</a:t>
                      </a:r>
                    </a:p>
                  </a:txBody>
                  <a:tcPr>
                    <a:solidFill>
                      <a:srgbClr val="FF5B00"/>
                    </a:solidFill>
                  </a:tcPr>
                </a:tc>
                <a:tc>
                  <a:txBody>
                    <a:bodyPr/>
                    <a:lstStyle/>
                    <a:p>
                      <a:r>
                        <a:t>Miami</a:t>
                      </a:r>
                    </a:p>
                  </a:txBody>
                  <a:tcPr>
                    <a:solidFill>
                      <a:srgbClr val="FF5B00"/>
                    </a:solidFill>
                  </a:tcPr>
                </a:tc>
                <a:tc>
                  <a:txBody>
                    <a:bodyPr/>
                    <a:lstStyle/>
                    <a:p>
                      <a:r>
                        <a:t>Imola</a:t>
                      </a:r>
                    </a:p>
                  </a:txBody>
                  <a:tcPr>
                    <a:solidFill>
                      <a:srgbClr val="FF5B00"/>
                    </a:solidFill>
                  </a:tcPr>
                </a:tc>
                <a:tc>
                  <a:txBody>
                    <a:bodyPr/>
                    <a:lstStyle/>
                    <a:p>
                      <a:r>
                        <a:t>Silverstone</a:t>
                      </a:r>
                    </a:p>
                  </a:txBody>
                  <a:tcPr>
                    <a:solidFill>
                      <a:srgbClr val="FF5B00"/>
                    </a:solidFill>
                  </a:tcPr>
                </a:tc>
                <a:tc>
                  <a:txBody>
                    <a:bodyPr/>
                    <a:lstStyle/>
                    <a:p>
                      <a:r>
                        <a:t>Hungary</a:t>
                      </a:r>
                    </a:p>
                  </a:txBody>
                  <a:tcPr>
                    <a:solidFill>
                      <a:srgbClr val="FF5B00"/>
                    </a:solidFill>
                  </a:tcPr>
                </a:tc>
                <a:extLst>
                  <a:ext uri="{0D108BD9-81ED-4DB2-BD59-A6C34878D82A}">
                    <a16:rowId xmlns:a16="http://schemas.microsoft.com/office/drawing/2014/main" val="10008"/>
                  </a:ext>
                </a:extLst>
              </a:tr>
              <a:tr h="293914">
                <a:tc>
                  <a:txBody>
                    <a:bodyPr/>
                    <a:lstStyle/>
                    <a:p>
                      <a:r>
                        <a:t>11</a:t>
                      </a:r>
                    </a:p>
                  </a:txBody>
                  <a:tcPr>
                    <a:solidFill>
                      <a:srgbClr val="FF5B00"/>
                    </a:solidFill>
                  </a:tcPr>
                </a:tc>
                <a:tc>
                  <a:txBody>
                    <a:bodyPr/>
                    <a:lstStyle/>
                    <a:p>
                      <a:r>
                        <a:t>0</a:t>
                      </a:r>
                    </a:p>
                  </a:txBody>
                  <a:tcPr>
                    <a:solidFill>
                      <a:srgbClr val="FF5B00"/>
                    </a:solidFill>
                  </a:tcPr>
                </a:tc>
                <a:tc>
                  <a:txBody>
                    <a:bodyPr/>
                    <a:lstStyle/>
                    <a:p>
                      <a:r>
                        <a:t>2</a:t>
                      </a:r>
                    </a:p>
                  </a:txBody>
                  <a:tcPr>
                    <a:solidFill>
                      <a:srgbClr val="FF5B00"/>
                    </a:solidFill>
                  </a:tcPr>
                </a:tc>
                <a:tc>
                  <a:txBody>
                    <a:bodyPr/>
                    <a:lstStyle/>
                    <a:p>
                      <a:r>
                        <a:t>1</a:t>
                      </a:r>
                    </a:p>
                  </a:txBody>
                  <a:tcPr>
                    <a:solidFill>
                      <a:srgbClr val="FF5B00"/>
                    </a:solidFill>
                  </a:tcPr>
                </a:tc>
                <a:tc>
                  <a:txBody>
                    <a:bodyPr/>
                    <a:lstStyle/>
                    <a:p>
                      <a:r>
                        <a:t>8</a:t>
                      </a:r>
                    </a:p>
                  </a:txBody>
                  <a:tcPr>
                    <a:solidFill>
                      <a:srgbClr val="FF5B00"/>
                    </a:solidFill>
                  </a:tcPr>
                </a:tc>
                <a:tc>
                  <a:txBody>
                    <a:bodyPr/>
                    <a:lstStyle/>
                    <a:p>
                      <a:r>
                        <a:t>0</a:t>
                      </a: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Bahrain</a:t>
                      </a:r>
                    </a:p>
                  </a:txBody>
                  <a:tcPr>
                    <a:solidFill>
                      <a:srgbClr val="13EAC9"/>
                    </a:solidFill>
                  </a:tcPr>
                </a:tc>
                <a:tc>
                  <a:txBody>
                    <a:bodyPr/>
                    <a:lstStyle/>
                    <a:p>
                      <a:r>
                        <a:t>Austria</a:t>
                      </a:r>
                    </a:p>
                  </a:txBody>
                  <a:tcPr>
                    <a:solidFill>
                      <a:srgbClr val="13EAC9"/>
                    </a:solidFill>
                  </a:tcPr>
                </a:tc>
                <a:tc>
                  <a:txBody>
                    <a:bodyPr/>
                    <a:lstStyle/>
                    <a:p>
                      <a:r>
                        <a:t>Silverstone</a:t>
                      </a:r>
                    </a:p>
                  </a:txBody>
                  <a:tcPr>
                    <a:solidFill>
                      <a:srgbClr val="13EAC9"/>
                    </a:solidFill>
                  </a:tcPr>
                </a:tc>
                <a:tc>
                  <a:txBody>
                    <a:bodyPr/>
                    <a:lstStyle/>
                    <a:p>
                      <a:r>
                        <a:t>Hungary</a:t>
                      </a:r>
                    </a:p>
                  </a:txBody>
                  <a:tcPr>
                    <a:solidFill>
                      <a:srgbClr val="13EAC9"/>
                    </a:solidFill>
                  </a:tcPr>
                </a:tc>
                <a:tc>
                  <a:txBody>
                    <a:bodyPr/>
                    <a:lstStyle/>
                    <a:p>
                      <a:r>
                        <a:t>Monza</a:t>
                      </a:r>
                    </a:p>
                  </a:txBody>
                  <a:tcPr>
                    <a:solidFill>
                      <a:srgbClr val="13EAC9"/>
                    </a:solidFill>
                  </a:tcPr>
                </a:tc>
                <a:extLst>
                  <a:ext uri="{0D108BD9-81ED-4DB2-BD59-A6C34878D82A}">
                    <a16:rowId xmlns:a16="http://schemas.microsoft.com/office/drawing/2014/main" val="10010"/>
                  </a:ext>
                </a:extLst>
              </a:tr>
              <a:tr h="293914">
                <a:tc>
                  <a:txBody>
                    <a:bodyPr/>
                    <a:lstStyle/>
                    <a:p>
                      <a:r>
                        <a:t>12</a:t>
                      </a:r>
                    </a:p>
                  </a:txBody>
                  <a:tcPr>
                    <a:solidFill>
                      <a:srgbClr val="13EAC9"/>
                    </a:solidFill>
                  </a:tcPr>
                </a:tc>
                <a:tc>
                  <a:txBody>
                    <a:bodyPr/>
                    <a:lstStyle/>
                    <a:p>
                      <a:r>
                        <a:t>1</a:t>
                      </a:r>
                    </a:p>
                  </a:txBody>
                  <a:tcPr>
                    <a:solidFill>
                      <a:srgbClr val="13EAC9"/>
                    </a:solidFill>
                  </a:tcPr>
                </a:tc>
                <a:tc>
                  <a:txBody>
                    <a:bodyPr/>
                    <a:lstStyle/>
                    <a:p>
                      <a:r>
                        <a:t>2</a:t>
                      </a:r>
                    </a:p>
                  </a:txBody>
                  <a:tcPr>
                    <a:solidFill>
                      <a:srgbClr val="13EAC9"/>
                    </a:solidFill>
                  </a:tcPr>
                </a:tc>
                <a:tc>
                  <a:txBody>
                    <a:bodyPr/>
                    <a:lstStyle/>
                    <a:p>
                      <a:r>
                        <a:t>8</a:t>
                      </a:r>
                    </a:p>
                  </a:txBody>
                  <a:tcPr>
                    <a:solidFill>
                      <a:srgbClr val="13EAC9"/>
                    </a:solidFill>
                  </a:tcPr>
                </a:tc>
                <a:tc>
                  <a:txBody>
                    <a:bodyPr/>
                    <a:lstStyle/>
                    <a:p>
                      <a:r>
                        <a:t>0</a:t>
                      </a:r>
                    </a:p>
                  </a:txBody>
                  <a:tcPr>
                    <a:solidFill>
                      <a:srgbClr val="13EAC9"/>
                    </a:solidFill>
                  </a:tcPr>
                </a:tc>
                <a:tc>
                  <a:txBody>
                    <a:bodyPr/>
                    <a:lstStyle/>
                    <a:p>
                      <a:r>
                        <a:t>1</a:t>
                      </a: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Bahrain</a:t>
                      </a:r>
                    </a:p>
                  </a:txBody>
                  <a:tcPr>
                    <a:solidFill>
                      <a:srgbClr val="9A0EEA"/>
                    </a:solidFill>
                  </a:tcPr>
                </a:tc>
                <a:tc>
                  <a:txBody>
                    <a:bodyPr/>
                    <a:lstStyle/>
                    <a:p>
                      <a:r>
                        <a:t>Austria</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Las Vegas</a:t>
                      </a:r>
                    </a:p>
                  </a:txBody>
                  <a:tcPr>
                    <a:solidFill>
                      <a:srgbClr val="9A0EEA"/>
                    </a:solidFill>
                  </a:tcPr>
                </a:tc>
                <a:extLst>
                  <a:ext uri="{0D108BD9-81ED-4DB2-BD59-A6C34878D82A}">
                    <a16:rowId xmlns:a16="http://schemas.microsoft.com/office/drawing/2014/main" val="10012"/>
                  </a:ext>
                </a:extLst>
              </a:tr>
              <a:tr h="293918">
                <a:tc>
                  <a:txBody>
                    <a:bodyPr/>
                    <a:lstStyle/>
                    <a:p>
                      <a:r>
                        <a:t>6</a:t>
                      </a:r>
                    </a:p>
                  </a:txBody>
                  <a:tcPr>
                    <a:solidFill>
                      <a:srgbClr val="9A0EEA"/>
                    </a:solidFill>
                  </a:tcPr>
                </a:tc>
                <a:tc>
                  <a:txBody>
                    <a:bodyPr/>
                    <a:lstStyle/>
                    <a:p>
                      <a:r>
                        <a:t>1</a:t>
                      </a:r>
                    </a:p>
                  </a:txBody>
                  <a:tcPr>
                    <a:solidFill>
                      <a:srgbClr val="9A0EEA"/>
                    </a:solidFill>
                  </a:tcPr>
                </a:tc>
                <a:tc>
                  <a:txBody>
                    <a:bodyPr/>
                    <a:lstStyle/>
                    <a:p>
                      <a:r>
                        <a:t>2</a:t>
                      </a:r>
                    </a:p>
                  </a:txBody>
                  <a:tcPr>
                    <a:solidFill>
                      <a:srgbClr val="9A0EEA"/>
                    </a:solidFill>
                  </a:tcPr>
                </a:tc>
                <a:tc>
                  <a:txBody>
                    <a:bodyPr/>
                    <a:lstStyle/>
                    <a:p>
                      <a:r>
                        <a:t>1</a:t>
                      </a:r>
                    </a:p>
                  </a:txBody>
                  <a:tcPr>
                    <a:solidFill>
                      <a:srgbClr val="9A0EEA"/>
                    </a:solidFill>
                  </a:tcPr>
                </a:tc>
                <a:tc>
                  <a:txBody>
                    <a:bodyPr/>
                    <a:lstStyle/>
                    <a:p>
                      <a:r>
                        <a:t>0</a:t>
                      </a:r>
                    </a:p>
                  </a:txBody>
                  <a:tcPr>
                    <a:solidFill>
                      <a:srgbClr val="9A0EEA"/>
                    </a:solidFill>
                  </a:tcPr>
                </a:tc>
                <a:tc>
                  <a:txBody>
                    <a:bodyPr/>
                    <a:lstStyle/>
                    <a:p>
                      <a:r>
                        <a:t>2</a:t>
                      </a: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629</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657</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619</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790</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608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667</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547</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Hulk @ Qatar</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Saudi Arabia</a:t>
                      </a:r>
                    </a:p>
                  </a:txBody>
                  <a:tcPr>
                    <a:solidFill>
                      <a:srgbClr val="040273"/>
                    </a:solidFill>
                  </a:tcPr>
                </a:tc>
                <a:tc>
                  <a:txBody>
                    <a:bodyPr/>
                    <a:lstStyle/>
                    <a:p>
                      <a:r>
                        <a:t>Canada</a:t>
                      </a:r>
                    </a:p>
                  </a:txBody>
                  <a:tcPr>
                    <a:solidFill>
                      <a:srgbClr val="040273"/>
                    </a:solidFill>
                  </a:tcPr>
                </a:tc>
                <a:tc>
                  <a:txBody>
                    <a:bodyPr/>
                    <a:lstStyle/>
                    <a:p>
                      <a:r>
                        <a:t>Spain</a:t>
                      </a:r>
                    </a:p>
                  </a:txBody>
                  <a:tcPr>
                    <a:solidFill>
                      <a:srgbClr val="040273"/>
                    </a:solidFill>
                  </a:tcPr>
                </a:tc>
                <a:tc>
                  <a:txBody>
                    <a:bodyPr/>
                    <a:lstStyle/>
                    <a:p>
                      <a:r>
                        <a:t>Singapore</a:t>
                      </a:r>
                    </a:p>
                  </a:txBody>
                  <a:tcPr>
                    <a:solidFill>
                      <a:srgbClr val="040273"/>
                    </a:solidFill>
                  </a:tcPr>
                </a:tc>
                <a:tc>
                  <a:txBody>
                    <a:bodyPr/>
                    <a:lstStyle/>
                    <a:p>
                      <a:r>
                        <a:t>Brazil</a:t>
                      </a:r>
                    </a:p>
                  </a:txBody>
                  <a:tcPr>
                    <a:solidFill>
                      <a:srgbClr val="040273"/>
                    </a:solidFill>
                  </a:tcPr>
                </a:tc>
                <a:extLst>
                  <a:ext uri="{0D108BD9-81ED-4DB2-BD59-A6C34878D82A}">
                    <a16:rowId xmlns:a16="http://schemas.microsoft.com/office/drawing/2014/main" val="10000"/>
                  </a:ext>
                </a:extLst>
              </a:tr>
              <a:tr h="293914">
                <a:tc>
                  <a:txBody>
                    <a:bodyPr/>
                    <a:lstStyle/>
                    <a:p>
                      <a:r>
                        <a:t>8</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8</a:t>
                      </a:r>
                    </a:p>
                  </a:txBody>
                  <a:tcPr>
                    <a:solidFill>
                      <a:srgbClr val="040273"/>
                    </a:solidFill>
                  </a:tcPr>
                </a:tc>
                <a:tc>
                  <a:txBody>
                    <a:bodyPr/>
                    <a:lstStyle/>
                    <a:p>
                      <a:r>
                        <a:t>0</a:t>
                      </a: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China</a:t>
                      </a:r>
                    </a:p>
                  </a:txBody>
                  <a:tcPr>
                    <a:solidFill>
                      <a:srgbClr val="E8002D"/>
                    </a:solidFill>
                  </a:tcPr>
                </a:tc>
                <a:tc>
                  <a:txBody>
                    <a:bodyPr/>
                    <a:lstStyle/>
                    <a:p>
                      <a:r>
                        <a:t>Canada</a:t>
                      </a:r>
                    </a:p>
                  </a:txBody>
                  <a:tcPr>
                    <a:solidFill>
                      <a:srgbClr val="E8002D"/>
                    </a:solidFill>
                  </a:tcPr>
                </a:tc>
                <a:tc>
                  <a:txBody>
                    <a:bodyPr/>
                    <a:lstStyle/>
                    <a:p>
                      <a:r>
                        <a:t>COTA</a:t>
                      </a:r>
                    </a:p>
                  </a:txBody>
                  <a:tcPr>
                    <a:solidFill>
                      <a:srgbClr val="E8002D"/>
                    </a:solidFill>
                  </a:tcPr>
                </a:tc>
                <a:tc>
                  <a:txBody>
                    <a:bodyPr/>
                    <a:lstStyle/>
                    <a:p>
                      <a:r>
                        <a:t>Abu Dhabi</a:t>
                      </a:r>
                    </a:p>
                  </a:txBody>
                  <a:tcPr>
                    <a:solidFill>
                      <a:srgbClr val="E8002D"/>
                    </a:solidFill>
                  </a:tcPr>
                </a:tc>
                <a:extLst>
                  <a:ext uri="{0D108BD9-81ED-4DB2-BD59-A6C34878D82A}">
                    <a16:rowId xmlns:a16="http://schemas.microsoft.com/office/drawing/2014/main" val="10002"/>
                  </a:ext>
                </a:extLst>
              </a:tr>
              <a:tr h="293914">
                <a:tc>
                  <a:txBody>
                    <a:bodyPr/>
                    <a:lstStyle/>
                    <a:p>
                      <a:r>
                        <a:t>2</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r>
                        <a:t>0</a:t>
                      </a:r>
                    </a:p>
                  </a:txBody>
                  <a:tcPr>
                    <a:solidFill>
                      <a:srgbClr val="E8002D"/>
                    </a:solidFill>
                  </a:tcPr>
                </a:tc>
                <a:tc>
                  <a:txBody>
                    <a:bodyPr/>
                    <a:lstStyle/>
                    <a:p>
                      <a:r>
                        <a:t>0</a:t>
                      </a: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Las Vegas</a:t>
                      </a:r>
                    </a:p>
                  </a:txBody>
                  <a:tcPr>
                    <a:solidFill>
                      <a:srgbClr val="FAC205"/>
                    </a:solidFill>
                  </a:tcPr>
                </a:tc>
                <a:tc>
                  <a:txBody>
                    <a:bodyPr/>
                    <a:lstStyle/>
                    <a:p>
                      <a:r>
                        <a:t>Qatar</a:t>
                      </a:r>
                    </a:p>
                  </a:txBody>
                  <a:tcPr>
                    <a:solidFill>
                      <a:srgbClr val="FAC205"/>
                    </a:solidFill>
                  </a:tcPr>
                </a:tc>
                <a:extLst>
                  <a:ext uri="{0D108BD9-81ED-4DB2-BD59-A6C34878D82A}">
                    <a16:rowId xmlns:a16="http://schemas.microsoft.com/office/drawing/2014/main" val="10004"/>
                  </a:ext>
                </a:extLst>
              </a:tr>
              <a:tr h="293914">
                <a:tc>
                  <a:txBody>
                    <a:bodyPr/>
                    <a:lstStyle/>
                    <a:p>
                      <a:r>
                        <a:t>4</a:t>
                      </a:r>
                    </a:p>
                  </a:txBody>
                  <a:tcPr>
                    <a:solidFill>
                      <a:srgbClr val="FAC205"/>
                    </a:solidFill>
                  </a:tcPr>
                </a:tc>
                <a:tc>
                  <a:txBody>
                    <a:bodyPr/>
                    <a:lstStyle/>
                    <a:p>
                      <a:r>
                        <a:t>1</a:t>
                      </a:r>
                    </a:p>
                  </a:txBody>
                  <a:tcPr>
                    <a:solidFill>
                      <a:srgbClr val="FAC205"/>
                    </a:solidFill>
                  </a:tcPr>
                </a:tc>
                <a:tc>
                  <a:txBody>
                    <a:bodyPr/>
                    <a:lstStyle/>
                    <a:p>
                      <a:r>
                        <a:t>1</a:t>
                      </a:r>
                    </a:p>
                  </a:txBody>
                  <a:tcPr>
                    <a:solidFill>
                      <a:srgbClr val="FAC205"/>
                    </a:solidFill>
                  </a:tcPr>
                </a:tc>
                <a:tc>
                  <a:txBody>
                    <a:bodyPr/>
                    <a:lstStyle/>
                    <a:p>
                      <a:r>
                        <a:t>0</a:t>
                      </a:r>
                    </a:p>
                  </a:txBody>
                  <a:tcPr>
                    <a:solidFill>
                      <a:srgbClr val="FAC205"/>
                    </a:solidFill>
                  </a:tcPr>
                </a:tc>
                <a:tc>
                  <a:txBody>
                    <a:bodyPr/>
                    <a:lstStyle/>
                    <a:p>
                      <a:r>
                        <a:t>2</a:t>
                      </a:r>
                    </a:p>
                  </a:txBody>
                  <a:tcPr>
                    <a:solidFill>
                      <a:srgbClr val="FAC205"/>
                    </a:solidFill>
                  </a:tcPr>
                </a:tc>
                <a:tc>
                  <a:txBody>
                    <a:bodyPr/>
                    <a:lstStyle/>
                    <a:p>
                      <a:r>
                        <a:t>0</a:t>
                      </a: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Spain</a:t>
                      </a:r>
                    </a:p>
                  </a:txBody>
                  <a:tcPr>
                    <a:solidFill>
                      <a:srgbClr val="028F1E"/>
                    </a:solidFill>
                  </a:tcPr>
                </a:tc>
                <a:tc>
                  <a:txBody>
                    <a:bodyPr/>
                    <a:lstStyle/>
                    <a:p>
                      <a:r>
                        <a:t>Austria</a:t>
                      </a:r>
                    </a:p>
                  </a:txBody>
                  <a:tcPr>
                    <a:solidFill>
                      <a:srgbClr val="028F1E"/>
                    </a:solidFill>
                  </a:tcPr>
                </a:tc>
                <a:tc>
                  <a:txBody>
                    <a:bodyPr/>
                    <a:lstStyle/>
                    <a:p>
                      <a:r>
                        <a:t>Hungary</a:t>
                      </a:r>
                    </a:p>
                  </a:txBody>
                  <a:tcPr>
                    <a:solidFill>
                      <a:srgbClr val="028F1E"/>
                    </a:solidFill>
                  </a:tcPr>
                </a:tc>
                <a:tc>
                  <a:txBody>
                    <a:bodyPr/>
                    <a:lstStyle/>
                    <a:p>
                      <a:r>
                        <a:t>Singapore</a:t>
                      </a:r>
                    </a:p>
                  </a:txBody>
                  <a:tcPr>
                    <a:solidFill>
                      <a:srgbClr val="028F1E"/>
                    </a:solidFill>
                  </a:tcPr>
                </a:tc>
                <a:tc>
                  <a:txBody>
                    <a:bodyPr/>
                    <a:lstStyle/>
                    <a:p>
                      <a:r>
                        <a:t>Abu Dhabi</a:t>
                      </a:r>
                    </a:p>
                  </a:txBody>
                  <a:tcPr>
                    <a:solidFill>
                      <a:srgbClr val="028F1E"/>
                    </a:solidFill>
                  </a:tcPr>
                </a:tc>
                <a:extLst>
                  <a:ext uri="{0D108BD9-81ED-4DB2-BD59-A6C34878D82A}">
                    <a16:rowId xmlns:a16="http://schemas.microsoft.com/office/drawing/2014/main" val="10006"/>
                  </a:ext>
                </a:extLst>
              </a:tr>
              <a:tr h="293914">
                <a:tc>
                  <a:txBody>
                    <a:bodyPr/>
                    <a:lstStyle/>
                    <a:p>
                      <a:r>
                        <a:t>10</a:t>
                      </a:r>
                    </a:p>
                  </a:txBody>
                  <a:tcPr>
                    <a:solidFill>
                      <a:srgbClr val="028F1E"/>
                    </a:solidFill>
                  </a:tcPr>
                </a:tc>
                <a:tc>
                  <a:txBody>
                    <a:bodyPr/>
                    <a:lstStyle/>
                    <a:p>
                      <a:r>
                        <a:t>0</a:t>
                      </a:r>
                    </a:p>
                  </a:txBody>
                  <a:tcPr>
                    <a:solidFill>
                      <a:srgbClr val="028F1E"/>
                    </a:solidFill>
                  </a:tcPr>
                </a:tc>
                <a:tc>
                  <a:txBody>
                    <a:bodyPr/>
                    <a:lstStyle/>
                    <a:p>
                      <a:r>
                        <a:t>2</a:t>
                      </a:r>
                    </a:p>
                  </a:txBody>
                  <a:tcPr>
                    <a:solidFill>
                      <a:srgbClr val="028F1E"/>
                    </a:solidFill>
                  </a:tcPr>
                </a:tc>
                <a:tc>
                  <a:txBody>
                    <a:bodyPr/>
                    <a:lstStyle/>
                    <a:p>
                      <a:r>
                        <a:t>0</a:t>
                      </a:r>
                    </a:p>
                  </a:txBody>
                  <a:tcPr>
                    <a:solidFill>
                      <a:srgbClr val="028F1E"/>
                    </a:solidFill>
                  </a:tcPr>
                </a:tc>
                <a:tc>
                  <a:txBody>
                    <a:bodyPr/>
                    <a:lstStyle/>
                    <a:p>
                      <a:r>
                        <a:t>8</a:t>
                      </a: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Australia</a:t>
                      </a:r>
                    </a:p>
                  </a:txBody>
                  <a:tcPr>
                    <a:solidFill>
                      <a:srgbClr val="FF5B00"/>
                    </a:solidFill>
                  </a:tcPr>
                </a:tc>
                <a:tc>
                  <a:txBody>
                    <a:bodyPr/>
                    <a:lstStyle/>
                    <a:p>
                      <a:r>
                        <a:t>Miami</a:t>
                      </a:r>
                    </a:p>
                  </a:txBody>
                  <a:tcPr>
                    <a:solidFill>
                      <a:srgbClr val="FF5B00"/>
                    </a:solidFill>
                  </a:tcPr>
                </a:tc>
                <a:tc>
                  <a:txBody>
                    <a:bodyPr/>
                    <a:lstStyle/>
                    <a:p>
                      <a:r>
                        <a:t>Imola</a:t>
                      </a:r>
                    </a:p>
                  </a:txBody>
                  <a:tcPr>
                    <a:solidFill>
                      <a:srgbClr val="FF5B00"/>
                    </a:solidFill>
                  </a:tcPr>
                </a:tc>
                <a:tc>
                  <a:txBody>
                    <a:bodyPr/>
                    <a:lstStyle/>
                    <a:p>
                      <a:r>
                        <a:t>Silverstone</a:t>
                      </a:r>
                    </a:p>
                  </a:txBody>
                  <a:tcPr>
                    <a:solidFill>
                      <a:srgbClr val="FF5B00"/>
                    </a:solidFill>
                  </a:tcPr>
                </a:tc>
                <a:tc>
                  <a:txBody>
                    <a:bodyPr/>
                    <a:lstStyle/>
                    <a:p>
                      <a:r>
                        <a:t>Hungary</a:t>
                      </a:r>
                    </a:p>
                  </a:txBody>
                  <a:tcPr>
                    <a:solidFill>
                      <a:srgbClr val="FF5B00"/>
                    </a:solidFill>
                  </a:tcPr>
                </a:tc>
                <a:extLst>
                  <a:ext uri="{0D108BD9-81ED-4DB2-BD59-A6C34878D82A}">
                    <a16:rowId xmlns:a16="http://schemas.microsoft.com/office/drawing/2014/main" val="10008"/>
                  </a:ext>
                </a:extLst>
              </a:tr>
              <a:tr h="293914">
                <a:tc>
                  <a:txBody>
                    <a:bodyPr/>
                    <a:lstStyle/>
                    <a:p>
                      <a:r>
                        <a:t>11</a:t>
                      </a:r>
                    </a:p>
                  </a:txBody>
                  <a:tcPr>
                    <a:solidFill>
                      <a:srgbClr val="FF5B00"/>
                    </a:solidFill>
                  </a:tcPr>
                </a:tc>
                <a:tc>
                  <a:txBody>
                    <a:bodyPr/>
                    <a:lstStyle/>
                    <a:p>
                      <a:r>
                        <a:t>0</a:t>
                      </a:r>
                    </a:p>
                  </a:txBody>
                  <a:tcPr>
                    <a:solidFill>
                      <a:srgbClr val="FF5B00"/>
                    </a:solidFill>
                  </a:tcPr>
                </a:tc>
                <a:tc>
                  <a:txBody>
                    <a:bodyPr/>
                    <a:lstStyle/>
                    <a:p>
                      <a:r>
                        <a:t>2</a:t>
                      </a:r>
                    </a:p>
                  </a:txBody>
                  <a:tcPr>
                    <a:solidFill>
                      <a:srgbClr val="FF5B00"/>
                    </a:solidFill>
                  </a:tcPr>
                </a:tc>
                <a:tc>
                  <a:txBody>
                    <a:bodyPr/>
                    <a:lstStyle/>
                    <a:p>
                      <a:r>
                        <a:t>1</a:t>
                      </a:r>
                    </a:p>
                  </a:txBody>
                  <a:tcPr>
                    <a:solidFill>
                      <a:srgbClr val="FF5B00"/>
                    </a:solidFill>
                  </a:tcPr>
                </a:tc>
                <a:tc>
                  <a:txBody>
                    <a:bodyPr/>
                    <a:lstStyle/>
                    <a:p>
                      <a:r>
                        <a:t>8</a:t>
                      </a:r>
                    </a:p>
                  </a:txBody>
                  <a:tcPr>
                    <a:solidFill>
                      <a:srgbClr val="FF5B00"/>
                    </a:solidFill>
                  </a:tcPr>
                </a:tc>
                <a:tc>
                  <a:txBody>
                    <a:bodyPr/>
                    <a:lstStyle/>
                    <a:p>
                      <a:r>
                        <a:t>0</a:t>
                      </a: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Bahrain</a:t>
                      </a:r>
                    </a:p>
                  </a:txBody>
                  <a:tcPr>
                    <a:solidFill>
                      <a:srgbClr val="13EAC9"/>
                    </a:solidFill>
                  </a:tcPr>
                </a:tc>
                <a:tc>
                  <a:txBody>
                    <a:bodyPr/>
                    <a:lstStyle/>
                    <a:p>
                      <a:r>
                        <a:t>Austria</a:t>
                      </a:r>
                    </a:p>
                  </a:txBody>
                  <a:tcPr>
                    <a:solidFill>
                      <a:srgbClr val="13EAC9"/>
                    </a:solidFill>
                  </a:tcPr>
                </a:tc>
                <a:tc>
                  <a:txBody>
                    <a:bodyPr/>
                    <a:lstStyle/>
                    <a:p>
                      <a:r>
                        <a:t>Silverstone</a:t>
                      </a:r>
                    </a:p>
                  </a:txBody>
                  <a:tcPr>
                    <a:solidFill>
                      <a:srgbClr val="13EAC9"/>
                    </a:solidFill>
                  </a:tcPr>
                </a:tc>
                <a:tc>
                  <a:txBody>
                    <a:bodyPr/>
                    <a:lstStyle/>
                    <a:p>
                      <a:r>
                        <a:t>Hungary</a:t>
                      </a:r>
                    </a:p>
                  </a:txBody>
                  <a:tcPr>
                    <a:solidFill>
                      <a:srgbClr val="13EAC9"/>
                    </a:solidFill>
                  </a:tcPr>
                </a:tc>
                <a:tc>
                  <a:txBody>
                    <a:bodyPr/>
                    <a:lstStyle/>
                    <a:p>
                      <a:r>
                        <a:t>Monza</a:t>
                      </a:r>
                    </a:p>
                  </a:txBody>
                  <a:tcPr>
                    <a:solidFill>
                      <a:srgbClr val="13EAC9"/>
                    </a:solidFill>
                  </a:tcPr>
                </a:tc>
                <a:extLst>
                  <a:ext uri="{0D108BD9-81ED-4DB2-BD59-A6C34878D82A}">
                    <a16:rowId xmlns:a16="http://schemas.microsoft.com/office/drawing/2014/main" val="10010"/>
                  </a:ext>
                </a:extLst>
              </a:tr>
              <a:tr h="293914">
                <a:tc>
                  <a:txBody>
                    <a:bodyPr/>
                    <a:lstStyle/>
                    <a:p>
                      <a:r>
                        <a:t>12</a:t>
                      </a:r>
                    </a:p>
                  </a:txBody>
                  <a:tcPr>
                    <a:solidFill>
                      <a:srgbClr val="13EAC9"/>
                    </a:solidFill>
                  </a:tcPr>
                </a:tc>
                <a:tc>
                  <a:txBody>
                    <a:bodyPr/>
                    <a:lstStyle/>
                    <a:p>
                      <a:r>
                        <a:t>1</a:t>
                      </a:r>
                    </a:p>
                  </a:txBody>
                  <a:tcPr>
                    <a:solidFill>
                      <a:srgbClr val="13EAC9"/>
                    </a:solidFill>
                  </a:tcPr>
                </a:tc>
                <a:tc>
                  <a:txBody>
                    <a:bodyPr/>
                    <a:lstStyle/>
                    <a:p>
                      <a:r>
                        <a:t>2</a:t>
                      </a:r>
                    </a:p>
                  </a:txBody>
                  <a:tcPr>
                    <a:solidFill>
                      <a:srgbClr val="13EAC9"/>
                    </a:solidFill>
                  </a:tcPr>
                </a:tc>
                <a:tc>
                  <a:txBody>
                    <a:bodyPr/>
                    <a:lstStyle/>
                    <a:p>
                      <a:r>
                        <a:t>8</a:t>
                      </a:r>
                    </a:p>
                  </a:txBody>
                  <a:tcPr>
                    <a:solidFill>
                      <a:srgbClr val="13EAC9"/>
                    </a:solidFill>
                  </a:tcPr>
                </a:tc>
                <a:tc>
                  <a:txBody>
                    <a:bodyPr/>
                    <a:lstStyle/>
                    <a:p>
                      <a:r>
                        <a:t>0</a:t>
                      </a:r>
                    </a:p>
                  </a:txBody>
                  <a:tcPr>
                    <a:solidFill>
                      <a:srgbClr val="13EAC9"/>
                    </a:solidFill>
                  </a:tcPr>
                </a:tc>
                <a:tc>
                  <a:txBody>
                    <a:bodyPr/>
                    <a:lstStyle/>
                    <a:p>
                      <a:r>
                        <a:t>1</a:t>
                      </a: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Bahrain</a:t>
                      </a:r>
                    </a:p>
                  </a:txBody>
                  <a:tcPr>
                    <a:solidFill>
                      <a:srgbClr val="9A0EEA"/>
                    </a:solidFill>
                  </a:tcPr>
                </a:tc>
                <a:tc>
                  <a:txBody>
                    <a:bodyPr/>
                    <a:lstStyle/>
                    <a:p>
                      <a:r>
                        <a:t>Austria</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Las Vegas</a:t>
                      </a:r>
                    </a:p>
                  </a:txBody>
                  <a:tcPr>
                    <a:solidFill>
                      <a:srgbClr val="9A0EEA"/>
                    </a:solidFill>
                  </a:tcPr>
                </a:tc>
                <a:extLst>
                  <a:ext uri="{0D108BD9-81ED-4DB2-BD59-A6C34878D82A}">
                    <a16:rowId xmlns:a16="http://schemas.microsoft.com/office/drawing/2014/main" val="10012"/>
                  </a:ext>
                </a:extLst>
              </a:tr>
              <a:tr h="293918">
                <a:tc>
                  <a:txBody>
                    <a:bodyPr/>
                    <a:lstStyle/>
                    <a:p>
                      <a:r>
                        <a:t>6</a:t>
                      </a:r>
                    </a:p>
                  </a:txBody>
                  <a:tcPr>
                    <a:solidFill>
                      <a:srgbClr val="9A0EEA"/>
                    </a:solidFill>
                  </a:tcPr>
                </a:tc>
                <a:tc>
                  <a:txBody>
                    <a:bodyPr/>
                    <a:lstStyle/>
                    <a:p>
                      <a:r>
                        <a:t>1</a:t>
                      </a:r>
                    </a:p>
                  </a:txBody>
                  <a:tcPr>
                    <a:solidFill>
                      <a:srgbClr val="9A0EEA"/>
                    </a:solidFill>
                  </a:tcPr>
                </a:tc>
                <a:tc>
                  <a:txBody>
                    <a:bodyPr/>
                    <a:lstStyle/>
                    <a:p>
                      <a:r>
                        <a:t>2</a:t>
                      </a:r>
                    </a:p>
                  </a:txBody>
                  <a:tcPr>
                    <a:solidFill>
                      <a:srgbClr val="9A0EEA"/>
                    </a:solidFill>
                  </a:tcPr>
                </a:tc>
                <a:tc>
                  <a:txBody>
                    <a:bodyPr/>
                    <a:lstStyle/>
                    <a:p>
                      <a:r>
                        <a:t>1</a:t>
                      </a:r>
                    </a:p>
                  </a:txBody>
                  <a:tcPr>
                    <a:solidFill>
                      <a:srgbClr val="9A0EEA"/>
                    </a:solidFill>
                  </a:tcPr>
                </a:tc>
                <a:tc>
                  <a:txBody>
                    <a:bodyPr/>
                    <a:lstStyle/>
                    <a:p>
                      <a:r>
                        <a:t>0</a:t>
                      </a:r>
                    </a:p>
                  </a:txBody>
                  <a:tcPr>
                    <a:solidFill>
                      <a:srgbClr val="9A0EEA"/>
                    </a:solidFill>
                  </a:tcPr>
                </a:tc>
                <a:tc>
                  <a:txBody>
                    <a:bodyPr/>
                    <a:lstStyle/>
                    <a:p>
                      <a:r>
                        <a:t>2</a:t>
                      </a: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629</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657</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619</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790</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608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667</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547</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Hulk @ Abu Dhabi</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Saudi Arabia</a:t>
                      </a:r>
                    </a:p>
                  </a:txBody>
                  <a:tcPr>
                    <a:solidFill>
                      <a:srgbClr val="040273"/>
                    </a:solidFill>
                  </a:tcPr>
                </a:tc>
                <a:tc>
                  <a:txBody>
                    <a:bodyPr/>
                    <a:lstStyle/>
                    <a:p>
                      <a:r>
                        <a:t>Canada</a:t>
                      </a:r>
                    </a:p>
                  </a:txBody>
                  <a:tcPr>
                    <a:solidFill>
                      <a:srgbClr val="040273"/>
                    </a:solidFill>
                  </a:tcPr>
                </a:tc>
                <a:tc>
                  <a:txBody>
                    <a:bodyPr/>
                    <a:lstStyle/>
                    <a:p>
                      <a:r>
                        <a:t>Spain</a:t>
                      </a:r>
                    </a:p>
                  </a:txBody>
                  <a:tcPr>
                    <a:solidFill>
                      <a:srgbClr val="040273"/>
                    </a:solidFill>
                  </a:tcPr>
                </a:tc>
                <a:tc>
                  <a:txBody>
                    <a:bodyPr/>
                    <a:lstStyle/>
                    <a:p>
                      <a:r>
                        <a:t>Singapore</a:t>
                      </a:r>
                    </a:p>
                  </a:txBody>
                  <a:tcPr>
                    <a:solidFill>
                      <a:srgbClr val="040273"/>
                    </a:solidFill>
                  </a:tcPr>
                </a:tc>
                <a:tc>
                  <a:txBody>
                    <a:bodyPr/>
                    <a:lstStyle/>
                    <a:p>
                      <a:r>
                        <a:t>Brazil</a:t>
                      </a:r>
                    </a:p>
                  </a:txBody>
                  <a:tcPr>
                    <a:solidFill>
                      <a:srgbClr val="040273"/>
                    </a:solidFill>
                  </a:tcPr>
                </a:tc>
                <a:extLst>
                  <a:ext uri="{0D108BD9-81ED-4DB2-BD59-A6C34878D82A}">
                    <a16:rowId xmlns:a16="http://schemas.microsoft.com/office/drawing/2014/main" val="10000"/>
                  </a:ext>
                </a:extLst>
              </a:tr>
              <a:tr h="293914">
                <a:tc>
                  <a:txBody>
                    <a:bodyPr/>
                    <a:lstStyle/>
                    <a:p>
                      <a:r>
                        <a:t>8</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0</a:t>
                      </a:r>
                    </a:p>
                  </a:txBody>
                  <a:tcPr>
                    <a:solidFill>
                      <a:srgbClr val="040273"/>
                    </a:solidFill>
                  </a:tcPr>
                </a:tc>
                <a:tc>
                  <a:txBody>
                    <a:bodyPr/>
                    <a:lstStyle/>
                    <a:p>
                      <a:r>
                        <a:t>8</a:t>
                      </a:r>
                    </a:p>
                  </a:txBody>
                  <a:tcPr>
                    <a:solidFill>
                      <a:srgbClr val="040273"/>
                    </a:solidFill>
                  </a:tcPr>
                </a:tc>
                <a:tc>
                  <a:txBody>
                    <a:bodyPr/>
                    <a:lstStyle/>
                    <a:p>
                      <a:r>
                        <a:t>0</a:t>
                      </a: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China</a:t>
                      </a:r>
                    </a:p>
                  </a:txBody>
                  <a:tcPr>
                    <a:solidFill>
                      <a:srgbClr val="E8002D"/>
                    </a:solidFill>
                  </a:tcPr>
                </a:tc>
                <a:tc>
                  <a:txBody>
                    <a:bodyPr/>
                    <a:lstStyle/>
                    <a:p>
                      <a:r>
                        <a:t>Canada</a:t>
                      </a:r>
                    </a:p>
                  </a:txBody>
                  <a:tcPr>
                    <a:solidFill>
                      <a:srgbClr val="E8002D"/>
                    </a:solidFill>
                  </a:tcPr>
                </a:tc>
                <a:tc>
                  <a:txBody>
                    <a:bodyPr/>
                    <a:lstStyle/>
                    <a:p>
                      <a:r>
                        <a:t>COTA</a:t>
                      </a:r>
                    </a:p>
                  </a:txBody>
                  <a:tcPr>
                    <a:solidFill>
                      <a:srgbClr val="E8002D"/>
                    </a:solidFill>
                  </a:tcPr>
                </a:tc>
                <a:tc>
                  <a:txBody>
                    <a:bodyPr/>
                    <a:lstStyle/>
                    <a:p>
                      <a:r>
                        <a:t>Abu Dhabi</a:t>
                      </a:r>
                    </a:p>
                  </a:txBody>
                  <a:tcPr>
                    <a:solidFill>
                      <a:srgbClr val="E8002D"/>
                    </a:solidFill>
                  </a:tcPr>
                </a:tc>
                <a:extLst>
                  <a:ext uri="{0D108BD9-81ED-4DB2-BD59-A6C34878D82A}">
                    <a16:rowId xmlns:a16="http://schemas.microsoft.com/office/drawing/2014/main" val="10002"/>
                  </a:ext>
                </a:extLst>
              </a:tr>
              <a:tr h="293914">
                <a:tc>
                  <a:txBody>
                    <a:bodyPr/>
                    <a:lstStyle/>
                    <a:p>
                      <a:r>
                        <a:t>10</a:t>
                      </a:r>
                    </a:p>
                  </a:txBody>
                  <a:tcPr>
                    <a:solidFill>
                      <a:srgbClr val="E8002D"/>
                    </a:solidFill>
                  </a:tcPr>
                </a:tc>
                <a:tc>
                  <a:txBody>
                    <a:bodyPr/>
                    <a:lstStyle/>
                    <a:p>
                      <a:r>
                        <a:t>0</a:t>
                      </a:r>
                    </a:p>
                  </a:txBody>
                  <a:tcPr>
                    <a:solidFill>
                      <a:srgbClr val="E8002D"/>
                    </a:solidFill>
                  </a:tcPr>
                </a:tc>
                <a:tc>
                  <a:txBody>
                    <a:bodyPr/>
                    <a:lstStyle/>
                    <a:p>
                      <a:r>
                        <a:t>2</a:t>
                      </a:r>
                    </a:p>
                  </a:txBody>
                  <a:tcPr>
                    <a:solidFill>
                      <a:srgbClr val="E8002D"/>
                    </a:solidFill>
                  </a:tcPr>
                </a:tc>
                <a:tc>
                  <a:txBody>
                    <a:bodyPr/>
                    <a:lstStyle/>
                    <a:p>
                      <a:r>
                        <a:t>0</a:t>
                      </a:r>
                    </a:p>
                  </a:txBody>
                  <a:tcPr>
                    <a:solidFill>
                      <a:srgbClr val="E8002D"/>
                    </a:solidFill>
                  </a:tcPr>
                </a:tc>
                <a:tc>
                  <a:txBody>
                    <a:bodyPr/>
                    <a:lstStyle/>
                    <a:p>
                      <a:r>
                        <a:t>0</a:t>
                      </a:r>
                    </a:p>
                  </a:txBody>
                  <a:tcPr>
                    <a:solidFill>
                      <a:srgbClr val="E8002D"/>
                    </a:solidFill>
                  </a:tcPr>
                </a:tc>
                <a:tc>
                  <a:txBody>
                    <a:bodyPr/>
                    <a:lstStyle/>
                    <a:p>
                      <a:r>
                        <a:t>8</a:t>
                      </a: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Bahrain</a:t>
                      </a:r>
                    </a:p>
                  </a:txBody>
                  <a:tcPr>
                    <a:solidFill>
                      <a:srgbClr val="FAC205"/>
                    </a:solidFill>
                  </a:tcPr>
                </a:tc>
                <a:tc>
                  <a:txBody>
                    <a:bodyPr/>
                    <a:lstStyle/>
                    <a:p>
                      <a:r>
                        <a:t>Imola</a:t>
                      </a:r>
                    </a:p>
                  </a:txBody>
                  <a:tcPr>
                    <a:solidFill>
                      <a:srgbClr val="FAC205"/>
                    </a:solidFill>
                  </a:tcPr>
                </a:tc>
                <a:tc>
                  <a:txBody>
                    <a:bodyPr/>
                    <a:lstStyle/>
                    <a:p>
                      <a:r>
                        <a:t>Hungary</a:t>
                      </a:r>
                    </a:p>
                  </a:txBody>
                  <a:tcPr>
                    <a:solidFill>
                      <a:srgbClr val="FAC205"/>
                    </a:solidFill>
                  </a:tcPr>
                </a:tc>
                <a:tc>
                  <a:txBody>
                    <a:bodyPr/>
                    <a:lstStyle/>
                    <a:p>
                      <a:r>
                        <a:t>Las Vegas</a:t>
                      </a:r>
                    </a:p>
                  </a:txBody>
                  <a:tcPr>
                    <a:solidFill>
                      <a:srgbClr val="FAC205"/>
                    </a:solidFill>
                  </a:tcPr>
                </a:tc>
                <a:tc>
                  <a:txBody>
                    <a:bodyPr/>
                    <a:lstStyle/>
                    <a:p>
                      <a:r>
                        <a:t>Qatar</a:t>
                      </a:r>
                    </a:p>
                  </a:txBody>
                  <a:tcPr>
                    <a:solidFill>
                      <a:srgbClr val="FAC205"/>
                    </a:solidFill>
                  </a:tcPr>
                </a:tc>
                <a:extLst>
                  <a:ext uri="{0D108BD9-81ED-4DB2-BD59-A6C34878D82A}">
                    <a16:rowId xmlns:a16="http://schemas.microsoft.com/office/drawing/2014/main" val="10004"/>
                  </a:ext>
                </a:extLst>
              </a:tr>
              <a:tr h="293914">
                <a:tc>
                  <a:txBody>
                    <a:bodyPr/>
                    <a:lstStyle/>
                    <a:p>
                      <a:r>
                        <a:t>4</a:t>
                      </a:r>
                    </a:p>
                  </a:txBody>
                  <a:tcPr>
                    <a:solidFill>
                      <a:srgbClr val="FAC205"/>
                    </a:solidFill>
                  </a:tcPr>
                </a:tc>
                <a:tc>
                  <a:txBody>
                    <a:bodyPr/>
                    <a:lstStyle/>
                    <a:p>
                      <a:r>
                        <a:t>1</a:t>
                      </a:r>
                    </a:p>
                  </a:txBody>
                  <a:tcPr>
                    <a:solidFill>
                      <a:srgbClr val="FAC205"/>
                    </a:solidFill>
                  </a:tcPr>
                </a:tc>
                <a:tc>
                  <a:txBody>
                    <a:bodyPr/>
                    <a:lstStyle/>
                    <a:p>
                      <a:r>
                        <a:t>1</a:t>
                      </a:r>
                    </a:p>
                  </a:txBody>
                  <a:tcPr>
                    <a:solidFill>
                      <a:srgbClr val="FAC205"/>
                    </a:solidFill>
                  </a:tcPr>
                </a:tc>
                <a:tc>
                  <a:txBody>
                    <a:bodyPr/>
                    <a:lstStyle/>
                    <a:p>
                      <a:r>
                        <a:t>0</a:t>
                      </a:r>
                    </a:p>
                  </a:txBody>
                  <a:tcPr>
                    <a:solidFill>
                      <a:srgbClr val="FAC205"/>
                    </a:solidFill>
                  </a:tcPr>
                </a:tc>
                <a:tc>
                  <a:txBody>
                    <a:bodyPr/>
                    <a:lstStyle/>
                    <a:p>
                      <a:r>
                        <a:t>2</a:t>
                      </a:r>
                    </a:p>
                  </a:txBody>
                  <a:tcPr>
                    <a:solidFill>
                      <a:srgbClr val="FAC205"/>
                    </a:solidFill>
                  </a:tcPr>
                </a:tc>
                <a:tc>
                  <a:txBody>
                    <a:bodyPr/>
                    <a:lstStyle/>
                    <a:p>
                      <a:r>
                        <a:t>0</a:t>
                      </a: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Spain</a:t>
                      </a:r>
                    </a:p>
                  </a:txBody>
                  <a:tcPr>
                    <a:solidFill>
                      <a:srgbClr val="028F1E"/>
                    </a:solidFill>
                  </a:tcPr>
                </a:tc>
                <a:tc>
                  <a:txBody>
                    <a:bodyPr/>
                    <a:lstStyle/>
                    <a:p>
                      <a:r>
                        <a:t>Austria</a:t>
                      </a:r>
                    </a:p>
                  </a:txBody>
                  <a:tcPr>
                    <a:solidFill>
                      <a:srgbClr val="028F1E"/>
                    </a:solidFill>
                  </a:tcPr>
                </a:tc>
                <a:tc>
                  <a:txBody>
                    <a:bodyPr/>
                    <a:lstStyle/>
                    <a:p>
                      <a:r>
                        <a:t>Hungary</a:t>
                      </a:r>
                    </a:p>
                  </a:txBody>
                  <a:tcPr>
                    <a:solidFill>
                      <a:srgbClr val="028F1E"/>
                    </a:solidFill>
                  </a:tcPr>
                </a:tc>
                <a:tc>
                  <a:txBody>
                    <a:bodyPr/>
                    <a:lstStyle/>
                    <a:p>
                      <a:r>
                        <a:t>Singapore</a:t>
                      </a:r>
                    </a:p>
                  </a:txBody>
                  <a:tcPr>
                    <a:solidFill>
                      <a:srgbClr val="028F1E"/>
                    </a:solidFill>
                  </a:tcPr>
                </a:tc>
                <a:tc>
                  <a:txBody>
                    <a:bodyPr/>
                    <a:lstStyle/>
                    <a:p>
                      <a:r>
                        <a:t>Abu Dhabi</a:t>
                      </a:r>
                    </a:p>
                  </a:txBody>
                  <a:tcPr>
                    <a:solidFill>
                      <a:srgbClr val="028F1E"/>
                    </a:solidFill>
                  </a:tcPr>
                </a:tc>
                <a:extLst>
                  <a:ext uri="{0D108BD9-81ED-4DB2-BD59-A6C34878D82A}">
                    <a16:rowId xmlns:a16="http://schemas.microsoft.com/office/drawing/2014/main" val="10006"/>
                  </a:ext>
                </a:extLst>
              </a:tr>
              <a:tr h="293914">
                <a:tc>
                  <a:txBody>
                    <a:bodyPr/>
                    <a:lstStyle/>
                    <a:p>
                      <a:r>
                        <a:t>18</a:t>
                      </a:r>
                    </a:p>
                  </a:txBody>
                  <a:tcPr>
                    <a:solidFill>
                      <a:srgbClr val="028F1E"/>
                    </a:solidFill>
                  </a:tcPr>
                </a:tc>
                <a:tc>
                  <a:txBody>
                    <a:bodyPr/>
                    <a:lstStyle/>
                    <a:p>
                      <a:r>
                        <a:t>0</a:t>
                      </a:r>
                    </a:p>
                  </a:txBody>
                  <a:tcPr>
                    <a:solidFill>
                      <a:srgbClr val="028F1E"/>
                    </a:solidFill>
                  </a:tcPr>
                </a:tc>
                <a:tc>
                  <a:txBody>
                    <a:bodyPr/>
                    <a:lstStyle/>
                    <a:p>
                      <a:r>
                        <a:t>2</a:t>
                      </a:r>
                    </a:p>
                  </a:txBody>
                  <a:tcPr>
                    <a:solidFill>
                      <a:srgbClr val="028F1E"/>
                    </a:solidFill>
                  </a:tcPr>
                </a:tc>
                <a:tc>
                  <a:txBody>
                    <a:bodyPr/>
                    <a:lstStyle/>
                    <a:p>
                      <a:r>
                        <a:t>0</a:t>
                      </a:r>
                    </a:p>
                  </a:txBody>
                  <a:tcPr>
                    <a:solidFill>
                      <a:srgbClr val="028F1E"/>
                    </a:solidFill>
                  </a:tcPr>
                </a:tc>
                <a:tc>
                  <a:txBody>
                    <a:bodyPr/>
                    <a:lstStyle/>
                    <a:p>
                      <a:r>
                        <a:t>8</a:t>
                      </a:r>
                    </a:p>
                  </a:txBody>
                  <a:tcPr>
                    <a:solidFill>
                      <a:srgbClr val="028F1E"/>
                    </a:solidFill>
                  </a:tcPr>
                </a:tc>
                <a:tc>
                  <a:txBody>
                    <a:bodyPr/>
                    <a:lstStyle/>
                    <a:p>
                      <a:r>
                        <a:t>8</a:t>
                      </a: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Australia</a:t>
                      </a:r>
                    </a:p>
                  </a:txBody>
                  <a:tcPr>
                    <a:solidFill>
                      <a:srgbClr val="FF5B00"/>
                    </a:solidFill>
                  </a:tcPr>
                </a:tc>
                <a:tc>
                  <a:txBody>
                    <a:bodyPr/>
                    <a:lstStyle/>
                    <a:p>
                      <a:r>
                        <a:t>Miami</a:t>
                      </a:r>
                    </a:p>
                  </a:txBody>
                  <a:tcPr>
                    <a:solidFill>
                      <a:srgbClr val="FF5B00"/>
                    </a:solidFill>
                  </a:tcPr>
                </a:tc>
                <a:tc>
                  <a:txBody>
                    <a:bodyPr/>
                    <a:lstStyle/>
                    <a:p>
                      <a:r>
                        <a:t>Imola</a:t>
                      </a:r>
                    </a:p>
                  </a:txBody>
                  <a:tcPr>
                    <a:solidFill>
                      <a:srgbClr val="FF5B00"/>
                    </a:solidFill>
                  </a:tcPr>
                </a:tc>
                <a:tc>
                  <a:txBody>
                    <a:bodyPr/>
                    <a:lstStyle/>
                    <a:p>
                      <a:r>
                        <a:t>Silverstone</a:t>
                      </a:r>
                    </a:p>
                  </a:txBody>
                  <a:tcPr>
                    <a:solidFill>
                      <a:srgbClr val="FF5B00"/>
                    </a:solidFill>
                  </a:tcPr>
                </a:tc>
                <a:tc>
                  <a:txBody>
                    <a:bodyPr/>
                    <a:lstStyle/>
                    <a:p>
                      <a:r>
                        <a:t>Hungary</a:t>
                      </a:r>
                    </a:p>
                  </a:txBody>
                  <a:tcPr>
                    <a:solidFill>
                      <a:srgbClr val="FF5B00"/>
                    </a:solidFill>
                  </a:tcPr>
                </a:tc>
                <a:extLst>
                  <a:ext uri="{0D108BD9-81ED-4DB2-BD59-A6C34878D82A}">
                    <a16:rowId xmlns:a16="http://schemas.microsoft.com/office/drawing/2014/main" val="10008"/>
                  </a:ext>
                </a:extLst>
              </a:tr>
              <a:tr h="293914">
                <a:tc>
                  <a:txBody>
                    <a:bodyPr/>
                    <a:lstStyle/>
                    <a:p>
                      <a:r>
                        <a:t>11</a:t>
                      </a:r>
                    </a:p>
                  </a:txBody>
                  <a:tcPr>
                    <a:solidFill>
                      <a:srgbClr val="FF5B00"/>
                    </a:solidFill>
                  </a:tcPr>
                </a:tc>
                <a:tc>
                  <a:txBody>
                    <a:bodyPr/>
                    <a:lstStyle/>
                    <a:p>
                      <a:r>
                        <a:t>0</a:t>
                      </a:r>
                    </a:p>
                  </a:txBody>
                  <a:tcPr>
                    <a:solidFill>
                      <a:srgbClr val="FF5B00"/>
                    </a:solidFill>
                  </a:tcPr>
                </a:tc>
                <a:tc>
                  <a:txBody>
                    <a:bodyPr/>
                    <a:lstStyle/>
                    <a:p>
                      <a:r>
                        <a:t>2</a:t>
                      </a:r>
                    </a:p>
                  </a:txBody>
                  <a:tcPr>
                    <a:solidFill>
                      <a:srgbClr val="FF5B00"/>
                    </a:solidFill>
                  </a:tcPr>
                </a:tc>
                <a:tc>
                  <a:txBody>
                    <a:bodyPr/>
                    <a:lstStyle/>
                    <a:p>
                      <a:r>
                        <a:t>1</a:t>
                      </a:r>
                    </a:p>
                  </a:txBody>
                  <a:tcPr>
                    <a:solidFill>
                      <a:srgbClr val="FF5B00"/>
                    </a:solidFill>
                  </a:tcPr>
                </a:tc>
                <a:tc>
                  <a:txBody>
                    <a:bodyPr/>
                    <a:lstStyle/>
                    <a:p>
                      <a:r>
                        <a:t>8</a:t>
                      </a:r>
                    </a:p>
                  </a:txBody>
                  <a:tcPr>
                    <a:solidFill>
                      <a:srgbClr val="FF5B00"/>
                    </a:solidFill>
                  </a:tcPr>
                </a:tc>
                <a:tc>
                  <a:txBody>
                    <a:bodyPr/>
                    <a:lstStyle/>
                    <a:p>
                      <a:r>
                        <a:t>0</a:t>
                      </a: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Bahrain</a:t>
                      </a:r>
                    </a:p>
                  </a:txBody>
                  <a:tcPr>
                    <a:solidFill>
                      <a:srgbClr val="13EAC9"/>
                    </a:solidFill>
                  </a:tcPr>
                </a:tc>
                <a:tc>
                  <a:txBody>
                    <a:bodyPr/>
                    <a:lstStyle/>
                    <a:p>
                      <a:r>
                        <a:t>Austria</a:t>
                      </a:r>
                    </a:p>
                  </a:txBody>
                  <a:tcPr>
                    <a:solidFill>
                      <a:srgbClr val="13EAC9"/>
                    </a:solidFill>
                  </a:tcPr>
                </a:tc>
                <a:tc>
                  <a:txBody>
                    <a:bodyPr/>
                    <a:lstStyle/>
                    <a:p>
                      <a:r>
                        <a:t>Silverstone</a:t>
                      </a:r>
                    </a:p>
                  </a:txBody>
                  <a:tcPr>
                    <a:solidFill>
                      <a:srgbClr val="13EAC9"/>
                    </a:solidFill>
                  </a:tcPr>
                </a:tc>
                <a:tc>
                  <a:txBody>
                    <a:bodyPr/>
                    <a:lstStyle/>
                    <a:p>
                      <a:r>
                        <a:t>Hungary</a:t>
                      </a:r>
                    </a:p>
                  </a:txBody>
                  <a:tcPr>
                    <a:solidFill>
                      <a:srgbClr val="13EAC9"/>
                    </a:solidFill>
                  </a:tcPr>
                </a:tc>
                <a:tc>
                  <a:txBody>
                    <a:bodyPr/>
                    <a:lstStyle/>
                    <a:p>
                      <a:r>
                        <a:t>Monza</a:t>
                      </a:r>
                    </a:p>
                  </a:txBody>
                  <a:tcPr>
                    <a:solidFill>
                      <a:srgbClr val="13EAC9"/>
                    </a:solidFill>
                  </a:tcPr>
                </a:tc>
                <a:extLst>
                  <a:ext uri="{0D108BD9-81ED-4DB2-BD59-A6C34878D82A}">
                    <a16:rowId xmlns:a16="http://schemas.microsoft.com/office/drawing/2014/main" val="10010"/>
                  </a:ext>
                </a:extLst>
              </a:tr>
              <a:tr h="293914">
                <a:tc>
                  <a:txBody>
                    <a:bodyPr/>
                    <a:lstStyle/>
                    <a:p>
                      <a:r>
                        <a:t>12</a:t>
                      </a:r>
                    </a:p>
                  </a:txBody>
                  <a:tcPr>
                    <a:solidFill>
                      <a:srgbClr val="13EAC9"/>
                    </a:solidFill>
                  </a:tcPr>
                </a:tc>
                <a:tc>
                  <a:txBody>
                    <a:bodyPr/>
                    <a:lstStyle/>
                    <a:p>
                      <a:r>
                        <a:t>1</a:t>
                      </a:r>
                    </a:p>
                  </a:txBody>
                  <a:tcPr>
                    <a:solidFill>
                      <a:srgbClr val="13EAC9"/>
                    </a:solidFill>
                  </a:tcPr>
                </a:tc>
                <a:tc>
                  <a:txBody>
                    <a:bodyPr/>
                    <a:lstStyle/>
                    <a:p>
                      <a:r>
                        <a:t>2</a:t>
                      </a:r>
                    </a:p>
                  </a:txBody>
                  <a:tcPr>
                    <a:solidFill>
                      <a:srgbClr val="13EAC9"/>
                    </a:solidFill>
                  </a:tcPr>
                </a:tc>
                <a:tc>
                  <a:txBody>
                    <a:bodyPr/>
                    <a:lstStyle/>
                    <a:p>
                      <a:r>
                        <a:t>8</a:t>
                      </a:r>
                    </a:p>
                  </a:txBody>
                  <a:tcPr>
                    <a:solidFill>
                      <a:srgbClr val="13EAC9"/>
                    </a:solidFill>
                  </a:tcPr>
                </a:tc>
                <a:tc>
                  <a:txBody>
                    <a:bodyPr/>
                    <a:lstStyle/>
                    <a:p>
                      <a:r>
                        <a:t>0</a:t>
                      </a:r>
                    </a:p>
                  </a:txBody>
                  <a:tcPr>
                    <a:solidFill>
                      <a:srgbClr val="13EAC9"/>
                    </a:solidFill>
                  </a:tcPr>
                </a:tc>
                <a:tc>
                  <a:txBody>
                    <a:bodyPr/>
                    <a:lstStyle/>
                    <a:p>
                      <a:r>
                        <a:t>1</a:t>
                      </a: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Bahrain</a:t>
                      </a:r>
                    </a:p>
                  </a:txBody>
                  <a:tcPr>
                    <a:solidFill>
                      <a:srgbClr val="9A0EEA"/>
                    </a:solidFill>
                  </a:tcPr>
                </a:tc>
                <a:tc>
                  <a:txBody>
                    <a:bodyPr/>
                    <a:lstStyle/>
                    <a:p>
                      <a:r>
                        <a:t>Austria</a:t>
                      </a:r>
                    </a:p>
                  </a:txBody>
                  <a:tcPr>
                    <a:solidFill>
                      <a:srgbClr val="9A0EEA"/>
                    </a:solidFill>
                  </a:tcPr>
                </a:tc>
                <a:tc>
                  <a:txBody>
                    <a:bodyPr/>
                    <a:lstStyle/>
                    <a:p>
                      <a:r>
                        <a:t>Monza</a:t>
                      </a:r>
                    </a:p>
                  </a:txBody>
                  <a:tcPr>
                    <a:solidFill>
                      <a:srgbClr val="9A0EEA"/>
                    </a:solidFill>
                  </a:tcPr>
                </a:tc>
                <a:tc>
                  <a:txBody>
                    <a:bodyPr/>
                    <a:lstStyle/>
                    <a:p>
                      <a:r>
                        <a:t>COTA</a:t>
                      </a:r>
                    </a:p>
                  </a:txBody>
                  <a:tcPr>
                    <a:solidFill>
                      <a:srgbClr val="9A0EEA"/>
                    </a:solidFill>
                  </a:tcPr>
                </a:tc>
                <a:tc>
                  <a:txBody>
                    <a:bodyPr/>
                    <a:lstStyle/>
                    <a:p>
                      <a:r>
                        <a:t>Las Vegas</a:t>
                      </a:r>
                    </a:p>
                  </a:txBody>
                  <a:tcPr>
                    <a:solidFill>
                      <a:srgbClr val="9A0EEA"/>
                    </a:solidFill>
                  </a:tcPr>
                </a:tc>
                <a:extLst>
                  <a:ext uri="{0D108BD9-81ED-4DB2-BD59-A6C34878D82A}">
                    <a16:rowId xmlns:a16="http://schemas.microsoft.com/office/drawing/2014/main" val="10012"/>
                  </a:ext>
                </a:extLst>
              </a:tr>
              <a:tr h="293918">
                <a:tc>
                  <a:txBody>
                    <a:bodyPr/>
                    <a:lstStyle/>
                    <a:p>
                      <a:r>
                        <a:t>6</a:t>
                      </a:r>
                    </a:p>
                  </a:txBody>
                  <a:tcPr>
                    <a:solidFill>
                      <a:srgbClr val="9A0EEA"/>
                    </a:solidFill>
                  </a:tcPr>
                </a:tc>
                <a:tc>
                  <a:txBody>
                    <a:bodyPr/>
                    <a:lstStyle/>
                    <a:p>
                      <a:r>
                        <a:t>1</a:t>
                      </a:r>
                    </a:p>
                  </a:txBody>
                  <a:tcPr>
                    <a:solidFill>
                      <a:srgbClr val="9A0EEA"/>
                    </a:solidFill>
                  </a:tcPr>
                </a:tc>
                <a:tc>
                  <a:txBody>
                    <a:bodyPr/>
                    <a:lstStyle/>
                    <a:p>
                      <a:r>
                        <a:t>2</a:t>
                      </a:r>
                    </a:p>
                  </a:txBody>
                  <a:tcPr>
                    <a:solidFill>
                      <a:srgbClr val="9A0EEA"/>
                    </a:solidFill>
                  </a:tcPr>
                </a:tc>
                <a:tc>
                  <a:txBody>
                    <a:bodyPr/>
                    <a:lstStyle/>
                    <a:p>
                      <a:r>
                        <a:t>1</a:t>
                      </a:r>
                    </a:p>
                  </a:txBody>
                  <a:tcPr>
                    <a:solidFill>
                      <a:srgbClr val="9A0EEA"/>
                    </a:solidFill>
                  </a:tcPr>
                </a:tc>
                <a:tc>
                  <a:txBody>
                    <a:bodyPr/>
                    <a:lstStyle/>
                    <a:p>
                      <a:r>
                        <a:t>0</a:t>
                      </a:r>
                    </a:p>
                  </a:txBody>
                  <a:tcPr>
                    <a:solidFill>
                      <a:srgbClr val="9A0EEA"/>
                    </a:solidFill>
                  </a:tcPr>
                </a:tc>
                <a:tc>
                  <a:txBody>
                    <a:bodyPr/>
                    <a:lstStyle/>
                    <a:p>
                      <a:r>
                        <a:t>2</a:t>
                      </a: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629</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665</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619</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798</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608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667</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547</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583168" y="233172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629</a:t>
            </a:r>
          </a:p>
        </p:txBody>
      </p:sp>
      <p:sp>
        <p:nvSpPr>
          <p:cNvPr id="3" name="Rounded Rectangle 2"/>
          <p:cNvSpPr/>
          <p:nvPr/>
        </p:nvSpPr>
        <p:spPr>
          <a:xfrm>
            <a:off x="6437376" y="233172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665</a:t>
            </a:r>
          </a:p>
        </p:txBody>
      </p:sp>
      <p:sp>
        <p:nvSpPr>
          <p:cNvPr id="4" name="Rounded Rectangle 3"/>
          <p:cNvSpPr/>
          <p:nvPr/>
        </p:nvSpPr>
        <p:spPr>
          <a:xfrm>
            <a:off x="2682240" y="379476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619</a:t>
            </a:r>
          </a:p>
        </p:txBody>
      </p:sp>
      <p:sp>
        <p:nvSpPr>
          <p:cNvPr id="5" name="Rounded Rectangle 4"/>
          <p:cNvSpPr/>
          <p:nvPr/>
        </p:nvSpPr>
        <p:spPr>
          <a:xfrm>
            <a:off x="2145792" y="2331720"/>
            <a:ext cx="1463040" cy="73152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798</a:t>
            </a:r>
          </a:p>
        </p:txBody>
      </p:sp>
      <p:sp>
        <p:nvSpPr>
          <p:cNvPr id="6" name="Rounded Rectangle 5"/>
          <p:cNvSpPr/>
          <p:nvPr/>
        </p:nvSpPr>
        <p:spPr>
          <a:xfrm>
            <a:off x="5364480" y="379476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608</a:t>
            </a:r>
          </a:p>
        </p:txBody>
      </p:sp>
      <p:sp>
        <p:nvSpPr>
          <p:cNvPr id="7" name="Rounded Rectangle 6"/>
          <p:cNvSpPr/>
          <p:nvPr/>
        </p:nvSpPr>
        <p:spPr>
          <a:xfrm>
            <a:off x="4291584" y="233172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667</a:t>
            </a:r>
          </a:p>
        </p:txBody>
      </p:sp>
      <p:sp>
        <p:nvSpPr>
          <p:cNvPr id="8" name="Rounded Rectangle 7"/>
          <p:cNvSpPr/>
          <p:nvPr/>
        </p:nvSpPr>
        <p:spPr>
          <a:xfrm>
            <a:off x="8046720" y="379476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547</a:t>
            </a:r>
          </a:p>
        </p:txBody>
      </p:sp>
      <p:sp>
        <p:nvSpPr>
          <p:cNvPr id="9" name="Rectangle 8"/>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Hulk Qualifying</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Blowy Engines</a:t>
            </a:r>
          </a:p>
        </p:txBody>
      </p:sp>
      <p:sp>
        <p:nvSpPr>
          <p:cNvPr id="3" name="Rectangle 2"/>
          <p:cNvSpPr/>
          <p:nvPr/>
        </p:nvSpPr>
        <p:spPr>
          <a:xfrm>
            <a:off x="975360" y="1371600"/>
            <a:ext cx="5852160" cy="5212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t>Pick 5 Races. You get 5 points for every DNF in that race.</a:t>
            </a:r>
          </a:p>
        </p:txBody>
      </p:sp>
      <p:sp>
        <p:nvSpPr>
          <p:cNvPr id="4" name="Rounded Rectangle 3"/>
          <p:cNvSpPr/>
          <p:nvPr/>
        </p:nvSpPr>
        <p:spPr>
          <a:xfrm>
            <a:off x="8290560" y="1371600"/>
            <a:ext cx="1950720" cy="54864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- 629</a:t>
            </a:r>
          </a:p>
        </p:txBody>
      </p:sp>
      <p:sp>
        <p:nvSpPr>
          <p:cNvPr id="5" name="Rounded Rectangle 4"/>
          <p:cNvSpPr/>
          <p:nvPr/>
        </p:nvSpPr>
        <p:spPr>
          <a:xfrm>
            <a:off x="8290560" y="2057400"/>
            <a:ext cx="1950720" cy="54864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- 665</a:t>
            </a:r>
          </a:p>
        </p:txBody>
      </p:sp>
      <p:sp>
        <p:nvSpPr>
          <p:cNvPr id="6" name="Rounded Rectangle 5"/>
          <p:cNvSpPr/>
          <p:nvPr/>
        </p:nvSpPr>
        <p:spPr>
          <a:xfrm>
            <a:off x="8290560" y="2743200"/>
            <a:ext cx="1950720" cy="54864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- 619</a:t>
            </a:r>
          </a:p>
        </p:txBody>
      </p:sp>
      <p:sp>
        <p:nvSpPr>
          <p:cNvPr id="7" name="Rounded Rectangle 6"/>
          <p:cNvSpPr/>
          <p:nvPr/>
        </p:nvSpPr>
        <p:spPr>
          <a:xfrm>
            <a:off x="8290560" y="3429000"/>
            <a:ext cx="1950720" cy="548640"/>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Jarek - 798</a:t>
            </a:r>
          </a:p>
        </p:txBody>
      </p:sp>
      <p:sp>
        <p:nvSpPr>
          <p:cNvPr id="8" name="Rounded Rectangle 7"/>
          <p:cNvSpPr/>
          <p:nvPr/>
        </p:nvSpPr>
        <p:spPr>
          <a:xfrm>
            <a:off x="8290560" y="4114800"/>
            <a:ext cx="1950720" cy="54864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- 608</a:t>
            </a:r>
          </a:p>
        </p:txBody>
      </p:sp>
      <p:sp>
        <p:nvSpPr>
          <p:cNvPr id="9" name="Rounded Rectangle 8"/>
          <p:cNvSpPr/>
          <p:nvPr/>
        </p:nvSpPr>
        <p:spPr>
          <a:xfrm>
            <a:off x="8290560" y="4800600"/>
            <a:ext cx="1950720" cy="54864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- 667</a:t>
            </a:r>
          </a:p>
        </p:txBody>
      </p:sp>
      <p:sp>
        <p:nvSpPr>
          <p:cNvPr id="10" name="Rounded Rectangle 9"/>
          <p:cNvSpPr/>
          <p:nvPr/>
        </p:nvSpPr>
        <p:spPr>
          <a:xfrm>
            <a:off x="8290560" y="5486400"/>
            <a:ext cx="1950720" cy="54864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- 547</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Blowy Engines @ Bahrain</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Australia</a:t>
                      </a:r>
                    </a:p>
                  </a:txBody>
                  <a:tcPr>
                    <a:solidFill>
                      <a:srgbClr val="040273"/>
                    </a:solidFill>
                  </a:tcPr>
                </a:tc>
                <a:tc>
                  <a:txBody>
                    <a:bodyPr/>
                    <a:lstStyle/>
                    <a:p>
                      <a:r>
                        <a:t>China</a:t>
                      </a:r>
                    </a:p>
                  </a:txBody>
                  <a:tcPr>
                    <a:solidFill>
                      <a:srgbClr val="040273"/>
                    </a:solidFill>
                  </a:tcPr>
                </a:tc>
                <a:tc>
                  <a:txBody>
                    <a:bodyPr/>
                    <a:lstStyle/>
                    <a:p>
                      <a:r>
                        <a:t>Monaco</a:t>
                      </a:r>
                    </a:p>
                  </a:txBody>
                  <a:tcPr>
                    <a:solidFill>
                      <a:srgbClr val="040273"/>
                    </a:solidFill>
                  </a:tcPr>
                </a:tc>
                <a:tc>
                  <a:txBody>
                    <a:bodyPr/>
                    <a:lstStyle/>
                    <a:p>
                      <a:r>
                        <a:t>COTA</a:t>
                      </a:r>
                    </a:p>
                  </a:txBody>
                  <a:tcPr>
                    <a:solidFill>
                      <a:srgbClr val="040273"/>
                    </a:solidFill>
                  </a:tcPr>
                </a:tc>
                <a:tc>
                  <a:txBody>
                    <a:bodyPr/>
                    <a:lstStyle/>
                    <a:p>
                      <a:r>
                        <a:t>Qatar</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Monaco</a:t>
                      </a:r>
                    </a:p>
                  </a:txBody>
                  <a:tcPr>
                    <a:solidFill>
                      <a:srgbClr val="E8002D"/>
                    </a:solidFill>
                  </a:tcPr>
                </a:tc>
                <a:tc>
                  <a:txBody>
                    <a:bodyPr/>
                    <a:lstStyle/>
                    <a:p>
                      <a:r>
                        <a:t>Hungary</a:t>
                      </a:r>
                    </a:p>
                  </a:txBody>
                  <a:tcPr>
                    <a:solidFill>
                      <a:srgbClr val="E8002D"/>
                    </a:solidFill>
                  </a:tcPr>
                </a:tc>
                <a:tc>
                  <a:txBody>
                    <a:bodyPr/>
                    <a:lstStyle/>
                    <a:p>
                      <a:r>
                        <a:t>Baku</a:t>
                      </a:r>
                    </a:p>
                  </a:txBody>
                  <a:tcPr>
                    <a:solidFill>
                      <a:srgbClr val="E8002D"/>
                    </a:solidFill>
                  </a:tcPr>
                </a:tc>
                <a:tc>
                  <a:txBody>
                    <a:bodyPr/>
                    <a:lstStyle/>
                    <a:p>
                      <a:r>
                        <a:t>Qatar</a:t>
                      </a:r>
                    </a:p>
                  </a:txBody>
                  <a:tcPr>
                    <a:solidFill>
                      <a:srgbClr val="E8002D"/>
                    </a:solidFill>
                  </a:tcPr>
                </a:tc>
                <a:extLst>
                  <a:ext uri="{0D108BD9-81ED-4DB2-BD59-A6C34878D82A}">
                    <a16:rowId xmlns:a16="http://schemas.microsoft.com/office/drawing/2014/main" val="10002"/>
                  </a:ext>
                </a:extLst>
              </a:tr>
              <a:tr h="293914">
                <a:tc>
                  <a:txBody>
                    <a:bodyPr/>
                    <a:lstStyle/>
                    <a:p>
                      <a:r>
                        <a:t>0</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Saudi Arabia</a:t>
                      </a:r>
                    </a:p>
                  </a:txBody>
                  <a:tcPr>
                    <a:solidFill>
                      <a:srgbClr val="FAC205"/>
                    </a:solidFill>
                  </a:tcPr>
                </a:tc>
                <a:tc>
                  <a:txBody>
                    <a:bodyPr/>
                    <a:lstStyle/>
                    <a:p>
                      <a:r>
                        <a:t>Miami</a:t>
                      </a:r>
                    </a:p>
                  </a:txBody>
                  <a:tcPr>
                    <a:solidFill>
                      <a:srgbClr val="FAC205"/>
                    </a:solidFill>
                  </a:tcPr>
                </a:tc>
                <a:tc>
                  <a:txBody>
                    <a:bodyPr/>
                    <a:lstStyle/>
                    <a:p>
                      <a:r>
                        <a:t>Monaco</a:t>
                      </a:r>
                    </a:p>
                  </a:txBody>
                  <a:tcPr>
                    <a:solidFill>
                      <a:srgbClr val="FAC205"/>
                    </a:solidFill>
                  </a:tcPr>
                </a:tc>
                <a:tc>
                  <a:txBody>
                    <a:bodyPr/>
                    <a:lstStyle/>
                    <a:p>
                      <a:r>
                        <a:t>Baku</a:t>
                      </a:r>
                    </a:p>
                  </a:txBody>
                  <a:tcPr>
                    <a:solidFill>
                      <a:srgbClr val="FAC205"/>
                    </a:solidFill>
                  </a:tcPr>
                </a:tc>
                <a:tc>
                  <a:txBody>
                    <a:bodyPr/>
                    <a:lstStyle/>
                    <a:p>
                      <a:r>
                        <a:t>Abu Dhabi</a:t>
                      </a:r>
                    </a:p>
                  </a:txBody>
                  <a:tcPr>
                    <a:solidFill>
                      <a:srgbClr val="FAC205"/>
                    </a:solidFill>
                  </a:tcPr>
                </a:tc>
                <a:extLst>
                  <a:ext uri="{0D108BD9-81ED-4DB2-BD59-A6C34878D82A}">
                    <a16:rowId xmlns:a16="http://schemas.microsoft.com/office/drawing/2014/main" val="10004"/>
                  </a:ext>
                </a:extLst>
              </a:tr>
              <a:tr h="293914">
                <a:tc>
                  <a:txBody>
                    <a:bodyPr/>
                    <a:lstStyle/>
                    <a:p>
                      <a:r>
                        <a:t>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Bahrain</a:t>
                      </a:r>
                    </a:p>
                  </a:txBody>
                  <a:tcPr>
                    <a:solidFill>
                      <a:srgbClr val="028F1E"/>
                    </a:solidFill>
                  </a:tcPr>
                </a:tc>
                <a:tc>
                  <a:txBody>
                    <a:bodyPr/>
                    <a:lstStyle/>
                    <a:p>
                      <a:r>
                        <a:t>Monaco</a:t>
                      </a:r>
                    </a:p>
                  </a:txBody>
                  <a:tcPr>
                    <a:solidFill>
                      <a:srgbClr val="028F1E"/>
                    </a:solidFill>
                  </a:tcPr>
                </a:tc>
                <a:tc>
                  <a:txBody>
                    <a:bodyPr/>
                    <a:lstStyle/>
                    <a:p>
                      <a:r>
                        <a:t>Baku</a:t>
                      </a:r>
                    </a:p>
                  </a:txBody>
                  <a:tcPr>
                    <a:solidFill>
                      <a:srgbClr val="028F1E"/>
                    </a:solidFill>
                  </a:tcPr>
                </a:tc>
                <a:tc>
                  <a:txBody>
                    <a:bodyPr/>
                    <a:lstStyle/>
                    <a:p>
                      <a:r>
                        <a:t>Singapore</a:t>
                      </a:r>
                    </a:p>
                  </a:txBody>
                  <a:tcPr>
                    <a:solidFill>
                      <a:srgbClr val="028F1E"/>
                    </a:solidFill>
                  </a:tcPr>
                </a:tc>
                <a:tc>
                  <a:txBody>
                    <a:bodyPr/>
                    <a:lstStyle/>
                    <a:p>
                      <a:r>
                        <a:t>Mexico</a:t>
                      </a:r>
                    </a:p>
                  </a:txBody>
                  <a:tcPr>
                    <a:solidFill>
                      <a:srgbClr val="028F1E"/>
                    </a:solidFill>
                  </a:tcPr>
                </a:tc>
                <a:extLst>
                  <a:ext uri="{0D108BD9-81ED-4DB2-BD59-A6C34878D82A}">
                    <a16:rowId xmlns:a16="http://schemas.microsoft.com/office/drawing/2014/main" val="10006"/>
                  </a:ext>
                </a:extLst>
              </a:tr>
              <a:tr h="293914">
                <a:tc>
                  <a:txBody>
                    <a:bodyPr/>
                    <a:lstStyle/>
                    <a:p>
                      <a:r>
                        <a:t>0</a:t>
                      </a:r>
                    </a:p>
                  </a:txBody>
                  <a:tcPr>
                    <a:solidFill>
                      <a:srgbClr val="028F1E"/>
                    </a:solidFill>
                  </a:tcPr>
                </a:tc>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Saudi Arabia</a:t>
                      </a:r>
                    </a:p>
                  </a:txBody>
                  <a:tcPr>
                    <a:solidFill>
                      <a:srgbClr val="FF5B00"/>
                    </a:solidFill>
                  </a:tcPr>
                </a:tc>
                <a:tc>
                  <a:txBody>
                    <a:bodyPr/>
                    <a:lstStyle/>
                    <a:p>
                      <a:r>
                        <a:t>Monaco</a:t>
                      </a:r>
                    </a:p>
                  </a:txBody>
                  <a:tcPr>
                    <a:solidFill>
                      <a:srgbClr val="FF5B00"/>
                    </a:solidFill>
                  </a:tcPr>
                </a:tc>
                <a:tc>
                  <a:txBody>
                    <a:bodyPr/>
                    <a:lstStyle/>
                    <a:p>
                      <a:r>
                        <a:t>Las Vegas</a:t>
                      </a:r>
                    </a:p>
                  </a:txBody>
                  <a:tcPr>
                    <a:solidFill>
                      <a:srgbClr val="FF5B00"/>
                    </a:solidFill>
                  </a:tcPr>
                </a:tc>
                <a:tc>
                  <a:txBody>
                    <a:bodyPr/>
                    <a:lstStyle/>
                    <a:p>
                      <a:r>
                        <a:t>Qatar</a:t>
                      </a:r>
                    </a:p>
                  </a:txBody>
                  <a:tcPr>
                    <a:solidFill>
                      <a:srgbClr val="FF5B00"/>
                    </a:solidFill>
                  </a:tcPr>
                </a:tc>
                <a:tc>
                  <a:txBody>
                    <a:bodyPr/>
                    <a:lstStyle/>
                    <a:p>
                      <a:r>
                        <a:t>Abu Dhabi</a:t>
                      </a:r>
                    </a:p>
                  </a:txBody>
                  <a:tcPr>
                    <a:solidFill>
                      <a:srgbClr val="FF5B00"/>
                    </a:solidFill>
                  </a:tcPr>
                </a:tc>
                <a:extLst>
                  <a:ext uri="{0D108BD9-81ED-4DB2-BD59-A6C34878D82A}">
                    <a16:rowId xmlns:a16="http://schemas.microsoft.com/office/drawing/2014/main" val="10008"/>
                  </a:ext>
                </a:extLst>
              </a:tr>
              <a:tr h="293914">
                <a:tc>
                  <a:txBody>
                    <a:bodyPr/>
                    <a:lstStyle/>
                    <a:p>
                      <a:r>
                        <a:t>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Spa</a:t>
                      </a:r>
                    </a:p>
                  </a:txBody>
                  <a:tcPr>
                    <a:solidFill>
                      <a:srgbClr val="13EAC9"/>
                    </a:solidFill>
                  </a:tcPr>
                </a:tc>
                <a:tc>
                  <a:txBody>
                    <a:bodyPr/>
                    <a:lstStyle/>
                    <a:p>
                      <a:r>
                        <a:t>Baku</a:t>
                      </a:r>
                    </a:p>
                  </a:txBody>
                  <a:tcPr>
                    <a:solidFill>
                      <a:srgbClr val="13EAC9"/>
                    </a:solidFill>
                  </a:tcPr>
                </a:tc>
                <a:tc>
                  <a:txBody>
                    <a:bodyPr/>
                    <a:lstStyle/>
                    <a:p>
                      <a:r>
                        <a:t>Singapore</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Saudi Arabia</a:t>
                      </a:r>
                    </a:p>
                  </a:txBody>
                  <a:tcPr>
                    <a:solidFill>
                      <a:srgbClr val="9A0EEA"/>
                    </a:solidFill>
                  </a:tcPr>
                </a:tc>
                <a:tc>
                  <a:txBody>
                    <a:bodyPr/>
                    <a:lstStyle/>
                    <a:p>
                      <a:r>
                        <a:t>Silverstone</a:t>
                      </a:r>
                    </a:p>
                  </a:txBody>
                  <a:tcPr>
                    <a:solidFill>
                      <a:srgbClr val="9A0EEA"/>
                    </a:solidFill>
                  </a:tcPr>
                </a:tc>
                <a:tc>
                  <a:txBody>
                    <a:bodyPr/>
                    <a:lstStyle/>
                    <a:p>
                      <a:r>
                        <a:t>Baku</a:t>
                      </a:r>
                    </a:p>
                  </a:txBody>
                  <a:tcPr>
                    <a:solidFill>
                      <a:srgbClr val="9A0EEA"/>
                    </a:solidFill>
                  </a:tcPr>
                </a:tc>
                <a:tc>
                  <a:txBody>
                    <a:bodyPr/>
                    <a:lstStyle/>
                    <a:p>
                      <a:r>
                        <a:t>Singapore</a:t>
                      </a:r>
                    </a:p>
                  </a:txBody>
                  <a:tcPr>
                    <a:solidFill>
                      <a:srgbClr val="9A0EEA"/>
                    </a:solidFill>
                  </a:tcPr>
                </a:tc>
                <a:tc>
                  <a:txBody>
                    <a:bodyPr/>
                    <a:lstStyle/>
                    <a:p>
                      <a:r>
                        <a:t>Brazil</a:t>
                      </a:r>
                    </a:p>
                  </a:txBody>
                  <a:tcPr>
                    <a:solidFill>
                      <a:srgbClr val="9A0EEA"/>
                    </a:solidFill>
                  </a:tcPr>
                </a:tc>
                <a:extLst>
                  <a:ext uri="{0D108BD9-81ED-4DB2-BD59-A6C34878D82A}">
                    <a16:rowId xmlns:a16="http://schemas.microsoft.com/office/drawing/2014/main" val="10012"/>
                  </a:ext>
                </a:extLst>
              </a:tr>
              <a:tr h="293918">
                <a:tc>
                  <a:txBody>
                    <a:bodyPr/>
                    <a:lstStyle/>
                    <a:p>
                      <a:r>
                        <a:t>0</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629</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665</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619</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798</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608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667</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547</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Blowy Engines @ Saudi Arabia</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Australia</a:t>
                      </a:r>
                    </a:p>
                  </a:txBody>
                  <a:tcPr>
                    <a:solidFill>
                      <a:srgbClr val="040273"/>
                    </a:solidFill>
                  </a:tcPr>
                </a:tc>
                <a:tc>
                  <a:txBody>
                    <a:bodyPr/>
                    <a:lstStyle/>
                    <a:p>
                      <a:r>
                        <a:t>China</a:t>
                      </a:r>
                    </a:p>
                  </a:txBody>
                  <a:tcPr>
                    <a:solidFill>
                      <a:srgbClr val="040273"/>
                    </a:solidFill>
                  </a:tcPr>
                </a:tc>
                <a:tc>
                  <a:txBody>
                    <a:bodyPr/>
                    <a:lstStyle/>
                    <a:p>
                      <a:r>
                        <a:t>Monaco</a:t>
                      </a:r>
                    </a:p>
                  </a:txBody>
                  <a:tcPr>
                    <a:solidFill>
                      <a:srgbClr val="040273"/>
                    </a:solidFill>
                  </a:tcPr>
                </a:tc>
                <a:tc>
                  <a:txBody>
                    <a:bodyPr/>
                    <a:lstStyle/>
                    <a:p>
                      <a:r>
                        <a:t>COTA</a:t>
                      </a:r>
                    </a:p>
                  </a:txBody>
                  <a:tcPr>
                    <a:solidFill>
                      <a:srgbClr val="040273"/>
                    </a:solidFill>
                  </a:tcPr>
                </a:tc>
                <a:tc>
                  <a:txBody>
                    <a:bodyPr/>
                    <a:lstStyle/>
                    <a:p>
                      <a:r>
                        <a:t>Qatar</a:t>
                      </a:r>
                    </a:p>
                  </a:txBody>
                  <a:tcPr>
                    <a:solidFill>
                      <a:srgbClr val="040273"/>
                    </a:solidFill>
                  </a:tcPr>
                </a:tc>
                <a:extLst>
                  <a:ext uri="{0D108BD9-81ED-4DB2-BD59-A6C34878D82A}">
                    <a16:rowId xmlns:a16="http://schemas.microsoft.com/office/drawing/2014/main" val="10000"/>
                  </a:ext>
                </a:extLst>
              </a:tr>
              <a:tr h="293914">
                <a:tc>
                  <a:txBody>
                    <a:bodyPr/>
                    <a:lstStyle/>
                    <a:p>
                      <a:r>
                        <a:t>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Monaco</a:t>
                      </a:r>
                    </a:p>
                  </a:txBody>
                  <a:tcPr>
                    <a:solidFill>
                      <a:srgbClr val="E8002D"/>
                    </a:solidFill>
                  </a:tcPr>
                </a:tc>
                <a:tc>
                  <a:txBody>
                    <a:bodyPr/>
                    <a:lstStyle/>
                    <a:p>
                      <a:r>
                        <a:t>Hungary</a:t>
                      </a:r>
                    </a:p>
                  </a:txBody>
                  <a:tcPr>
                    <a:solidFill>
                      <a:srgbClr val="E8002D"/>
                    </a:solidFill>
                  </a:tcPr>
                </a:tc>
                <a:tc>
                  <a:txBody>
                    <a:bodyPr/>
                    <a:lstStyle/>
                    <a:p>
                      <a:r>
                        <a:t>Baku</a:t>
                      </a:r>
                    </a:p>
                  </a:txBody>
                  <a:tcPr>
                    <a:solidFill>
                      <a:srgbClr val="E8002D"/>
                    </a:solidFill>
                  </a:tcPr>
                </a:tc>
                <a:tc>
                  <a:txBody>
                    <a:bodyPr/>
                    <a:lstStyle/>
                    <a:p>
                      <a:r>
                        <a:t>Qatar</a:t>
                      </a:r>
                    </a:p>
                  </a:txBody>
                  <a:tcPr>
                    <a:solidFill>
                      <a:srgbClr val="E8002D"/>
                    </a:solidFill>
                  </a:tcPr>
                </a:tc>
                <a:extLst>
                  <a:ext uri="{0D108BD9-81ED-4DB2-BD59-A6C34878D82A}">
                    <a16:rowId xmlns:a16="http://schemas.microsoft.com/office/drawing/2014/main" val="10002"/>
                  </a:ext>
                </a:extLst>
              </a:tr>
              <a:tr h="293914">
                <a:tc>
                  <a:txBody>
                    <a:bodyPr/>
                    <a:lstStyle/>
                    <a:p>
                      <a:r>
                        <a:t>0</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Saudi Arabia</a:t>
                      </a:r>
                    </a:p>
                  </a:txBody>
                  <a:tcPr>
                    <a:solidFill>
                      <a:srgbClr val="FAC205"/>
                    </a:solidFill>
                  </a:tcPr>
                </a:tc>
                <a:tc>
                  <a:txBody>
                    <a:bodyPr/>
                    <a:lstStyle/>
                    <a:p>
                      <a:r>
                        <a:t>Miami</a:t>
                      </a:r>
                    </a:p>
                  </a:txBody>
                  <a:tcPr>
                    <a:solidFill>
                      <a:srgbClr val="FAC205"/>
                    </a:solidFill>
                  </a:tcPr>
                </a:tc>
                <a:tc>
                  <a:txBody>
                    <a:bodyPr/>
                    <a:lstStyle/>
                    <a:p>
                      <a:r>
                        <a:t>Monaco</a:t>
                      </a:r>
                    </a:p>
                  </a:txBody>
                  <a:tcPr>
                    <a:solidFill>
                      <a:srgbClr val="FAC205"/>
                    </a:solidFill>
                  </a:tcPr>
                </a:tc>
                <a:tc>
                  <a:txBody>
                    <a:bodyPr/>
                    <a:lstStyle/>
                    <a:p>
                      <a:r>
                        <a:t>Baku</a:t>
                      </a:r>
                    </a:p>
                  </a:txBody>
                  <a:tcPr>
                    <a:solidFill>
                      <a:srgbClr val="FAC205"/>
                    </a:solidFill>
                  </a:tcPr>
                </a:tc>
                <a:tc>
                  <a:txBody>
                    <a:bodyPr/>
                    <a:lstStyle/>
                    <a:p>
                      <a:r>
                        <a:t>Abu Dhabi</a:t>
                      </a:r>
                    </a:p>
                  </a:txBody>
                  <a:tcPr>
                    <a:solidFill>
                      <a:srgbClr val="FAC205"/>
                    </a:solidFill>
                  </a:tcPr>
                </a:tc>
                <a:extLst>
                  <a:ext uri="{0D108BD9-81ED-4DB2-BD59-A6C34878D82A}">
                    <a16:rowId xmlns:a16="http://schemas.microsoft.com/office/drawing/2014/main" val="10004"/>
                  </a:ext>
                </a:extLst>
              </a:tr>
              <a:tr h="293914">
                <a:tc>
                  <a:txBody>
                    <a:bodyPr/>
                    <a:lstStyle/>
                    <a:p>
                      <a:r>
                        <a:t>10</a:t>
                      </a:r>
                    </a:p>
                  </a:txBody>
                  <a:tcPr>
                    <a:solidFill>
                      <a:srgbClr val="FAC205"/>
                    </a:solidFill>
                  </a:tcPr>
                </a:tc>
                <a:tc>
                  <a:txBody>
                    <a:bodyPr/>
                    <a:lstStyle/>
                    <a:p>
                      <a:r>
                        <a:t>10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Bahrain</a:t>
                      </a:r>
                    </a:p>
                  </a:txBody>
                  <a:tcPr>
                    <a:solidFill>
                      <a:srgbClr val="028F1E"/>
                    </a:solidFill>
                  </a:tcPr>
                </a:tc>
                <a:tc>
                  <a:txBody>
                    <a:bodyPr/>
                    <a:lstStyle/>
                    <a:p>
                      <a:r>
                        <a:t>Monaco</a:t>
                      </a:r>
                    </a:p>
                  </a:txBody>
                  <a:tcPr>
                    <a:solidFill>
                      <a:srgbClr val="028F1E"/>
                    </a:solidFill>
                  </a:tcPr>
                </a:tc>
                <a:tc>
                  <a:txBody>
                    <a:bodyPr/>
                    <a:lstStyle/>
                    <a:p>
                      <a:r>
                        <a:t>Baku</a:t>
                      </a:r>
                    </a:p>
                  </a:txBody>
                  <a:tcPr>
                    <a:solidFill>
                      <a:srgbClr val="028F1E"/>
                    </a:solidFill>
                  </a:tcPr>
                </a:tc>
                <a:tc>
                  <a:txBody>
                    <a:bodyPr/>
                    <a:lstStyle/>
                    <a:p>
                      <a:r>
                        <a:t>Singapore</a:t>
                      </a:r>
                    </a:p>
                  </a:txBody>
                  <a:tcPr>
                    <a:solidFill>
                      <a:srgbClr val="028F1E"/>
                    </a:solidFill>
                  </a:tcPr>
                </a:tc>
                <a:tc>
                  <a:txBody>
                    <a:bodyPr/>
                    <a:lstStyle/>
                    <a:p>
                      <a:r>
                        <a:t>Mexico</a:t>
                      </a:r>
                    </a:p>
                  </a:txBody>
                  <a:tcPr>
                    <a:solidFill>
                      <a:srgbClr val="028F1E"/>
                    </a:solidFill>
                  </a:tcPr>
                </a:tc>
                <a:extLst>
                  <a:ext uri="{0D108BD9-81ED-4DB2-BD59-A6C34878D82A}">
                    <a16:rowId xmlns:a16="http://schemas.microsoft.com/office/drawing/2014/main" val="10006"/>
                  </a:ext>
                </a:extLst>
              </a:tr>
              <a:tr h="293914">
                <a:tc>
                  <a:txBody>
                    <a:bodyPr/>
                    <a:lstStyle/>
                    <a:p>
                      <a:r>
                        <a:t>0</a:t>
                      </a:r>
                    </a:p>
                  </a:txBody>
                  <a:tcPr>
                    <a:solidFill>
                      <a:srgbClr val="028F1E"/>
                    </a:solidFill>
                  </a:tcPr>
                </a:tc>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Saudi Arabia</a:t>
                      </a:r>
                    </a:p>
                  </a:txBody>
                  <a:tcPr>
                    <a:solidFill>
                      <a:srgbClr val="FF5B00"/>
                    </a:solidFill>
                  </a:tcPr>
                </a:tc>
                <a:tc>
                  <a:txBody>
                    <a:bodyPr/>
                    <a:lstStyle/>
                    <a:p>
                      <a:r>
                        <a:t>Monaco</a:t>
                      </a:r>
                    </a:p>
                  </a:txBody>
                  <a:tcPr>
                    <a:solidFill>
                      <a:srgbClr val="FF5B00"/>
                    </a:solidFill>
                  </a:tcPr>
                </a:tc>
                <a:tc>
                  <a:txBody>
                    <a:bodyPr/>
                    <a:lstStyle/>
                    <a:p>
                      <a:r>
                        <a:t>Las Vegas</a:t>
                      </a:r>
                    </a:p>
                  </a:txBody>
                  <a:tcPr>
                    <a:solidFill>
                      <a:srgbClr val="FF5B00"/>
                    </a:solidFill>
                  </a:tcPr>
                </a:tc>
                <a:tc>
                  <a:txBody>
                    <a:bodyPr/>
                    <a:lstStyle/>
                    <a:p>
                      <a:r>
                        <a:t>Qatar</a:t>
                      </a:r>
                    </a:p>
                  </a:txBody>
                  <a:tcPr>
                    <a:solidFill>
                      <a:srgbClr val="FF5B00"/>
                    </a:solidFill>
                  </a:tcPr>
                </a:tc>
                <a:tc>
                  <a:txBody>
                    <a:bodyPr/>
                    <a:lstStyle/>
                    <a:p>
                      <a:r>
                        <a:t>Abu Dhabi</a:t>
                      </a:r>
                    </a:p>
                  </a:txBody>
                  <a:tcPr>
                    <a:solidFill>
                      <a:srgbClr val="FF5B00"/>
                    </a:solidFill>
                  </a:tcPr>
                </a:tc>
                <a:extLst>
                  <a:ext uri="{0D108BD9-81ED-4DB2-BD59-A6C34878D82A}">
                    <a16:rowId xmlns:a16="http://schemas.microsoft.com/office/drawing/2014/main" val="10008"/>
                  </a:ext>
                </a:extLst>
              </a:tr>
              <a:tr h="293914">
                <a:tc>
                  <a:txBody>
                    <a:bodyPr/>
                    <a:lstStyle/>
                    <a:p>
                      <a:r>
                        <a:t>10</a:t>
                      </a:r>
                    </a:p>
                  </a:txBody>
                  <a:tcPr>
                    <a:solidFill>
                      <a:srgbClr val="FF5B00"/>
                    </a:solidFill>
                  </a:tcPr>
                </a:tc>
                <a:tc>
                  <a:txBody>
                    <a:bodyPr/>
                    <a:lstStyle/>
                    <a:p>
                      <a:r>
                        <a:t>10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Spa</a:t>
                      </a:r>
                    </a:p>
                  </a:txBody>
                  <a:tcPr>
                    <a:solidFill>
                      <a:srgbClr val="13EAC9"/>
                    </a:solidFill>
                  </a:tcPr>
                </a:tc>
                <a:tc>
                  <a:txBody>
                    <a:bodyPr/>
                    <a:lstStyle/>
                    <a:p>
                      <a:r>
                        <a:t>Baku</a:t>
                      </a:r>
                    </a:p>
                  </a:txBody>
                  <a:tcPr>
                    <a:solidFill>
                      <a:srgbClr val="13EAC9"/>
                    </a:solidFill>
                  </a:tcPr>
                </a:tc>
                <a:tc>
                  <a:txBody>
                    <a:bodyPr/>
                    <a:lstStyle/>
                    <a:p>
                      <a:r>
                        <a:t>Singapore</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Saudi Arabia</a:t>
                      </a:r>
                    </a:p>
                  </a:txBody>
                  <a:tcPr>
                    <a:solidFill>
                      <a:srgbClr val="9A0EEA"/>
                    </a:solidFill>
                  </a:tcPr>
                </a:tc>
                <a:tc>
                  <a:txBody>
                    <a:bodyPr/>
                    <a:lstStyle/>
                    <a:p>
                      <a:r>
                        <a:t>Silverstone</a:t>
                      </a:r>
                    </a:p>
                  </a:txBody>
                  <a:tcPr>
                    <a:solidFill>
                      <a:srgbClr val="9A0EEA"/>
                    </a:solidFill>
                  </a:tcPr>
                </a:tc>
                <a:tc>
                  <a:txBody>
                    <a:bodyPr/>
                    <a:lstStyle/>
                    <a:p>
                      <a:r>
                        <a:t>Baku</a:t>
                      </a:r>
                    </a:p>
                  </a:txBody>
                  <a:tcPr>
                    <a:solidFill>
                      <a:srgbClr val="9A0EEA"/>
                    </a:solidFill>
                  </a:tcPr>
                </a:tc>
                <a:tc>
                  <a:txBody>
                    <a:bodyPr/>
                    <a:lstStyle/>
                    <a:p>
                      <a:r>
                        <a:t>Singapore</a:t>
                      </a:r>
                    </a:p>
                  </a:txBody>
                  <a:tcPr>
                    <a:solidFill>
                      <a:srgbClr val="9A0EEA"/>
                    </a:solidFill>
                  </a:tcPr>
                </a:tc>
                <a:tc>
                  <a:txBody>
                    <a:bodyPr/>
                    <a:lstStyle/>
                    <a:p>
                      <a:r>
                        <a:t>Brazil</a:t>
                      </a:r>
                    </a:p>
                  </a:txBody>
                  <a:tcPr>
                    <a:solidFill>
                      <a:srgbClr val="9A0EEA"/>
                    </a:solidFill>
                  </a:tcPr>
                </a:tc>
                <a:extLst>
                  <a:ext uri="{0D108BD9-81ED-4DB2-BD59-A6C34878D82A}">
                    <a16:rowId xmlns:a16="http://schemas.microsoft.com/office/drawing/2014/main" val="10012"/>
                  </a:ext>
                </a:extLst>
              </a:tr>
              <a:tr h="293918">
                <a:tc>
                  <a:txBody>
                    <a:bodyPr/>
                    <a:lstStyle/>
                    <a:p>
                      <a:r>
                        <a:t>10</a:t>
                      </a:r>
                    </a:p>
                  </a:txBody>
                  <a:tcPr>
                    <a:solidFill>
                      <a:srgbClr val="9A0EEA"/>
                    </a:solidFill>
                  </a:tcPr>
                </a:tc>
                <a:tc>
                  <a:txBody>
                    <a:bodyPr/>
                    <a:lstStyle/>
                    <a:p>
                      <a:r>
                        <a:t>10</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629</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665</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629</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798</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667</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557</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Blowy Engines @ Australia</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Australia</a:t>
                      </a:r>
                    </a:p>
                  </a:txBody>
                  <a:tcPr>
                    <a:solidFill>
                      <a:srgbClr val="040273"/>
                    </a:solidFill>
                  </a:tcPr>
                </a:tc>
                <a:tc>
                  <a:txBody>
                    <a:bodyPr/>
                    <a:lstStyle/>
                    <a:p>
                      <a:r>
                        <a:t>China</a:t>
                      </a:r>
                    </a:p>
                  </a:txBody>
                  <a:tcPr>
                    <a:solidFill>
                      <a:srgbClr val="040273"/>
                    </a:solidFill>
                  </a:tcPr>
                </a:tc>
                <a:tc>
                  <a:txBody>
                    <a:bodyPr/>
                    <a:lstStyle/>
                    <a:p>
                      <a:r>
                        <a:t>Monaco</a:t>
                      </a:r>
                    </a:p>
                  </a:txBody>
                  <a:tcPr>
                    <a:solidFill>
                      <a:srgbClr val="040273"/>
                    </a:solidFill>
                  </a:tcPr>
                </a:tc>
                <a:tc>
                  <a:txBody>
                    <a:bodyPr/>
                    <a:lstStyle/>
                    <a:p>
                      <a:r>
                        <a:t>COTA</a:t>
                      </a:r>
                    </a:p>
                  </a:txBody>
                  <a:tcPr>
                    <a:solidFill>
                      <a:srgbClr val="040273"/>
                    </a:solidFill>
                  </a:tcPr>
                </a:tc>
                <a:tc>
                  <a:txBody>
                    <a:bodyPr/>
                    <a:lstStyle/>
                    <a:p>
                      <a:r>
                        <a:t>Qatar</a:t>
                      </a:r>
                    </a:p>
                  </a:txBody>
                  <a:tcPr>
                    <a:solidFill>
                      <a:srgbClr val="040273"/>
                    </a:solidFill>
                  </a:tcPr>
                </a:tc>
                <a:extLst>
                  <a:ext uri="{0D108BD9-81ED-4DB2-BD59-A6C34878D82A}">
                    <a16:rowId xmlns:a16="http://schemas.microsoft.com/office/drawing/2014/main" val="10000"/>
                  </a:ext>
                </a:extLst>
              </a:tr>
              <a:tr h="293914">
                <a:tc>
                  <a:txBody>
                    <a:bodyPr/>
                    <a:lstStyle/>
                    <a:p>
                      <a:r>
                        <a:t>15</a:t>
                      </a:r>
                    </a:p>
                  </a:txBody>
                  <a:tcPr>
                    <a:solidFill>
                      <a:srgbClr val="040273"/>
                    </a:solidFill>
                  </a:tcPr>
                </a:tc>
                <a:tc>
                  <a:txBody>
                    <a:bodyPr/>
                    <a:lstStyle/>
                    <a:p>
                      <a:r>
                        <a:t>15</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Monaco</a:t>
                      </a:r>
                    </a:p>
                  </a:txBody>
                  <a:tcPr>
                    <a:solidFill>
                      <a:srgbClr val="E8002D"/>
                    </a:solidFill>
                  </a:tcPr>
                </a:tc>
                <a:tc>
                  <a:txBody>
                    <a:bodyPr/>
                    <a:lstStyle/>
                    <a:p>
                      <a:r>
                        <a:t>Hungary</a:t>
                      </a:r>
                    </a:p>
                  </a:txBody>
                  <a:tcPr>
                    <a:solidFill>
                      <a:srgbClr val="E8002D"/>
                    </a:solidFill>
                  </a:tcPr>
                </a:tc>
                <a:tc>
                  <a:txBody>
                    <a:bodyPr/>
                    <a:lstStyle/>
                    <a:p>
                      <a:r>
                        <a:t>Baku</a:t>
                      </a:r>
                    </a:p>
                  </a:txBody>
                  <a:tcPr>
                    <a:solidFill>
                      <a:srgbClr val="E8002D"/>
                    </a:solidFill>
                  </a:tcPr>
                </a:tc>
                <a:tc>
                  <a:txBody>
                    <a:bodyPr/>
                    <a:lstStyle/>
                    <a:p>
                      <a:r>
                        <a:t>Qatar</a:t>
                      </a:r>
                    </a:p>
                  </a:txBody>
                  <a:tcPr>
                    <a:solidFill>
                      <a:srgbClr val="E8002D"/>
                    </a:solidFill>
                  </a:tcPr>
                </a:tc>
                <a:extLst>
                  <a:ext uri="{0D108BD9-81ED-4DB2-BD59-A6C34878D82A}">
                    <a16:rowId xmlns:a16="http://schemas.microsoft.com/office/drawing/2014/main" val="10002"/>
                  </a:ext>
                </a:extLst>
              </a:tr>
              <a:tr h="293914">
                <a:tc>
                  <a:txBody>
                    <a:bodyPr/>
                    <a:lstStyle/>
                    <a:p>
                      <a:r>
                        <a:t>15</a:t>
                      </a:r>
                    </a:p>
                  </a:txBody>
                  <a:tcPr>
                    <a:solidFill>
                      <a:srgbClr val="E8002D"/>
                    </a:solidFill>
                  </a:tcPr>
                </a:tc>
                <a:tc>
                  <a:txBody>
                    <a:bodyPr/>
                    <a:lstStyle/>
                    <a:p>
                      <a:r>
                        <a:t>15</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Saudi Arabia</a:t>
                      </a:r>
                    </a:p>
                  </a:txBody>
                  <a:tcPr>
                    <a:solidFill>
                      <a:srgbClr val="FAC205"/>
                    </a:solidFill>
                  </a:tcPr>
                </a:tc>
                <a:tc>
                  <a:txBody>
                    <a:bodyPr/>
                    <a:lstStyle/>
                    <a:p>
                      <a:r>
                        <a:t>Miami</a:t>
                      </a:r>
                    </a:p>
                  </a:txBody>
                  <a:tcPr>
                    <a:solidFill>
                      <a:srgbClr val="FAC205"/>
                    </a:solidFill>
                  </a:tcPr>
                </a:tc>
                <a:tc>
                  <a:txBody>
                    <a:bodyPr/>
                    <a:lstStyle/>
                    <a:p>
                      <a:r>
                        <a:t>Monaco</a:t>
                      </a:r>
                    </a:p>
                  </a:txBody>
                  <a:tcPr>
                    <a:solidFill>
                      <a:srgbClr val="FAC205"/>
                    </a:solidFill>
                  </a:tcPr>
                </a:tc>
                <a:tc>
                  <a:txBody>
                    <a:bodyPr/>
                    <a:lstStyle/>
                    <a:p>
                      <a:r>
                        <a:t>Baku</a:t>
                      </a:r>
                    </a:p>
                  </a:txBody>
                  <a:tcPr>
                    <a:solidFill>
                      <a:srgbClr val="FAC205"/>
                    </a:solidFill>
                  </a:tcPr>
                </a:tc>
                <a:tc>
                  <a:txBody>
                    <a:bodyPr/>
                    <a:lstStyle/>
                    <a:p>
                      <a:r>
                        <a:t>Abu Dhabi</a:t>
                      </a:r>
                    </a:p>
                  </a:txBody>
                  <a:tcPr>
                    <a:solidFill>
                      <a:srgbClr val="FAC205"/>
                    </a:solidFill>
                  </a:tcPr>
                </a:tc>
                <a:extLst>
                  <a:ext uri="{0D108BD9-81ED-4DB2-BD59-A6C34878D82A}">
                    <a16:rowId xmlns:a16="http://schemas.microsoft.com/office/drawing/2014/main" val="10004"/>
                  </a:ext>
                </a:extLst>
              </a:tr>
              <a:tr h="293914">
                <a:tc>
                  <a:txBody>
                    <a:bodyPr/>
                    <a:lstStyle/>
                    <a:p>
                      <a:r>
                        <a:t>10</a:t>
                      </a:r>
                    </a:p>
                  </a:txBody>
                  <a:tcPr>
                    <a:solidFill>
                      <a:srgbClr val="FAC205"/>
                    </a:solidFill>
                  </a:tcPr>
                </a:tc>
                <a:tc>
                  <a:txBody>
                    <a:bodyPr/>
                    <a:lstStyle/>
                    <a:p>
                      <a:r>
                        <a:t>10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Bahrain</a:t>
                      </a:r>
                    </a:p>
                  </a:txBody>
                  <a:tcPr>
                    <a:solidFill>
                      <a:srgbClr val="028F1E"/>
                    </a:solidFill>
                  </a:tcPr>
                </a:tc>
                <a:tc>
                  <a:txBody>
                    <a:bodyPr/>
                    <a:lstStyle/>
                    <a:p>
                      <a:r>
                        <a:t>Monaco</a:t>
                      </a:r>
                    </a:p>
                  </a:txBody>
                  <a:tcPr>
                    <a:solidFill>
                      <a:srgbClr val="028F1E"/>
                    </a:solidFill>
                  </a:tcPr>
                </a:tc>
                <a:tc>
                  <a:txBody>
                    <a:bodyPr/>
                    <a:lstStyle/>
                    <a:p>
                      <a:r>
                        <a:t>Baku</a:t>
                      </a:r>
                    </a:p>
                  </a:txBody>
                  <a:tcPr>
                    <a:solidFill>
                      <a:srgbClr val="028F1E"/>
                    </a:solidFill>
                  </a:tcPr>
                </a:tc>
                <a:tc>
                  <a:txBody>
                    <a:bodyPr/>
                    <a:lstStyle/>
                    <a:p>
                      <a:r>
                        <a:t>Singapore</a:t>
                      </a:r>
                    </a:p>
                  </a:txBody>
                  <a:tcPr>
                    <a:solidFill>
                      <a:srgbClr val="028F1E"/>
                    </a:solidFill>
                  </a:tcPr>
                </a:tc>
                <a:tc>
                  <a:txBody>
                    <a:bodyPr/>
                    <a:lstStyle/>
                    <a:p>
                      <a:r>
                        <a:t>Mexico</a:t>
                      </a:r>
                    </a:p>
                  </a:txBody>
                  <a:tcPr>
                    <a:solidFill>
                      <a:srgbClr val="028F1E"/>
                    </a:solidFill>
                  </a:tcPr>
                </a:tc>
                <a:extLst>
                  <a:ext uri="{0D108BD9-81ED-4DB2-BD59-A6C34878D82A}">
                    <a16:rowId xmlns:a16="http://schemas.microsoft.com/office/drawing/2014/main" val="10006"/>
                  </a:ext>
                </a:extLst>
              </a:tr>
              <a:tr h="293914">
                <a:tc>
                  <a:txBody>
                    <a:bodyPr/>
                    <a:lstStyle/>
                    <a:p>
                      <a:r>
                        <a:t>0</a:t>
                      </a:r>
                    </a:p>
                  </a:txBody>
                  <a:tcPr>
                    <a:solidFill>
                      <a:srgbClr val="028F1E"/>
                    </a:solidFill>
                  </a:tcPr>
                </a:tc>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Saudi Arabia</a:t>
                      </a:r>
                    </a:p>
                  </a:txBody>
                  <a:tcPr>
                    <a:solidFill>
                      <a:srgbClr val="FF5B00"/>
                    </a:solidFill>
                  </a:tcPr>
                </a:tc>
                <a:tc>
                  <a:txBody>
                    <a:bodyPr/>
                    <a:lstStyle/>
                    <a:p>
                      <a:r>
                        <a:t>Monaco</a:t>
                      </a:r>
                    </a:p>
                  </a:txBody>
                  <a:tcPr>
                    <a:solidFill>
                      <a:srgbClr val="FF5B00"/>
                    </a:solidFill>
                  </a:tcPr>
                </a:tc>
                <a:tc>
                  <a:txBody>
                    <a:bodyPr/>
                    <a:lstStyle/>
                    <a:p>
                      <a:r>
                        <a:t>Las Vegas</a:t>
                      </a:r>
                    </a:p>
                  </a:txBody>
                  <a:tcPr>
                    <a:solidFill>
                      <a:srgbClr val="FF5B00"/>
                    </a:solidFill>
                  </a:tcPr>
                </a:tc>
                <a:tc>
                  <a:txBody>
                    <a:bodyPr/>
                    <a:lstStyle/>
                    <a:p>
                      <a:r>
                        <a:t>Qatar</a:t>
                      </a:r>
                    </a:p>
                  </a:txBody>
                  <a:tcPr>
                    <a:solidFill>
                      <a:srgbClr val="FF5B00"/>
                    </a:solidFill>
                  </a:tcPr>
                </a:tc>
                <a:tc>
                  <a:txBody>
                    <a:bodyPr/>
                    <a:lstStyle/>
                    <a:p>
                      <a:r>
                        <a:t>Abu Dhabi</a:t>
                      </a:r>
                    </a:p>
                  </a:txBody>
                  <a:tcPr>
                    <a:solidFill>
                      <a:srgbClr val="FF5B00"/>
                    </a:solidFill>
                  </a:tcPr>
                </a:tc>
                <a:extLst>
                  <a:ext uri="{0D108BD9-81ED-4DB2-BD59-A6C34878D82A}">
                    <a16:rowId xmlns:a16="http://schemas.microsoft.com/office/drawing/2014/main" val="10008"/>
                  </a:ext>
                </a:extLst>
              </a:tr>
              <a:tr h="293914">
                <a:tc>
                  <a:txBody>
                    <a:bodyPr/>
                    <a:lstStyle/>
                    <a:p>
                      <a:r>
                        <a:t>10</a:t>
                      </a:r>
                    </a:p>
                  </a:txBody>
                  <a:tcPr>
                    <a:solidFill>
                      <a:srgbClr val="FF5B00"/>
                    </a:solidFill>
                  </a:tcPr>
                </a:tc>
                <a:tc>
                  <a:txBody>
                    <a:bodyPr/>
                    <a:lstStyle/>
                    <a:p>
                      <a:r>
                        <a:t>10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Spa</a:t>
                      </a:r>
                    </a:p>
                  </a:txBody>
                  <a:tcPr>
                    <a:solidFill>
                      <a:srgbClr val="13EAC9"/>
                    </a:solidFill>
                  </a:tcPr>
                </a:tc>
                <a:tc>
                  <a:txBody>
                    <a:bodyPr/>
                    <a:lstStyle/>
                    <a:p>
                      <a:r>
                        <a:t>Baku</a:t>
                      </a:r>
                    </a:p>
                  </a:txBody>
                  <a:tcPr>
                    <a:solidFill>
                      <a:srgbClr val="13EAC9"/>
                    </a:solidFill>
                  </a:tcPr>
                </a:tc>
                <a:tc>
                  <a:txBody>
                    <a:bodyPr/>
                    <a:lstStyle/>
                    <a:p>
                      <a:r>
                        <a:t>Singapore</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Saudi Arabia</a:t>
                      </a:r>
                    </a:p>
                  </a:txBody>
                  <a:tcPr>
                    <a:solidFill>
                      <a:srgbClr val="9A0EEA"/>
                    </a:solidFill>
                  </a:tcPr>
                </a:tc>
                <a:tc>
                  <a:txBody>
                    <a:bodyPr/>
                    <a:lstStyle/>
                    <a:p>
                      <a:r>
                        <a:t>Silverstone</a:t>
                      </a:r>
                    </a:p>
                  </a:txBody>
                  <a:tcPr>
                    <a:solidFill>
                      <a:srgbClr val="9A0EEA"/>
                    </a:solidFill>
                  </a:tcPr>
                </a:tc>
                <a:tc>
                  <a:txBody>
                    <a:bodyPr/>
                    <a:lstStyle/>
                    <a:p>
                      <a:r>
                        <a:t>Baku</a:t>
                      </a:r>
                    </a:p>
                  </a:txBody>
                  <a:tcPr>
                    <a:solidFill>
                      <a:srgbClr val="9A0EEA"/>
                    </a:solidFill>
                  </a:tcPr>
                </a:tc>
                <a:tc>
                  <a:txBody>
                    <a:bodyPr/>
                    <a:lstStyle/>
                    <a:p>
                      <a:r>
                        <a:t>Singapore</a:t>
                      </a:r>
                    </a:p>
                  </a:txBody>
                  <a:tcPr>
                    <a:solidFill>
                      <a:srgbClr val="9A0EEA"/>
                    </a:solidFill>
                  </a:tcPr>
                </a:tc>
                <a:tc>
                  <a:txBody>
                    <a:bodyPr/>
                    <a:lstStyle/>
                    <a:p>
                      <a:r>
                        <a:t>Brazil</a:t>
                      </a:r>
                    </a:p>
                  </a:txBody>
                  <a:tcPr>
                    <a:solidFill>
                      <a:srgbClr val="9A0EEA"/>
                    </a:solidFill>
                  </a:tcPr>
                </a:tc>
                <a:extLst>
                  <a:ext uri="{0D108BD9-81ED-4DB2-BD59-A6C34878D82A}">
                    <a16:rowId xmlns:a16="http://schemas.microsoft.com/office/drawing/2014/main" val="10012"/>
                  </a:ext>
                </a:extLst>
              </a:tr>
              <a:tr h="293918">
                <a:tc>
                  <a:txBody>
                    <a:bodyPr/>
                    <a:lstStyle/>
                    <a:p>
                      <a:r>
                        <a:t>10</a:t>
                      </a:r>
                    </a:p>
                  </a:txBody>
                  <a:tcPr>
                    <a:solidFill>
                      <a:srgbClr val="9A0EEA"/>
                    </a:solidFill>
                  </a:tcPr>
                </a:tc>
                <a:tc>
                  <a:txBody>
                    <a:bodyPr/>
                    <a:lstStyle/>
                    <a:p>
                      <a:r>
                        <a:t>10</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644</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680</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629</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798</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667</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557</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Blowy Engines @ China</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Australia</a:t>
                      </a:r>
                    </a:p>
                  </a:txBody>
                  <a:tcPr>
                    <a:solidFill>
                      <a:srgbClr val="040273"/>
                    </a:solidFill>
                  </a:tcPr>
                </a:tc>
                <a:tc>
                  <a:txBody>
                    <a:bodyPr/>
                    <a:lstStyle/>
                    <a:p>
                      <a:r>
                        <a:t>China</a:t>
                      </a:r>
                    </a:p>
                  </a:txBody>
                  <a:tcPr>
                    <a:solidFill>
                      <a:srgbClr val="040273"/>
                    </a:solidFill>
                  </a:tcPr>
                </a:tc>
                <a:tc>
                  <a:txBody>
                    <a:bodyPr/>
                    <a:lstStyle/>
                    <a:p>
                      <a:r>
                        <a:t>Monaco</a:t>
                      </a:r>
                    </a:p>
                  </a:txBody>
                  <a:tcPr>
                    <a:solidFill>
                      <a:srgbClr val="040273"/>
                    </a:solidFill>
                  </a:tcPr>
                </a:tc>
                <a:tc>
                  <a:txBody>
                    <a:bodyPr/>
                    <a:lstStyle/>
                    <a:p>
                      <a:r>
                        <a:t>COTA</a:t>
                      </a:r>
                    </a:p>
                  </a:txBody>
                  <a:tcPr>
                    <a:solidFill>
                      <a:srgbClr val="040273"/>
                    </a:solidFill>
                  </a:tcPr>
                </a:tc>
                <a:tc>
                  <a:txBody>
                    <a:bodyPr/>
                    <a:lstStyle/>
                    <a:p>
                      <a:r>
                        <a:t>Qatar</a:t>
                      </a:r>
                    </a:p>
                  </a:txBody>
                  <a:tcPr>
                    <a:solidFill>
                      <a:srgbClr val="040273"/>
                    </a:solidFill>
                  </a:tcPr>
                </a:tc>
                <a:extLst>
                  <a:ext uri="{0D108BD9-81ED-4DB2-BD59-A6C34878D82A}">
                    <a16:rowId xmlns:a16="http://schemas.microsoft.com/office/drawing/2014/main" val="10000"/>
                  </a:ext>
                </a:extLst>
              </a:tr>
              <a:tr h="293914">
                <a:tc>
                  <a:txBody>
                    <a:bodyPr/>
                    <a:lstStyle/>
                    <a:p>
                      <a:r>
                        <a:t>30</a:t>
                      </a:r>
                    </a:p>
                  </a:txBody>
                  <a:tcPr>
                    <a:solidFill>
                      <a:srgbClr val="040273"/>
                    </a:solidFill>
                  </a:tcPr>
                </a:tc>
                <a:tc>
                  <a:txBody>
                    <a:bodyPr/>
                    <a:lstStyle/>
                    <a:p>
                      <a:r>
                        <a:t>15</a:t>
                      </a:r>
                    </a:p>
                  </a:txBody>
                  <a:tcPr>
                    <a:solidFill>
                      <a:srgbClr val="040273"/>
                    </a:solidFill>
                  </a:tcPr>
                </a:tc>
                <a:tc>
                  <a:txBody>
                    <a:bodyPr/>
                    <a:lstStyle/>
                    <a:p>
                      <a:r>
                        <a:t>15</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Monaco</a:t>
                      </a:r>
                    </a:p>
                  </a:txBody>
                  <a:tcPr>
                    <a:solidFill>
                      <a:srgbClr val="E8002D"/>
                    </a:solidFill>
                  </a:tcPr>
                </a:tc>
                <a:tc>
                  <a:txBody>
                    <a:bodyPr/>
                    <a:lstStyle/>
                    <a:p>
                      <a:r>
                        <a:t>Hungary</a:t>
                      </a:r>
                    </a:p>
                  </a:txBody>
                  <a:tcPr>
                    <a:solidFill>
                      <a:srgbClr val="E8002D"/>
                    </a:solidFill>
                  </a:tcPr>
                </a:tc>
                <a:tc>
                  <a:txBody>
                    <a:bodyPr/>
                    <a:lstStyle/>
                    <a:p>
                      <a:r>
                        <a:t>Baku</a:t>
                      </a:r>
                    </a:p>
                  </a:txBody>
                  <a:tcPr>
                    <a:solidFill>
                      <a:srgbClr val="E8002D"/>
                    </a:solidFill>
                  </a:tcPr>
                </a:tc>
                <a:tc>
                  <a:txBody>
                    <a:bodyPr/>
                    <a:lstStyle/>
                    <a:p>
                      <a:r>
                        <a:t>Qatar</a:t>
                      </a:r>
                    </a:p>
                  </a:txBody>
                  <a:tcPr>
                    <a:solidFill>
                      <a:srgbClr val="E8002D"/>
                    </a:solidFill>
                  </a:tcPr>
                </a:tc>
                <a:extLst>
                  <a:ext uri="{0D108BD9-81ED-4DB2-BD59-A6C34878D82A}">
                    <a16:rowId xmlns:a16="http://schemas.microsoft.com/office/drawing/2014/main" val="10002"/>
                  </a:ext>
                </a:extLst>
              </a:tr>
              <a:tr h="293914">
                <a:tc>
                  <a:txBody>
                    <a:bodyPr/>
                    <a:lstStyle/>
                    <a:p>
                      <a:r>
                        <a:t>15</a:t>
                      </a:r>
                    </a:p>
                  </a:txBody>
                  <a:tcPr>
                    <a:solidFill>
                      <a:srgbClr val="E8002D"/>
                    </a:solidFill>
                  </a:tcPr>
                </a:tc>
                <a:tc>
                  <a:txBody>
                    <a:bodyPr/>
                    <a:lstStyle/>
                    <a:p>
                      <a:r>
                        <a:t>15</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Saudi Arabia</a:t>
                      </a:r>
                    </a:p>
                  </a:txBody>
                  <a:tcPr>
                    <a:solidFill>
                      <a:srgbClr val="FAC205"/>
                    </a:solidFill>
                  </a:tcPr>
                </a:tc>
                <a:tc>
                  <a:txBody>
                    <a:bodyPr/>
                    <a:lstStyle/>
                    <a:p>
                      <a:r>
                        <a:t>Miami</a:t>
                      </a:r>
                    </a:p>
                  </a:txBody>
                  <a:tcPr>
                    <a:solidFill>
                      <a:srgbClr val="FAC205"/>
                    </a:solidFill>
                  </a:tcPr>
                </a:tc>
                <a:tc>
                  <a:txBody>
                    <a:bodyPr/>
                    <a:lstStyle/>
                    <a:p>
                      <a:r>
                        <a:t>Monaco</a:t>
                      </a:r>
                    </a:p>
                  </a:txBody>
                  <a:tcPr>
                    <a:solidFill>
                      <a:srgbClr val="FAC205"/>
                    </a:solidFill>
                  </a:tcPr>
                </a:tc>
                <a:tc>
                  <a:txBody>
                    <a:bodyPr/>
                    <a:lstStyle/>
                    <a:p>
                      <a:r>
                        <a:t>Baku</a:t>
                      </a:r>
                    </a:p>
                  </a:txBody>
                  <a:tcPr>
                    <a:solidFill>
                      <a:srgbClr val="FAC205"/>
                    </a:solidFill>
                  </a:tcPr>
                </a:tc>
                <a:tc>
                  <a:txBody>
                    <a:bodyPr/>
                    <a:lstStyle/>
                    <a:p>
                      <a:r>
                        <a:t>Abu Dhabi</a:t>
                      </a:r>
                    </a:p>
                  </a:txBody>
                  <a:tcPr>
                    <a:solidFill>
                      <a:srgbClr val="FAC205"/>
                    </a:solidFill>
                  </a:tcPr>
                </a:tc>
                <a:extLst>
                  <a:ext uri="{0D108BD9-81ED-4DB2-BD59-A6C34878D82A}">
                    <a16:rowId xmlns:a16="http://schemas.microsoft.com/office/drawing/2014/main" val="10004"/>
                  </a:ext>
                </a:extLst>
              </a:tr>
              <a:tr h="293914">
                <a:tc>
                  <a:txBody>
                    <a:bodyPr/>
                    <a:lstStyle/>
                    <a:p>
                      <a:r>
                        <a:t>10</a:t>
                      </a:r>
                    </a:p>
                  </a:txBody>
                  <a:tcPr>
                    <a:solidFill>
                      <a:srgbClr val="FAC205"/>
                    </a:solidFill>
                  </a:tcPr>
                </a:tc>
                <a:tc>
                  <a:txBody>
                    <a:bodyPr/>
                    <a:lstStyle/>
                    <a:p>
                      <a:r>
                        <a:t>10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Bahrain</a:t>
                      </a:r>
                    </a:p>
                  </a:txBody>
                  <a:tcPr>
                    <a:solidFill>
                      <a:srgbClr val="028F1E"/>
                    </a:solidFill>
                  </a:tcPr>
                </a:tc>
                <a:tc>
                  <a:txBody>
                    <a:bodyPr/>
                    <a:lstStyle/>
                    <a:p>
                      <a:r>
                        <a:t>Monaco</a:t>
                      </a:r>
                    </a:p>
                  </a:txBody>
                  <a:tcPr>
                    <a:solidFill>
                      <a:srgbClr val="028F1E"/>
                    </a:solidFill>
                  </a:tcPr>
                </a:tc>
                <a:tc>
                  <a:txBody>
                    <a:bodyPr/>
                    <a:lstStyle/>
                    <a:p>
                      <a:r>
                        <a:t>Baku</a:t>
                      </a:r>
                    </a:p>
                  </a:txBody>
                  <a:tcPr>
                    <a:solidFill>
                      <a:srgbClr val="028F1E"/>
                    </a:solidFill>
                  </a:tcPr>
                </a:tc>
                <a:tc>
                  <a:txBody>
                    <a:bodyPr/>
                    <a:lstStyle/>
                    <a:p>
                      <a:r>
                        <a:t>Singapore</a:t>
                      </a:r>
                    </a:p>
                  </a:txBody>
                  <a:tcPr>
                    <a:solidFill>
                      <a:srgbClr val="028F1E"/>
                    </a:solidFill>
                  </a:tcPr>
                </a:tc>
                <a:tc>
                  <a:txBody>
                    <a:bodyPr/>
                    <a:lstStyle/>
                    <a:p>
                      <a:r>
                        <a:t>Mexico</a:t>
                      </a:r>
                    </a:p>
                  </a:txBody>
                  <a:tcPr>
                    <a:solidFill>
                      <a:srgbClr val="028F1E"/>
                    </a:solidFill>
                  </a:tcPr>
                </a:tc>
                <a:extLst>
                  <a:ext uri="{0D108BD9-81ED-4DB2-BD59-A6C34878D82A}">
                    <a16:rowId xmlns:a16="http://schemas.microsoft.com/office/drawing/2014/main" val="10006"/>
                  </a:ext>
                </a:extLst>
              </a:tr>
              <a:tr h="293914">
                <a:tc>
                  <a:txBody>
                    <a:bodyPr/>
                    <a:lstStyle/>
                    <a:p>
                      <a:r>
                        <a:t>0</a:t>
                      </a:r>
                    </a:p>
                  </a:txBody>
                  <a:tcPr>
                    <a:solidFill>
                      <a:srgbClr val="028F1E"/>
                    </a:solidFill>
                  </a:tcPr>
                </a:tc>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Saudi Arabia</a:t>
                      </a:r>
                    </a:p>
                  </a:txBody>
                  <a:tcPr>
                    <a:solidFill>
                      <a:srgbClr val="FF5B00"/>
                    </a:solidFill>
                  </a:tcPr>
                </a:tc>
                <a:tc>
                  <a:txBody>
                    <a:bodyPr/>
                    <a:lstStyle/>
                    <a:p>
                      <a:r>
                        <a:t>Monaco</a:t>
                      </a:r>
                    </a:p>
                  </a:txBody>
                  <a:tcPr>
                    <a:solidFill>
                      <a:srgbClr val="FF5B00"/>
                    </a:solidFill>
                  </a:tcPr>
                </a:tc>
                <a:tc>
                  <a:txBody>
                    <a:bodyPr/>
                    <a:lstStyle/>
                    <a:p>
                      <a:r>
                        <a:t>Las Vegas</a:t>
                      </a:r>
                    </a:p>
                  </a:txBody>
                  <a:tcPr>
                    <a:solidFill>
                      <a:srgbClr val="FF5B00"/>
                    </a:solidFill>
                  </a:tcPr>
                </a:tc>
                <a:tc>
                  <a:txBody>
                    <a:bodyPr/>
                    <a:lstStyle/>
                    <a:p>
                      <a:r>
                        <a:t>Qatar</a:t>
                      </a:r>
                    </a:p>
                  </a:txBody>
                  <a:tcPr>
                    <a:solidFill>
                      <a:srgbClr val="FF5B00"/>
                    </a:solidFill>
                  </a:tcPr>
                </a:tc>
                <a:tc>
                  <a:txBody>
                    <a:bodyPr/>
                    <a:lstStyle/>
                    <a:p>
                      <a:r>
                        <a:t>Abu Dhabi</a:t>
                      </a:r>
                    </a:p>
                  </a:txBody>
                  <a:tcPr>
                    <a:solidFill>
                      <a:srgbClr val="FF5B00"/>
                    </a:solidFill>
                  </a:tcPr>
                </a:tc>
                <a:extLst>
                  <a:ext uri="{0D108BD9-81ED-4DB2-BD59-A6C34878D82A}">
                    <a16:rowId xmlns:a16="http://schemas.microsoft.com/office/drawing/2014/main" val="10008"/>
                  </a:ext>
                </a:extLst>
              </a:tr>
              <a:tr h="293914">
                <a:tc>
                  <a:txBody>
                    <a:bodyPr/>
                    <a:lstStyle/>
                    <a:p>
                      <a:r>
                        <a:t>10</a:t>
                      </a:r>
                    </a:p>
                  </a:txBody>
                  <a:tcPr>
                    <a:solidFill>
                      <a:srgbClr val="FF5B00"/>
                    </a:solidFill>
                  </a:tcPr>
                </a:tc>
                <a:tc>
                  <a:txBody>
                    <a:bodyPr/>
                    <a:lstStyle/>
                    <a:p>
                      <a:r>
                        <a:t>10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Spa</a:t>
                      </a:r>
                    </a:p>
                  </a:txBody>
                  <a:tcPr>
                    <a:solidFill>
                      <a:srgbClr val="13EAC9"/>
                    </a:solidFill>
                  </a:tcPr>
                </a:tc>
                <a:tc>
                  <a:txBody>
                    <a:bodyPr/>
                    <a:lstStyle/>
                    <a:p>
                      <a:r>
                        <a:t>Baku</a:t>
                      </a:r>
                    </a:p>
                  </a:txBody>
                  <a:tcPr>
                    <a:solidFill>
                      <a:srgbClr val="13EAC9"/>
                    </a:solidFill>
                  </a:tcPr>
                </a:tc>
                <a:tc>
                  <a:txBody>
                    <a:bodyPr/>
                    <a:lstStyle/>
                    <a:p>
                      <a:r>
                        <a:t>Singapore</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Saudi Arabia</a:t>
                      </a:r>
                    </a:p>
                  </a:txBody>
                  <a:tcPr>
                    <a:solidFill>
                      <a:srgbClr val="9A0EEA"/>
                    </a:solidFill>
                  </a:tcPr>
                </a:tc>
                <a:tc>
                  <a:txBody>
                    <a:bodyPr/>
                    <a:lstStyle/>
                    <a:p>
                      <a:r>
                        <a:t>Silverstone</a:t>
                      </a:r>
                    </a:p>
                  </a:txBody>
                  <a:tcPr>
                    <a:solidFill>
                      <a:srgbClr val="9A0EEA"/>
                    </a:solidFill>
                  </a:tcPr>
                </a:tc>
                <a:tc>
                  <a:txBody>
                    <a:bodyPr/>
                    <a:lstStyle/>
                    <a:p>
                      <a:r>
                        <a:t>Baku</a:t>
                      </a:r>
                    </a:p>
                  </a:txBody>
                  <a:tcPr>
                    <a:solidFill>
                      <a:srgbClr val="9A0EEA"/>
                    </a:solidFill>
                  </a:tcPr>
                </a:tc>
                <a:tc>
                  <a:txBody>
                    <a:bodyPr/>
                    <a:lstStyle/>
                    <a:p>
                      <a:r>
                        <a:t>Singapore</a:t>
                      </a:r>
                    </a:p>
                  </a:txBody>
                  <a:tcPr>
                    <a:solidFill>
                      <a:srgbClr val="9A0EEA"/>
                    </a:solidFill>
                  </a:tcPr>
                </a:tc>
                <a:tc>
                  <a:txBody>
                    <a:bodyPr/>
                    <a:lstStyle/>
                    <a:p>
                      <a:r>
                        <a:t>Brazil</a:t>
                      </a:r>
                    </a:p>
                  </a:txBody>
                  <a:tcPr>
                    <a:solidFill>
                      <a:srgbClr val="9A0EEA"/>
                    </a:solidFill>
                  </a:tcPr>
                </a:tc>
                <a:extLst>
                  <a:ext uri="{0D108BD9-81ED-4DB2-BD59-A6C34878D82A}">
                    <a16:rowId xmlns:a16="http://schemas.microsoft.com/office/drawing/2014/main" val="10012"/>
                  </a:ext>
                </a:extLst>
              </a:tr>
              <a:tr h="293918">
                <a:tc>
                  <a:txBody>
                    <a:bodyPr/>
                    <a:lstStyle/>
                    <a:p>
                      <a:r>
                        <a:t>10</a:t>
                      </a:r>
                    </a:p>
                  </a:txBody>
                  <a:tcPr>
                    <a:solidFill>
                      <a:srgbClr val="9A0EEA"/>
                    </a:solidFill>
                  </a:tcPr>
                </a:tc>
                <a:tc>
                  <a:txBody>
                    <a:bodyPr/>
                    <a:lstStyle/>
                    <a:p>
                      <a:r>
                        <a:t>10</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659</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680</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629</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798</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667</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557</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Blowy Engines @ Miami</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Australia</a:t>
                      </a:r>
                    </a:p>
                  </a:txBody>
                  <a:tcPr>
                    <a:solidFill>
                      <a:srgbClr val="040273"/>
                    </a:solidFill>
                  </a:tcPr>
                </a:tc>
                <a:tc>
                  <a:txBody>
                    <a:bodyPr/>
                    <a:lstStyle/>
                    <a:p>
                      <a:r>
                        <a:t>China</a:t>
                      </a:r>
                    </a:p>
                  </a:txBody>
                  <a:tcPr>
                    <a:solidFill>
                      <a:srgbClr val="040273"/>
                    </a:solidFill>
                  </a:tcPr>
                </a:tc>
                <a:tc>
                  <a:txBody>
                    <a:bodyPr/>
                    <a:lstStyle/>
                    <a:p>
                      <a:r>
                        <a:t>Monaco</a:t>
                      </a:r>
                    </a:p>
                  </a:txBody>
                  <a:tcPr>
                    <a:solidFill>
                      <a:srgbClr val="040273"/>
                    </a:solidFill>
                  </a:tcPr>
                </a:tc>
                <a:tc>
                  <a:txBody>
                    <a:bodyPr/>
                    <a:lstStyle/>
                    <a:p>
                      <a:r>
                        <a:t>COTA</a:t>
                      </a:r>
                    </a:p>
                  </a:txBody>
                  <a:tcPr>
                    <a:solidFill>
                      <a:srgbClr val="040273"/>
                    </a:solidFill>
                  </a:tcPr>
                </a:tc>
                <a:tc>
                  <a:txBody>
                    <a:bodyPr/>
                    <a:lstStyle/>
                    <a:p>
                      <a:r>
                        <a:t>Qatar</a:t>
                      </a:r>
                    </a:p>
                  </a:txBody>
                  <a:tcPr>
                    <a:solidFill>
                      <a:srgbClr val="040273"/>
                    </a:solidFill>
                  </a:tcPr>
                </a:tc>
                <a:extLst>
                  <a:ext uri="{0D108BD9-81ED-4DB2-BD59-A6C34878D82A}">
                    <a16:rowId xmlns:a16="http://schemas.microsoft.com/office/drawing/2014/main" val="10000"/>
                  </a:ext>
                </a:extLst>
              </a:tr>
              <a:tr h="293914">
                <a:tc>
                  <a:txBody>
                    <a:bodyPr/>
                    <a:lstStyle/>
                    <a:p>
                      <a:r>
                        <a:t>30</a:t>
                      </a:r>
                    </a:p>
                  </a:txBody>
                  <a:tcPr>
                    <a:solidFill>
                      <a:srgbClr val="040273"/>
                    </a:solidFill>
                  </a:tcPr>
                </a:tc>
                <a:tc>
                  <a:txBody>
                    <a:bodyPr/>
                    <a:lstStyle/>
                    <a:p>
                      <a:r>
                        <a:t>15</a:t>
                      </a:r>
                    </a:p>
                  </a:txBody>
                  <a:tcPr>
                    <a:solidFill>
                      <a:srgbClr val="040273"/>
                    </a:solidFill>
                  </a:tcPr>
                </a:tc>
                <a:tc>
                  <a:txBody>
                    <a:bodyPr/>
                    <a:lstStyle/>
                    <a:p>
                      <a:r>
                        <a:t>15</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Monaco</a:t>
                      </a:r>
                    </a:p>
                  </a:txBody>
                  <a:tcPr>
                    <a:solidFill>
                      <a:srgbClr val="E8002D"/>
                    </a:solidFill>
                  </a:tcPr>
                </a:tc>
                <a:tc>
                  <a:txBody>
                    <a:bodyPr/>
                    <a:lstStyle/>
                    <a:p>
                      <a:r>
                        <a:t>Hungary</a:t>
                      </a:r>
                    </a:p>
                  </a:txBody>
                  <a:tcPr>
                    <a:solidFill>
                      <a:srgbClr val="E8002D"/>
                    </a:solidFill>
                  </a:tcPr>
                </a:tc>
                <a:tc>
                  <a:txBody>
                    <a:bodyPr/>
                    <a:lstStyle/>
                    <a:p>
                      <a:r>
                        <a:t>Baku</a:t>
                      </a:r>
                    </a:p>
                  </a:txBody>
                  <a:tcPr>
                    <a:solidFill>
                      <a:srgbClr val="E8002D"/>
                    </a:solidFill>
                  </a:tcPr>
                </a:tc>
                <a:tc>
                  <a:txBody>
                    <a:bodyPr/>
                    <a:lstStyle/>
                    <a:p>
                      <a:r>
                        <a:t>Qatar</a:t>
                      </a:r>
                    </a:p>
                  </a:txBody>
                  <a:tcPr>
                    <a:solidFill>
                      <a:srgbClr val="E8002D"/>
                    </a:solidFill>
                  </a:tcPr>
                </a:tc>
                <a:extLst>
                  <a:ext uri="{0D108BD9-81ED-4DB2-BD59-A6C34878D82A}">
                    <a16:rowId xmlns:a16="http://schemas.microsoft.com/office/drawing/2014/main" val="10002"/>
                  </a:ext>
                </a:extLst>
              </a:tr>
              <a:tr h="293914">
                <a:tc>
                  <a:txBody>
                    <a:bodyPr/>
                    <a:lstStyle/>
                    <a:p>
                      <a:r>
                        <a:t>15</a:t>
                      </a:r>
                    </a:p>
                  </a:txBody>
                  <a:tcPr>
                    <a:solidFill>
                      <a:srgbClr val="E8002D"/>
                    </a:solidFill>
                  </a:tcPr>
                </a:tc>
                <a:tc>
                  <a:txBody>
                    <a:bodyPr/>
                    <a:lstStyle/>
                    <a:p>
                      <a:r>
                        <a:t>15</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Saudi Arabia</a:t>
                      </a:r>
                    </a:p>
                  </a:txBody>
                  <a:tcPr>
                    <a:solidFill>
                      <a:srgbClr val="FAC205"/>
                    </a:solidFill>
                  </a:tcPr>
                </a:tc>
                <a:tc>
                  <a:txBody>
                    <a:bodyPr/>
                    <a:lstStyle/>
                    <a:p>
                      <a:r>
                        <a:t>Miami</a:t>
                      </a:r>
                    </a:p>
                  </a:txBody>
                  <a:tcPr>
                    <a:solidFill>
                      <a:srgbClr val="FAC205"/>
                    </a:solidFill>
                  </a:tcPr>
                </a:tc>
                <a:tc>
                  <a:txBody>
                    <a:bodyPr/>
                    <a:lstStyle/>
                    <a:p>
                      <a:r>
                        <a:t>Monaco</a:t>
                      </a:r>
                    </a:p>
                  </a:txBody>
                  <a:tcPr>
                    <a:solidFill>
                      <a:srgbClr val="FAC205"/>
                    </a:solidFill>
                  </a:tcPr>
                </a:tc>
                <a:tc>
                  <a:txBody>
                    <a:bodyPr/>
                    <a:lstStyle/>
                    <a:p>
                      <a:r>
                        <a:t>Baku</a:t>
                      </a:r>
                    </a:p>
                  </a:txBody>
                  <a:tcPr>
                    <a:solidFill>
                      <a:srgbClr val="FAC205"/>
                    </a:solidFill>
                  </a:tcPr>
                </a:tc>
                <a:tc>
                  <a:txBody>
                    <a:bodyPr/>
                    <a:lstStyle/>
                    <a:p>
                      <a:r>
                        <a:t>Abu Dhabi</a:t>
                      </a:r>
                    </a:p>
                  </a:txBody>
                  <a:tcPr>
                    <a:solidFill>
                      <a:srgbClr val="FAC205"/>
                    </a:solidFill>
                  </a:tcPr>
                </a:tc>
                <a:extLst>
                  <a:ext uri="{0D108BD9-81ED-4DB2-BD59-A6C34878D82A}">
                    <a16:rowId xmlns:a16="http://schemas.microsoft.com/office/drawing/2014/main" val="10004"/>
                  </a:ext>
                </a:extLst>
              </a:tr>
              <a:tr h="293914">
                <a:tc>
                  <a:txBody>
                    <a:bodyPr/>
                    <a:lstStyle/>
                    <a:p>
                      <a:r>
                        <a:t>15</a:t>
                      </a:r>
                    </a:p>
                  </a:txBody>
                  <a:tcPr>
                    <a:solidFill>
                      <a:srgbClr val="FAC205"/>
                    </a:solidFill>
                  </a:tcPr>
                </a:tc>
                <a:tc>
                  <a:txBody>
                    <a:bodyPr/>
                    <a:lstStyle/>
                    <a:p>
                      <a:r>
                        <a:t>10</a:t>
                      </a:r>
                    </a:p>
                  </a:txBody>
                  <a:tcPr>
                    <a:solidFill>
                      <a:srgbClr val="FAC205"/>
                    </a:solidFill>
                  </a:tcPr>
                </a:tc>
                <a:tc>
                  <a:txBody>
                    <a:bodyPr/>
                    <a:lstStyle/>
                    <a:p>
                      <a:r>
                        <a:t>5</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Bahrain</a:t>
                      </a:r>
                    </a:p>
                  </a:txBody>
                  <a:tcPr>
                    <a:solidFill>
                      <a:srgbClr val="028F1E"/>
                    </a:solidFill>
                  </a:tcPr>
                </a:tc>
                <a:tc>
                  <a:txBody>
                    <a:bodyPr/>
                    <a:lstStyle/>
                    <a:p>
                      <a:r>
                        <a:t>Monaco</a:t>
                      </a:r>
                    </a:p>
                  </a:txBody>
                  <a:tcPr>
                    <a:solidFill>
                      <a:srgbClr val="028F1E"/>
                    </a:solidFill>
                  </a:tcPr>
                </a:tc>
                <a:tc>
                  <a:txBody>
                    <a:bodyPr/>
                    <a:lstStyle/>
                    <a:p>
                      <a:r>
                        <a:t>Baku</a:t>
                      </a:r>
                    </a:p>
                  </a:txBody>
                  <a:tcPr>
                    <a:solidFill>
                      <a:srgbClr val="028F1E"/>
                    </a:solidFill>
                  </a:tcPr>
                </a:tc>
                <a:tc>
                  <a:txBody>
                    <a:bodyPr/>
                    <a:lstStyle/>
                    <a:p>
                      <a:r>
                        <a:t>Singapore</a:t>
                      </a:r>
                    </a:p>
                  </a:txBody>
                  <a:tcPr>
                    <a:solidFill>
                      <a:srgbClr val="028F1E"/>
                    </a:solidFill>
                  </a:tcPr>
                </a:tc>
                <a:tc>
                  <a:txBody>
                    <a:bodyPr/>
                    <a:lstStyle/>
                    <a:p>
                      <a:r>
                        <a:t>Mexico</a:t>
                      </a:r>
                    </a:p>
                  </a:txBody>
                  <a:tcPr>
                    <a:solidFill>
                      <a:srgbClr val="028F1E"/>
                    </a:solidFill>
                  </a:tcPr>
                </a:tc>
                <a:extLst>
                  <a:ext uri="{0D108BD9-81ED-4DB2-BD59-A6C34878D82A}">
                    <a16:rowId xmlns:a16="http://schemas.microsoft.com/office/drawing/2014/main" val="10006"/>
                  </a:ext>
                </a:extLst>
              </a:tr>
              <a:tr h="293914">
                <a:tc>
                  <a:txBody>
                    <a:bodyPr/>
                    <a:lstStyle/>
                    <a:p>
                      <a:r>
                        <a:t>0</a:t>
                      </a:r>
                    </a:p>
                  </a:txBody>
                  <a:tcPr>
                    <a:solidFill>
                      <a:srgbClr val="028F1E"/>
                    </a:solidFill>
                  </a:tcPr>
                </a:tc>
                <a:tc>
                  <a:txBody>
                    <a:bodyPr/>
                    <a:lstStyle/>
                    <a:p>
                      <a:r>
                        <a:t>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Saudi Arabia</a:t>
                      </a:r>
                    </a:p>
                  </a:txBody>
                  <a:tcPr>
                    <a:solidFill>
                      <a:srgbClr val="FF5B00"/>
                    </a:solidFill>
                  </a:tcPr>
                </a:tc>
                <a:tc>
                  <a:txBody>
                    <a:bodyPr/>
                    <a:lstStyle/>
                    <a:p>
                      <a:r>
                        <a:t>Monaco</a:t>
                      </a:r>
                    </a:p>
                  </a:txBody>
                  <a:tcPr>
                    <a:solidFill>
                      <a:srgbClr val="FF5B00"/>
                    </a:solidFill>
                  </a:tcPr>
                </a:tc>
                <a:tc>
                  <a:txBody>
                    <a:bodyPr/>
                    <a:lstStyle/>
                    <a:p>
                      <a:r>
                        <a:t>Las Vegas</a:t>
                      </a:r>
                    </a:p>
                  </a:txBody>
                  <a:tcPr>
                    <a:solidFill>
                      <a:srgbClr val="FF5B00"/>
                    </a:solidFill>
                  </a:tcPr>
                </a:tc>
                <a:tc>
                  <a:txBody>
                    <a:bodyPr/>
                    <a:lstStyle/>
                    <a:p>
                      <a:r>
                        <a:t>Qatar</a:t>
                      </a:r>
                    </a:p>
                  </a:txBody>
                  <a:tcPr>
                    <a:solidFill>
                      <a:srgbClr val="FF5B00"/>
                    </a:solidFill>
                  </a:tcPr>
                </a:tc>
                <a:tc>
                  <a:txBody>
                    <a:bodyPr/>
                    <a:lstStyle/>
                    <a:p>
                      <a:r>
                        <a:t>Abu Dhabi</a:t>
                      </a:r>
                    </a:p>
                  </a:txBody>
                  <a:tcPr>
                    <a:solidFill>
                      <a:srgbClr val="FF5B00"/>
                    </a:solidFill>
                  </a:tcPr>
                </a:tc>
                <a:extLst>
                  <a:ext uri="{0D108BD9-81ED-4DB2-BD59-A6C34878D82A}">
                    <a16:rowId xmlns:a16="http://schemas.microsoft.com/office/drawing/2014/main" val="10008"/>
                  </a:ext>
                </a:extLst>
              </a:tr>
              <a:tr h="293914">
                <a:tc>
                  <a:txBody>
                    <a:bodyPr/>
                    <a:lstStyle/>
                    <a:p>
                      <a:r>
                        <a:t>10</a:t>
                      </a:r>
                    </a:p>
                  </a:txBody>
                  <a:tcPr>
                    <a:solidFill>
                      <a:srgbClr val="FF5B00"/>
                    </a:solidFill>
                  </a:tcPr>
                </a:tc>
                <a:tc>
                  <a:txBody>
                    <a:bodyPr/>
                    <a:lstStyle/>
                    <a:p>
                      <a:r>
                        <a:t>10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Spa</a:t>
                      </a:r>
                    </a:p>
                  </a:txBody>
                  <a:tcPr>
                    <a:solidFill>
                      <a:srgbClr val="13EAC9"/>
                    </a:solidFill>
                  </a:tcPr>
                </a:tc>
                <a:tc>
                  <a:txBody>
                    <a:bodyPr/>
                    <a:lstStyle/>
                    <a:p>
                      <a:r>
                        <a:t>Baku</a:t>
                      </a:r>
                    </a:p>
                  </a:txBody>
                  <a:tcPr>
                    <a:solidFill>
                      <a:srgbClr val="13EAC9"/>
                    </a:solidFill>
                  </a:tcPr>
                </a:tc>
                <a:tc>
                  <a:txBody>
                    <a:bodyPr/>
                    <a:lstStyle/>
                    <a:p>
                      <a:r>
                        <a:t>Singapore</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Saudi Arabia</a:t>
                      </a:r>
                    </a:p>
                  </a:txBody>
                  <a:tcPr>
                    <a:solidFill>
                      <a:srgbClr val="9A0EEA"/>
                    </a:solidFill>
                  </a:tcPr>
                </a:tc>
                <a:tc>
                  <a:txBody>
                    <a:bodyPr/>
                    <a:lstStyle/>
                    <a:p>
                      <a:r>
                        <a:t>Silverstone</a:t>
                      </a:r>
                    </a:p>
                  </a:txBody>
                  <a:tcPr>
                    <a:solidFill>
                      <a:srgbClr val="9A0EEA"/>
                    </a:solidFill>
                  </a:tcPr>
                </a:tc>
                <a:tc>
                  <a:txBody>
                    <a:bodyPr/>
                    <a:lstStyle/>
                    <a:p>
                      <a:r>
                        <a:t>Baku</a:t>
                      </a:r>
                    </a:p>
                  </a:txBody>
                  <a:tcPr>
                    <a:solidFill>
                      <a:srgbClr val="9A0EEA"/>
                    </a:solidFill>
                  </a:tcPr>
                </a:tc>
                <a:tc>
                  <a:txBody>
                    <a:bodyPr/>
                    <a:lstStyle/>
                    <a:p>
                      <a:r>
                        <a:t>Singapore</a:t>
                      </a:r>
                    </a:p>
                  </a:txBody>
                  <a:tcPr>
                    <a:solidFill>
                      <a:srgbClr val="9A0EEA"/>
                    </a:solidFill>
                  </a:tcPr>
                </a:tc>
                <a:tc>
                  <a:txBody>
                    <a:bodyPr/>
                    <a:lstStyle/>
                    <a:p>
                      <a:r>
                        <a:t>Brazil</a:t>
                      </a:r>
                    </a:p>
                  </a:txBody>
                  <a:tcPr>
                    <a:solidFill>
                      <a:srgbClr val="9A0EEA"/>
                    </a:solidFill>
                  </a:tcPr>
                </a:tc>
                <a:extLst>
                  <a:ext uri="{0D108BD9-81ED-4DB2-BD59-A6C34878D82A}">
                    <a16:rowId xmlns:a16="http://schemas.microsoft.com/office/drawing/2014/main" val="10012"/>
                  </a:ext>
                </a:extLst>
              </a:tr>
              <a:tr h="293918">
                <a:tc>
                  <a:txBody>
                    <a:bodyPr/>
                    <a:lstStyle/>
                    <a:p>
                      <a:r>
                        <a:t>10</a:t>
                      </a:r>
                    </a:p>
                  </a:txBody>
                  <a:tcPr>
                    <a:solidFill>
                      <a:srgbClr val="9A0EEA"/>
                    </a:solidFill>
                  </a:tcPr>
                </a:tc>
                <a:tc>
                  <a:txBody>
                    <a:bodyPr/>
                    <a:lstStyle/>
                    <a:p>
                      <a:r>
                        <a:t>10</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659</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680</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634</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798</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667</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557</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Blowy Engines @ Monaco</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Australia</a:t>
                      </a:r>
                    </a:p>
                  </a:txBody>
                  <a:tcPr>
                    <a:solidFill>
                      <a:srgbClr val="040273"/>
                    </a:solidFill>
                  </a:tcPr>
                </a:tc>
                <a:tc>
                  <a:txBody>
                    <a:bodyPr/>
                    <a:lstStyle/>
                    <a:p>
                      <a:r>
                        <a:t>China</a:t>
                      </a:r>
                    </a:p>
                  </a:txBody>
                  <a:tcPr>
                    <a:solidFill>
                      <a:srgbClr val="040273"/>
                    </a:solidFill>
                  </a:tcPr>
                </a:tc>
                <a:tc>
                  <a:txBody>
                    <a:bodyPr/>
                    <a:lstStyle/>
                    <a:p>
                      <a:r>
                        <a:t>Monaco</a:t>
                      </a:r>
                    </a:p>
                  </a:txBody>
                  <a:tcPr>
                    <a:solidFill>
                      <a:srgbClr val="040273"/>
                    </a:solidFill>
                  </a:tcPr>
                </a:tc>
                <a:tc>
                  <a:txBody>
                    <a:bodyPr/>
                    <a:lstStyle/>
                    <a:p>
                      <a:r>
                        <a:t>COTA</a:t>
                      </a:r>
                    </a:p>
                  </a:txBody>
                  <a:tcPr>
                    <a:solidFill>
                      <a:srgbClr val="040273"/>
                    </a:solidFill>
                  </a:tcPr>
                </a:tc>
                <a:tc>
                  <a:txBody>
                    <a:bodyPr/>
                    <a:lstStyle/>
                    <a:p>
                      <a:r>
                        <a:t>Qatar</a:t>
                      </a:r>
                    </a:p>
                  </a:txBody>
                  <a:tcPr>
                    <a:solidFill>
                      <a:srgbClr val="040273"/>
                    </a:solidFill>
                  </a:tcPr>
                </a:tc>
                <a:extLst>
                  <a:ext uri="{0D108BD9-81ED-4DB2-BD59-A6C34878D82A}">
                    <a16:rowId xmlns:a16="http://schemas.microsoft.com/office/drawing/2014/main" val="10000"/>
                  </a:ext>
                </a:extLst>
              </a:tr>
              <a:tr h="293914">
                <a:tc>
                  <a:txBody>
                    <a:bodyPr/>
                    <a:lstStyle/>
                    <a:p>
                      <a:r>
                        <a:t>50</a:t>
                      </a:r>
                    </a:p>
                  </a:txBody>
                  <a:tcPr>
                    <a:solidFill>
                      <a:srgbClr val="040273"/>
                    </a:solidFill>
                  </a:tcPr>
                </a:tc>
                <a:tc>
                  <a:txBody>
                    <a:bodyPr/>
                    <a:lstStyle/>
                    <a:p>
                      <a:r>
                        <a:t>15</a:t>
                      </a:r>
                    </a:p>
                  </a:txBody>
                  <a:tcPr>
                    <a:solidFill>
                      <a:srgbClr val="040273"/>
                    </a:solidFill>
                  </a:tcPr>
                </a:tc>
                <a:tc>
                  <a:txBody>
                    <a:bodyPr/>
                    <a:lstStyle/>
                    <a:p>
                      <a:r>
                        <a:t>15</a:t>
                      </a:r>
                    </a:p>
                  </a:txBody>
                  <a:tcPr>
                    <a:solidFill>
                      <a:srgbClr val="040273"/>
                    </a:solidFill>
                  </a:tcPr>
                </a:tc>
                <a:tc>
                  <a:txBody>
                    <a:bodyPr/>
                    <a:lstStyle/>
                    <a:p>
                      <a:r>
                        <a:t>20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Monaco</a:t>
                      </a:r>
                    </a:p>
                  </a:txBody>
                  <a:tcPr>
                    <a:solidFill>
                      <a:srgbClr val="E8002D"/>
                    </a:solidFill>
                  </a:tcPr>
                </a:tc>
                <a:tc>
                  <a:txBody>
                    <a:bodyPr/>
                    <a:lstStyle/>
                    <a:p>
                      <a:r>
                        <a:t>Hungary</a:t>
                      </a:r>
                    </a:p>
                  </a:txBody>
                  <a:tcPr>
                    <a:solidFill>
                      <a:srgbClr val="E8002D"/>
                    </a:solidFill>
                  </a:tcPr>
                </a:tc>
                <a:tc>
                  <a:txBody>
                    <a:bodyPr/>
                    <a:lstStyle/>
                    <a:p>
                      <a:r>
                        <a:t>Baku</a:t>
                      </a:r>
                    </a:p>
                  </a:txBody>
                  <a:tcPr>
                    <a:solidFill>
                      <a:srgbClr val="E8002D"/>
                    </a:solidFill>
                  </a:tcPr>
                </a:tc>
                <a:tc>
                  <a:txBody>
                    <a:bodyPr/>
                    <a:lstStyle/>
                    <a:p>
                      <a:r>
                        <a:t>Qatar</a:t>
                      </a:r>
                    </a:p>
                  </a:txBody>
                  <a:tcPr>
                    <a:solidFill>
                      <a:srgbClr val="E8002D"/>
                    </a:solidFill>
                  </a:tcPr>
                </a:tc>
                <a:extLst>
                  <a:ext uri="{0D108BD9-81ED-4DB2-BD59-A6C34878D82A}">
                    <a16:rowId xmlns:a16="http://schemas.microsoft.com/office/drawing/2014/main" val="10002"/>
                  </a:ext>
                </a:extLst>
              </a:tr>
              <a:tr h="293914">
                <a:tc>
                  <a:txBody>
                    <a:bodyPr/>
                    <a:lstStyle/>
                    <a:p>
                      <a:r>
                        <a:t>35</a:t>
                      </a:r>
                    </a:p>
                  </a:txBody>
                  <a:tcPr>
                    <a:solidFill>
                      <a:srgbClr val="E8002D"/>
                    </a:solidFill>
                  </a:tcPr>
                </a:tc>
                <a:tc>
                  <a:txBody>
                    <a:bodyPr/>
                    <a:lstStyle/>
                    <a:p>
                      <a:r>
                        <a:t>15</a:t>
                      </a:r>
                    </a:p>
                  </a:txBody>
                  <a:tcPr>
                    <a:solidFill>
                      <a:srgbClr val="E8002D"/>
                    </a:solidFill>
                  </a:tcPr>
                </a:tc>
                <a:tc>
                  <a:txBody>
                    <a:bodyPr/>
                    <a:lstStyle/>
                    <a:p>
                      <a:r>
                        <a:t>20</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Saudi Arabia</a:t>
                      </a:r>
                    </a:p>
                  </a:txBody>
                  <a:tcPr>
                    <a:solidFill>
                      <a:srgbClr val="FAC205"/>
                    </a:solidFill>
                  </a:tcPr>
                </a:tc>
                <a:tc>
                  <a:txBody>
                    <a:bodyPr/>
                    <a:lstStyle/>
                    <a:p>
                      <a:r>
                        <a:t>Miami</a:t>
                      </a:r>
                    </a:p>
                  </a:txBody>
                  <a:tcPr>
                    <a:solidFill>
                      <a:srgbClr val="FAC205"/>
                    </a:solidFill>
                  </a:tcPr>
                </a:tc>
                <a:tc>
                  <a:txBody>
                    <a:bodyPr/>
                    <a:lstStyle/>
                    <a:p>
                      <a:r>
                        <a:t>Monaco</a:t>
                      </a:r>
                    </a:p>
                  </a:txBody>
                  <a:tcPr>
                    <a:solidFill>
                      <a:srgbClr val="FAC205"/>
                    </a:solidFill>
                  </a:tcPr>
                </a:tc>
                <a:tc>
                  <a:txBody>
                    <a:bodyPr/>
                    <a:lstStyle/>
                    <a:p>
                      <a:r>
                        <a:t>Baku</a:t>
                      </a:r>
                    </a:p>
                  </a:txBody>
                  <a:tcPr>
                    <a:solidFill>
                      <a:srgbClr val="FAC205"/>
                    </a:solidFill>
                  </a:tcPr>
                </a:tc>
                <a:tc>
                  <a:txBody>
                    <a:bodyPr/>
                    <a:lstStyle/>
                    <a:p>
                      <a:r>
                        <a:t>Abu Dhabi</a:t>
                      </a:r>
                    </a:p>
                  </a:txBody>
                  <a:tcPr>
                    <a:solidFill>
                      <a:srgbClr val="FAC205"/>
                    </a:solidFill>
                  </a:tcPr>
                </a:tc>
                <a:extLst>
                  <a:ext uri="{0D108BD9-81ED-4DB2-BD59-A6C34878D82A}">
                    <a16:rowId xmlns:a16="http://schemas.microsoft.com/office/drawing/2014/main" val="10004"/>
                  </a:ext>
                </a:extLst>
              </a:tr>
              <a:tr h="293914">
                <a:tc>
                  <a:txBody>
                    <a:bodyPr/>
                    <a:lstStyle/>
                    <a:p>
                      <a:r>
                        <a:t>35</a:t>
                      </a:r>
                    </a:p>
                  </a:txBody>
                  <a:tcPr>
                    <a:solidFill>
                      <a:srgbClr val="FAC205"/>
                    </a:solidFill>
                  </a:tcPr>
                </a:tc>
                <a:tc>
                  <a:txBody>
                    <a:bodyPr/>
                    <a:lstStyle/>
                    <a:p>
                      <a:r>
                        <a:t>10</a:t>
                      </a:r>
                    </a:p>
                  </a:txBody>
                  <a:tcPr>
                    <a:solidFill>
                      <a:srgbClr val="FAC205"/>
                    </a:solidFill>
                  </a:tcPr>
                </a:tc>
                <a:tc>
                  <a:txBody>
                    <a:bodyPr/>
                    <a:lstStyle/>
                    <a:p>
                      <a:r>
                        <a:t>5</a:t>
                      </a:r>
                    </a:p>
                  </a:txBody>
                  <a:tcPr>
                    <a:solidFill>
                      <a:srgbClr val="FAC205"/>
                    </a:solidFill>
                  </a:tcPr>
                </a:tc>
                <a:tc>
                  <a:txBody>
                    <a:bodyPr/>
                    <a:lstStyle/>
                    <a:p>
                      <a:r>
                        <a:t>20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Bahrain</a:t>
                      </a:r>
                    </a:p>
                  </a:txBody>
                  <a:tcPr>
                    <a:solidFill>
                      <a:srgbClr val="028F1E"/>
                    </a:solidFill>
                  </a:tcPr>
                </a:tc>
                <a:tc>
                  <a:txBody>
                    <a:bodyPr/>
                    <a:lstStyle/>
                    <a:p>
                      <a:r>
                        <a:t>Monaco</a:t>
                      </a:r>
                    </a:p>
                  </a:txBody>
                  <a:tcPr>
                    <a:solidFill>
                      <a:srgbClr val="028F1E"/>
                    </a:solidFill>
                  </a:tcPr>
                </a:tc>
                <a:tc>
                  <a:txBody>
                    <a:bodyPr/>
                    <a:lstStyle/>
                    <a:p>
                      <a:r>
                        <a:t>Baku</a:t>
                      </a:r>
                    </a:p>
                  </a:txBody>
                  <a:tcPr>
                    <a:solidFill>
                      <a:srgbClr val="028F1E"/>
                    </a:solidFill>
                  </a:tcPr>
                </a:tc>
                <a:tc>
                  <a:txBody>
                    <a:bodyPr/>
                    <a:lstStyle/>
                    <a:p>
                      <a:r>
                        <a:t>Singapore</a:t>
                      </a:r>
                    </a:p>
                  </a:txBody>
                  <a:tcPr>
                    <a:solidFill>
                      <a:srgbClr val="028F1E"/>
                    </a:solidFill>
                  </a:tcPr>
                </a:tc>
                <a:tc>
                  <a:txBody>
                    <a:bodyPr/>
                    <a:lstStyle/>
                    <a:p>
                      <a:r>
                        <a:t>Mexico</a:t>
                      </a:r>
                    </a:p>
                  </a:txBody>
                  <a:tcPr>
                    <a:solidFill>
                      <a:srgbClr val="028F1E"/>
                    </a:solidFill>
                  </a:tcPr>
                </a:tc>
                <a:extLst>
                  <a:ext uri="{0D108BD9-81ED-4DB2-BD59-A6C34878D82A}">
                    <a16:rowId xmlns:a16="http://schemas.microsoft.com/office/drawing/2014/main" val="10006"/>
                  </a:ext>
                </a:extLst>
              </a:tr>
              <a:tr h="293914">
                <a:tc>
                  <a:txBody>
                    <a:bodyPr/>
                    <a:lstStyle/>
                    <a:p>
                      <a:r>
                        <a:t>20</a:t>
                      </a:r>
                    </a:p>
                  </a:txBody>
                  <a:tcPr>
                    <a:solidFill>
                      <a:srgbClr val="028F1E"/>
                    </a:solidFill>
                  </a:tcPr>
                </a:tc>
                <a:tc>
                  <a:txBody>
                    <a:bodyPr/>
                    <a:lstStyle/>
                    <a:p>
                      <a:r>
                        <a:t>0</a:t>
                      </a:r>
                    </a:p>
                  </a:txBody>
                  <a:tcPr>
                    <a:solidFill>
                      <a:srgbClr val="028F1E"/>
                    </a:solidFill>
                  </a:tcPr>
                </a:tc>
                <a:tc>
                  <a:txBody>
                    <a:bodyPr/>
                    <a:lstStyle/>
                    <a:p>
                      <a:r>
                        <a:t>20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Saudi Arabia</a:t>
                      </a:r>
                    </a:p>
                  </a:txBody>
                  <a:tcPr>
                    <a:solidFill>
                      <a:srgbClr val="FF5B00"/>
                    </a:solidFill>
                  </a:tcPr>
                </a:tc>
                <a:tc>
                  <a:txBody>
                    <a:bodyPr/>
                    <a:lstStyle/>
                    <a:p>
                      <a:r>
                        <a:t>Monaco</a:t>
                      </a:r>
                    </a:p>
                  </a:txBody>
                  <a:tcPr>
                    <a:solidFill>
                      <a:srgbClr val="FF5B00"/>
                    </a:solidFill>
                  </a:tcPr>
                </a:tc>
                <a:tc>
                  <a:txBody>
                    <a:bodyPr/>
                    <a:lstStyle/>
                    <a:p>
                      <a:r>
                        <a:t>Las Vegas</a:t>
                      </a:r>
                    </a:p>
                  </a:txBody>
                  <a:tcPr>
                    <a:solidFill>
                      <a:srgbClr val="FF5B00"/>
                    </a:solidFill>
                  </a:tcPr>
                </a:tc>
                <a:tc>
                  <a:txBody>
                    <a:bodyPr/>
                    <a:lstStyle/>
                    <a:p>
                      <a:r>
                        <a:t>Qatar</a:t>
                      </a:r>
                    </a:p>
                  </a:txBody>
                  <a:tcPr>
                    <a:solidFill>
                      <a:srgbClr val="FF5B00"/>
                    </a:solidFill>
                  </a:tcPr>
                </a:tc>
                <a:tc>
                  <a:txBody>
                    <a:bodyPr/>
                    <a:lstStyle/>
                    <a:p>
                      <a:r>
                        <a:t>Abu Dhabi</a:t>
                      </a:r>
                    </a:p>
                  </a:txBody>
                  <a:tcPr>
                    <a:solidFill>
                      <a:srgbClr val="FF5B00"/>
                    </a:solidFill>
                  </a:tcPr>
                </a:tc>
                <a:extLst>
                  <a:ext uri="{0D108BD9-81ED-4DB2-BD59-A6C34878D82A}">
                    <a16:rowId xmlns:a16="http://schemas.microsoft.com/office/drawing/2014/main" val="10008"/>
                  </a:ext>
                </a:extLst>
              </a:tr>
              <a:tr h="293914">
                <a:tc>
                  <a:txBody>
                    <a:bodyPr/>
                    <a:lstStyle/>
                    <a:p>
                      <a:r>
                        <a:t>30</a:t>
                      </a:r>
                    </a:p>
                  </a:txBody>
                  <a:tcPr>
                    <a:solidFill>
                      <a:srgbClr val="FF5B00"/>
                    </a:solidFill>
                  </a:tcPr>
                </a:tc>
                <a:tc>
                  <a:txBody>
                    <a:bodyPr/>
                    <a:lstStyle/>
                    <a:p>
                      <a:r>
                        <a:t>10</a:t>
                      </a:r>
                    </a:p>
                  </a:txBody>
                  <a:tcPr>
                    <a:solidFill>
                      <a:srgbClr val="FF5B00"/>
                    </a:solidFill>
                  </a:tcPr>
                </a:tc>
                <a:tc>
                  <a:txBody>
                    <a:bodyPr/>
                    <a:lstStyle/>
                    <a:p>
                      <a:r>
                        <a:t>20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Spa</a:t>
                      </a:r>
                    </a:p>
                  </a:txBody>
                  <a:tcPr>
                    <a:solidFill>
                      <a:srgbClr val="13EAC9"/>
                    </a:solidFill>
                  </a:tcPr>
                </a:tc>
                <a:tc>
                  <a:txBody>
                    <a:bodyPr/>
                    <a:lstStyle/>
                    <a:p>
                      <a:r>
                        <a:t>Baku</a:t>
                      </a:r>
                    </a:p>
                  </a:txBody>
                  <a:tcPr>
                    <a:solidFill>
                      <a:srgbClr val="13EAC9"/>
                    </a:solidFill>
                  </a:tcPr>
                </a:tc>
                <a:tc>
                  <a:txBody>
                    <a:bodyPr/>
                    <a:lstStyle/>
                    <a:p>
                      <a:r>
                        <a:t>Singapore</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Saudi Arabia</a:t>
                      </a:r>
                    </a:p>
                  </a:txBody>
                  <a:tcPr>
                    <a:solidFill>
                      <a:srgbClr val="9A0EEA"/>
                    </a:solidFill>
                  </a:tcPr>
                </a:tc>
                <a:tc>
                  <a:txBody>
                    <a:bodyPr/>
                    <a:lstStyle/>
                    <a:p>
                      <a:r>
                        <a:t>Silverstone</a:t>
                      </a:r>
                    </a:p>
                  </a:txBody>
                  <a:tcPr>
                    <a:solidFill>
                      <a:srgbClr val="9A0EEA"/>
                    </a:solidFill>
                  </a:tcPr>
                </a:tc>
                <a:tc>
                  <a:txBody>
                    <a:bodyPr/>
                    <a:lstStyle/>
                    <a:p>
                      <a:r>
                        <a:t>Baku</a:t>
                      </a:r>
                    </a:p>
                  </a:txBody>
                  <a:tcPr>
                    <a:solidFill>
                      <a:srgbClr val="9A0EEA"/>
                    </a:solidFill>
                  </a:tcPr>
                </a:tc>
                <a:tc>
                  <a:txBody>
                    <a:bodyPr/>
                    <a:lstStyle/>
                    <a:p>
                      <a:r>
                        <a:t>Singapore</a:t>
                      </a:r>
                    </a:p>
                  </a:txBody>
                  <a:tcPr>
                    <a:solidFill>
                      <a:srgbClr val="9A0EEA"/>
                    </a:solidFill>
                  </a:tcPr>
                </a:tc>
                <a:tc>
                  <a:txBody>
                    <a:bodyPr/>
                    <a:lstStyle/>
                    <a:p>
                      <a:r>
                        <a:t>Brazil</a:t>
                      </a:r>
                    </a:p>
                  </a:txBody>
                  <a:tcPr>
                    <a:solidFill>
                      <a:srgbClr val="9A0EEA"/>
                    </a:solidFill>
                  </a:tcPr>
                </a:tc>
                <a:extLst>
                  <a:ext uri="{0D108BD9-81ED-4DB2-BD59-A6C34878D82A}">
                    <a16:rowId xmlns:a16="http://schemas.microsoft.com/office/drawing/2014/main" val="10012"/>
                  </a:ext>
                </a:extLst>
              </a:tr>
              <a:tr h="293918">
                <a:tc>
                  <a:txBody>
                    <a:bodyPr/>
                    <a:lstStyle/>
                    <a:p>
                      <a:r>
                        <a:t>10</a:t>
                      </a:r>
                    </a:p>
                  </a:txBody>
                  <a:tcPr>
                    <a:solidFill>
                      <a:srgbClr val="9A0EEA"/>
                    </a:solidFill>
                  </a:tcPr>
                </a:tc>
                <a:tc>
                  <a:txBody>
                    <a:bodyPr/>
                    <a:lstStyle/>
                    <a:p>
                      <a:r>
                        <a:t>10</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679</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700</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654</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818</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667</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557</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Blowy Engines @ Silverstone</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Australia</a:t>
                      </a:r>
                    </a:p>
                  </a:txBody>
                  <a:tcPr>
                    <a:solidFill>
                      <a:srgbClr val="040273"/>
                    </a:solidFill>
                  </a:tcPr>
                </a:tc>
                <a:tc>
                  <a:txBody>
                    <a:bodyPr/>
                    <a:lstStyle/>
                    <a:p>
                      <a:r>
                        <a:t>China</a:t>
                      </a:r>
                    </a:p>
                  </a:txBody>
                  <a:tcPr>
                    <a:solidFill>
                      <a:srgbClr val="040273"/>
                    </a:solidFill>
                  </a:tcPr>
                </a:tc>
                <a:tc>
                  <a:txBody>
                    <a:bodyPr/>
                    <a:lstStyle/>
                    <a:p>
                      <a:r>
                        <a:t>Monaco</a:t>
                      </a:r>
                    </a:p>
                  </a:txBody>
                  <a:tcPr>
                    <a:solidFill>
                      <a:srgbClr val="040273"/>
                    </a:solidFill>
                  </a:tcPr>
                </a:tc>
                <a:tc>
                  <a:txBody>
                    <a:bodyPr/>
                    <a:lstStyle/>
                    <a:p>
                      <a:r>
                        <a:t>COTA</a:t>
                      </a:r>
                    </a:p>
                  </a:txBody>
                  <a:tcPr>
                    <a:solidFill>
                      <a:srgbClr val="040273"/>
                    </a:solidFill>
                  </a:tcPr>
                </a:tc>
                <a:tc>
                  <a:txBody>
                    <a:bodyPr/>
                    <a:lstStyle/>
                    <a:p>
                      <a:r>
                        <a:t>Qatar</a:t>
                      </a:r>
                    </a:p>
                  </a:txBody>
                  <a:tcPr>
                    <a:solidFill>
                      <a:srgbClr val="040273"/>
                    </a:solidFill>
                  </a:tcPr>
                </a:tc>
                <a:extLst>
                  <a:ext uri="{0D108BD9-81ED-4DB2-BD59-A6C34878D82A}">
                    <a16:rowId xmlns:a16="http://schemas.microsoft.com/office/drawing/2014/main" val="10000"/>
                  </a:ext>
                </a:extLst>
              </a:tr>
              <a:tr h="293914">
                <a:tc>
                  <a:txBody>
                    <a:bodyPr/>
                    <a:lstStyle/>
                    <a:p>
                      <a:r>
                        <a:t>50</a:t>
                      </a:r>
                    </a:p>
                  </a:txBody>
                  <a:tcPr>
                    <a:solidFill>
                      <a:srgbClr val="040273"/>
                    </a:solidFill>
                  </a:tcPr>
                </a:tc>
                <a:tc>
                  <a:txBody>
                    <a:bodyPr/>
                    <a:lstStyle/>
                    <a:p>
                      <a:r>
                        <a:t>15</a:t>
                      </a:r>
                    </a:p>
                  </a:txBody>
                  <a:tcPr>
                    <a:solidFill>
                      <a:srgbClr val="040273"/>
                    </a:solidFill>
                  </a:tcPr>
                </a:tc>
                <a:tc>
                  <a:txBody>
                    <a:bodyPr/>
                    <a:lstStyle/>
                    <a:p>
                      <a:r>
                        <a:t>15</a:t>
                      </a:r>
                    </a:p>
                  </a:txBody>
                  <a:tcPr>
                    <a:solidFill>
                      <a:srgbClr val="040273"/>
                    </a:solidFill>
                  </a:tcPr>
                </a:tc>
                <a:tc>
                  <a:txBody>
                    <a:bodyPr/>
                    <a:lstStyle/>
                    <a:p>
                      <a:r>
                        <a:t>20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Monaco</a:t>
                      </a:r>
                    </a:p>
                  </a:txBody>
                  <a:tcPr>
                    <a:solidFill>
                      <a:srgbClr val="E8002D"/>
                    </a:solidFill>
                  </a:tcPr>
                </a:tc>
                <a:tc>
                  <a:txBody>
                    <a:bodyPr/>
                    <a:lstStyle/>
                    <a:p>
                      <a:r>
                        <a:t>Hungary</a:t>
                      </a:r>
                    </a:p>
                  </a:txBody>
                  <a:tcPr>
                    <a:solidFill>
                      <a:srgbClr val="E8002D"/>
                    </a:solidFill>
                  </a:tcPr>
                </a:tc>
                <a:tc>
                  <a:txBody>
                    <a:bodyPr/>
                    <a:lstStyle/>
                    <a:p>
                      <a:r>
                        <a:t>Baku</a:t>
                      </a:r>
                    </a:p>
                  </a:txBody>
                  <a:tcPr>
                    <a:solidFill>
                      <a:srgbClr val="E8002D"/>
                    </a:solidFill>
                  </a:tcPr>
                </a:tc>
                <a:tc>
                  <a:txBody>
                    <a:bodyPr/>
                    <a:lstStyle/>
                    <a:p>
                      <a:r>
                        <a:t>Qatar</a:t>
                      </a:r>
                    </a:p>
                  </a:txBody>
                  <a:tcPr>
                    <a:solidFill>
                      <a:srgbClr val="E8002D"/>
                    </a:solidFill>
                  </a:tcPr>
                </a:tc>
                <a:extLst>
                  <a:ext uri="{0D108BD9-81ED-4DB2-BD59-A6C34878D82A}">
                    <a16:rowId xmlns:a16="http://schemas.microsoft.com/office/drawing/2014/main" val="10002"/>
                  </a:ext>
                </a:extLst>
              </a:tr>
              <a:tr h="293914">
                <a:tc>
                  <a:txBody>
                    <a:bodyPr/>
                    <a:lstStyle/>
                    <a:p>
                      <a:r>
                        <a:t>35</a:t>
                      </a:r>
                    </a:p>
                  </a:txBody>
                  <a:tcPr>
                    <a:solidFill>
                      <a:srgbClr val="E8002D"/>
                    </a:solidFill>
                  </a:tcPr>
                </a:tc>
                <a:tc>
                  <a:txBody>
                    <a:bodyPr/>
                    <a:lstStyle/>
                    <a:p>
                      <a:r>
                        <a:t>15</a:t>
                      </a:r>
                    </a:p>
                  </a:txBody>
                  <a:tcPr>
                    <a:solidFill>
                      <a:srgbClr val="E8002D"/>
                    </a:solidFill>
                  </a:tcPr>
                </a:tc>
                <a:tc>
                  <a:txBody>
                    <a:bodyPr/>
                    <a:lstStyle/>
                    <a:p>
                      <a:r>
                        <a:t>20</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Saudi Arabia</a:t>
                      </a:r>
                    </a:p>
                  </a:txBody>
                  <a:tcPr>
                    <a:solidFill>
                      <a:srgbClr val="FAC205"/>
                    </a:solidFill>
                  </a:tcPr>
                </a:tc>
                <a:tc>
                  <a:txBody>
                    <a:bodyPr/>
                    <a:lstStyle/>
                    <a:p>
                      <a:r>
                        <a:t>Miami</a:t>
                      </a:r>
                    </a:p>
                  </a:txBody>
                  <a:tcPr>
                    <a:solidFill>
                      <a:srgbClr val="FAC205"/>
                    </a:solidFill>
                  </a:tcPr>
                </a:tc>
                <a:tc>
                  <a:txBody>
                    <a:bodyPr/>
                    <a:lstStyle/>
                    <a:p>
                      <a:r>
                        <a:t>Monaco</a:t>
                      </a:r>
                    </a:p>
                  </a:txBody>
                  <a:tcPr>
                    <a:solidFill>
                      <a:srgbClr val="FAC205"/>
                    </a:solidFill>
                  </a:tcPr>
                </a:tc>
                <a:tc>
                  <a:txBody>
                    <a:bodyPr/>
                    <a:lstStyle/>
                    <a:p>
                      <a:r>
                        <a:t>Baku</a:t>
                      </a:r>
                    </a:p>
                  </a:txBody>
                  <a:tcPr>
                    <a:solidFill>
                      <a:srgbClr val="FAC205"/>
                    </a:solidFill>
                  </a:tcPr>
                </a:tc>
                <a:tc>
                  <a:txBody>
                    <a:bodyPr/>
                    <a:lstStyle/>
                    <a:p>
                      <a:r>
                        <a:t>Abu Dhabi</a:t>
                      </a:r>
                    </a:p>
                  </a:txBody>
                  <a:tcPr>
                    <a:solidFill>
                      <a:srgbClr val="FAC205"/>
                    </a:solidFill>
                  </a:tcPr>
                </a:tc>
                <a:extLst>
                  <a:ext uri="{0D108BD9-81ED-4DB2-BD59-A6C34878D82A}">
                    <a16:rowId xmlns:a16="http://schemas.microsoft.com/office/drawing/2014/main" val="10004"/>
                  </a:ext>
                </a:extLst>
              </a:tr>
              <a:tr h="293914">
                <a:tc>
                  <a:txBody>
                    <a:bodyPr/>
                    <a:lstStyle/>
                    <a:p>
                      <a:r>
                        <a:t>35</a:t>
                      </a:r>
                    </a:p>
                  </a:txBody>
                  <a:tcPr>
                    <a:solidFill>
                      <a:srgbClr val="FAC205"/>
                    </a:solidFill>
                  </a:tcPr>
                </a:tc>
                <a:tc>
                  <a:txBody>
                    <a:bodyPr/>
                    <a:lstStyle/>
                    <a:p>
                      <a:r>
                        <a:t>10</a:t>
                      </a:r>
                    </a:p>
                  </a:txBody>
                  <a:tcPr>
                    <a:solidFill>
                      <a:srgbClr val="FAC205"/>
                    </a:solidFill>
                  </a:tcPr>
                </a:tc>
                <a:tc>
                  <a:txBody>
                    <a:bodyPr/>
                    <a:lstStyle/>
                    <a:p>
                      <a:r>
                        <a:t>5</a:t>
                      </a:r>
                    </a:p>
                  </a:txBody>
                  <a:tcPr>
                    <a:solidFill>
                      <a:srgbClr val="FAC205"/>
                    </a:solidFill>
                  </a:tcPr>
                </a:tc>
                <a:tc>
                  <a:txBody>
                    <a:bodyPr/>
                    <a:lstStyle/>
                    <a:p>
                      <a:r>
                        <a:t>20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Bahrain</a:t>
                      </a:r>
                    </a:p>
                  </a:txBody>
                  <a:tcPr>
                    <a:solidFill>
                      <a:srgbClr val="028F1E"/>
                    </a:solidFill>
                  </a:tcPr>
                </a:tc>
                <a:tc>
                  <a:txBody>
                    <a:bodyPr/>
                    <a:lstStyle/>
                    <a:p>
                      <a:r>
                        <a:t>Monaco</a:t>
                      </a:r>
                    </a:p>
                  </a:txBody>
                  <a:tcPr>
                    <a:solidFill>
                      <a:srgbClr val="028F1E"/>
                    </a:solidFill>
                  </a:tcPr>
                </a:tc>
                <a:tc>
                  <a:txBody>
                    <a:bodyPr/>
                    <a:lstStyle/>
                    <a:p>
                      <a:r>
                        <a:t>Baku</a:t>
                      </a:r>
                    </a:p>
                  </a:txBody>
                  <a:tcPr>
                    <a:solidFill>
                      <a:srgbClr val="028F1E"/>
                    </a:solidFill>
                  </a:tcPr>
                </a:tc>
                <a:tc>
                  <a:txBody>
                    <a:bodyPr/>
                    <a:lstStyle/>
                    <a:p>
                      <a:r>
                        <a:t>Singapore</a:t>
                      </a:r>
                    </a:p>
                  </a:txBody>
                  <a:tcPr>
                    <a:solidFill>
                      <a:srgbClr val="028F1E"/>
                    </a:solidFill>
                  </a:tcPr>
                </a:tc>
                <a:tc>
                  <a:txBody>
                    <a:bodyPr/>
                    <a:lstStyle/>
                    <a:p>
                      <a:r>
                        <a:t>Mexico</a:t>
                      </a:r>
                    </a:p>
                  </a:txBody>
                  <a:tcPr>
                    <a:solidFill>
                      <a:srgbClr val="028F1E"/>
                    </a:solidFill>
                  </a:tcPr>
                </a:tc>
                <a:extLst>
                  <a:ext uri="{0D108BD9-81ED-4DB2-BD59-A6C34878D82A}">
                    <a16:rowId xmlns:a16="http://schemas.microsoft.com/office/drawing/2014/main" val="10006"/>
                  </a:ext>
                </a:extLst>
              </a:tr>
              <a:tr h="293914">
                <a:tc>
                  <a:txBody>
                    <a:bodyPr/>
                    <a:lstStyle/>
                    <a:p>
                      <a:r>
                        <a:t>20</a:t>
                      </a:r>
                    </a:p>
                  </a:txBody>
                  <a:tcPr>
                    <a:solidFill>
                      <a:srgbClr val="028F1E"/>
                    </a:solidFill>
                  </a:tcPr>
                </a:tc>
                <a:tc>
                  <a:txBody>
                    <a:bodyPr/>
                    <a:lstStyle/>
                    <a:p>
                      <a:r>
                        <a:t>0</a:t>
                      </a:r>
                    </a:p>
                  </a:txBody>
                  <a:tcPr>
                    <a:solidFill>
                      <a:srgbClr val="028F1E"/>
                    </a:solidFill>
                  </a:tcPr>
                </a:tc>
                <a:tc>
                  <a:txBody>
                    <a:bodyPr/>
                    <a:lstStyle/>
                    <a:p>
                      <a:r>
                        <a:t>20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Saudi Arabia</a:t>
                      </a:r>
                    </a:p>
                  </a:txBody>
                  <a:tcPr>
                    <a:solidFill>
                      <a:srgbClr val="FF5B00"/>
                    </a:solidFill>
                  </a:tcPr>
                </a:tc>
                <a:tc>
                  <a:txBody>
                    <a:bodyPr/>
                    <a:lstStyle/>
                    <a:p>
                      <a:r>
                        <a:t>Monaco</a:t>
                      </a:r>
                    </a:p>
                  </a:txBody>
                  <a:tcPr>
                    <a:solidFill>
                      <a:srgbClr val="FF5B00"/>
                    </a:solidFill>
                  </a:tcPr>
                </a:tc>
                <a:tc>
                  <a:txBody>
                    <a:bodyPr/>
                    <a:lstStyle/>
                    <a:p>
                      <a:r>
                        <a:t>Las Vegas</a:t>
                      </a:r>
                    </a:p>
                  </a:txBody>
                  <a:tcPr>
                    <a:solidFill>
                      <a:srgbClr val="FF5B00"/>
                    </a:solidFill>
                  </a:tcPr>
                </a:tc>
                <a:tc>
                  <a:txBody>
                    <a:bodyPr/>
                    <a:lstStyle/>
                    <a:p>
                      <a:r>
                        <a:t>Qatar</a:t>
                      </a:r>
                    </a:p>
                  </a:txBody>
                  <a:tcPr>
                    <a:solidFill>
                      <a:srgbClr val="FF5B00"/>
                    </a:solidFill>
                  </a:tcPr>
                </a:tc>
                <a:tc>
                  <a:txBody>
                    <a:bodyPr/>
                    <a:lstStyle/>
                    <a:p>
                      <a:r>
                        <a:t>Abu Dhabi</a:t>
                      </a:r>
                    </a:p>
                  </a:txBody>
                  <a:tcPr>
                    <a:solidFill>
                      <a:srgbClr val="FF5B00"/>
                    </a:solidFill>
                  </a:tcPr>
                </a:tc>
                <a:extLst>
                  <a:ext uri="{0D108BD9-81ED-4DB2-BD59-A6C34878D82A}">
                    <a16:rowId xmlns:a16="http://schemas.microsoft.com/office/drawing/2014/main" val="10008"/>
                  </a:ext>
                </a:extLst>
              </a:tr>
              <a:tr h="293914">
                <a:tc>
                  <a:txBody>
                    <a:bodyPr/>
                    <a:lstStyle/>
                    <a:p>
                      <a:r>
                        <a:t>30</a:t>
                      </a:r>
                    </a:p>
                  </a:txBody>
                  <a:tcPr>
                    <a:solidFill>
                      <a:srgbClr val="FF5B00"/>
                    </a:solidFill>
                  </a:tcPr>
                </a:tc>
                <a:tc>
                  <a:txBody>
                    <a:bodyPr/>
                    <a:lstStyle/>
                    <a:p>
                      <a:r>
                        <a:t>10</a:t>
                      </a:r>
                    </a:p>
                  </a:txBody>
                  <a:tcPr>
                    <a:solidFill>
                      <a:srgbClr val="FF5B00"/>
                    </a:solidFill>
                  </a:tcPr>
                </a:tc>
                <a:tc>
                  <a:txBody>
                    <a:bodyPr/>
                    <a:lstStyle/>
                    <a:p>
                      <a:r>
                        <a:t>20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Spa</a:t>
                      </a:r>
                    </a:p>
                  </a:txBody>
                  <a:tcPr>
                    <a:solidFill>
                      <a:srgbClr val="13EAC9"/>
                    </a:solidFill>
                  </a:tcPr>
                </a:tc>
                <a:tc>
                  <a:txBody>
                    <a:bodyPr/>
                    <a:lstStyle/>
                    <a:p>
                      <a:r>
                        <a:t>Baku</a:t>
                      </a:r>
                    </a:p>
                  </a:txBody>
                  <a:tcPr>
                    <a:solidFill>
                      <a:srgbClr val="13EAC9"/>
                    </a:solidFill>
                  </a:tcPr>
                </a:tc>
                <a:tc>
                  <a:txBody>
                    <a:bodyPr/>
                    <a:lstStyle/>
                    <a:p>
                      <a:r>
                        <a:t>Singapore</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Saudi Arabia</a:t>
                      </a:r>
                    </a:p>
                  </a:txBody>
                  <a:tcPr>
                    <a:solidFill>
                      <a:srgbClr val="9A0EEA"/>
                    </a:solidFill>
                  </a:tcPr>
                </a:tc>
                <a:tc>
                  <a:txBody>
                    <a:bodyPr/>
                    <a:lstStyle/>
                    <a:p>
                      <a:r>
                        <a:t>Silverstone</a:t>
                      </a:r>
                    </a:p>
                  </a:txBody>
                  <a:tcPr>
                    <a:solidFill>
                      <a:srgbClr val="9A0EEA"/>
                    </a:solidFill>
                  </a:tcPr>
                </a:tc>
                <a:tc>
                  <a:txBody>
                    <a:bodyPr/>
                    <a:lstStyle/>
                    <a:p>
                      <a:r>
                        <a:t>Baku</a:t>
                      </a:r>
                    </a:p>
                  </a:txBody>
                  <a:tcPr>
                    <a:solidFill>
                      <a:srgbClr val="9A0EEA"/>
                    </a:solidFill>
                  </a:tcPr>
                </a:tc>
                <a:tc>
                  <a:txBody>
                    <a:bodyPr/>
                    <a:lstStyle/>
                    <a:p>
                      <a:r>
                        <a:t>Singapore</a:t>
                      </a:r>
                    </a:p>
                  </a:txBody>
                  <a:tcPr>
                    <a:solidFill>
                      <a:srgbClr val="9A0EEA"/>
                    </a:solidFill>
                  </a:tcPr>
                </a:tc>
                <a:tc>
                  <a:txBody>
                    <a:bodyPr/>
                    <a:lstStyle/>
                    <a:p>
                      <a:r>
                        <a:t>Brazil</a:t>
                      </a:r>
                    </a:p>
                  </a:txBody>
                  <a:tcPr>
                    <a:solidFill>
                      <a:srgbClr val="9A0EEA"/>
                    </a:solidFill>
                  </a:tcPr>
                </a:tc>
                <a:extLst>
                  <a:ext uri="{0D108BD9-81ED-4DB2-BD59-A6C34878D82A}">
                    <a16:rowId xmlns:a16="http://schemas.microsoft.com/office/drawing/2014/main" val="10012"/>
                  </a:ext>
                </a:extLst>
              </a:tr>
              <a:tr h="293918">
                <a:tc>
                  <a:txBody>
                    <a:bodyPr/>
                    <a:lstStyle/>
                    <a:p>
                      <a:r>
                        <a:t>20</a:t>
                      </a:r>
                    </a:p>
                  </a:txBody>
                  <a:tcPr>
                    <a:solidFill>
                      <a:srgbClr val="9A0EEA"/>
                    </a:solidFill>
                  </a:tcPr>
                </a:tc>
                <a:tc>
                  <a:txBody>
                    <a:bodyPr/>
                    <a:lstStyle/>
                    <a:p>
                      <a:r>
                        <a:t>10</a:t>
                      </a:r>
                    </a:p>
                  </a:txBody>
                  <a:tcPr>
                    <a:solidFill>
                      <a:srgbClr val="9A0EEA"/>
                    </a:solidFill>
                  </a:tcPr>
                </a:tc>
                <a:tc>
                  <a:txBody>
                    <a:bodyPr/>
                    <a:lstStyle/>
                    <a:p>
                      <a:r>
                        <a:t>10</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679</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700</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654</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818</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667</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567</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Blowy Engines @ Hungary</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Australia</a:t>
                      </a:r>
                    </a:p>
                  </a:txBody>
                  <a:tcPr>
                    <a:solidFill>
                      <a:srgbClr val="040273"/>
                    </a:solidFill>
                  </a:tcPr>
                </a:tc>
                <a:tc>
                  <a:txBody>
                    <a:bodyPr/>
                    <a:lstStyle/>
                    <a:p>
                      <a:r>
                        <a:t>China</a:t>
                      </a:r>
                    </a:p>
                  </a:txBody>
                  <a:tcPr>
                    <a:solidFill>
                      <a:srgbClr val="040273"/>
                    </a:solidFill>
                  </a:tcPr>
                </a:tc>
                <a:tc>
                  <a:txBody>
                    <a:bodyPr/>
                    <a:lstStyle/>
                    <a:p>
                      <a:r>
                        <a:t>Monaco</a:t>
                      </a:r>
                    </a:p>
                  </a:txBody>
                  <a:tcPr>
                    <a:solidFill>
                      <a:srgbClr val="040273"/>
                    </a:solidFill>
                  </a:tcPr>
                </a:tc>
                <a:tc>
                  <a:txBody>
                    <a:bodyPr/>
                    <a:lstStyle/>
                    <a:p>
                      <a:r>
                        <a:t>COTA</a:t>
                      </a:r>
                    </a:p>
                  </a:txBody>
                  <a:tcPr>
                    <a:solidFill>
                      <a:srgbClr val="040273"/>
                    </a:solidFill>
                  </a:tcPr>
                </a:tc>
                <a:tc>
                  <a:txBody>
                    <a:bodyPr/>
                    <a:lstStyle/>
                    <a:p>
                      <a:r>
                        <a:t>Qatar</a:t>
                      </a:r>
                    </a:p>
                  </a:txBody>
                  <a:tcPr>
                    <a:solidFill>
                      <a:srgbClr val="040273"/>
                    </a:solidFill>
                  </a:tcPr>
                </a:tc>
                <a:extLst>
                  <a:ext uri="{0D108BD9-81ED-4DB2-BD59-A6C34878D82A}">
                    <a16:rowId xmlns:a16="http://schemas.microsoft.com/office/drawing/2014/main" val="10000"/>
                  </a:ext>
                </a:extLst>
              </a:tr>
              <a:tr h="293914">
                <a:tc>
                  <a:txBody>
                    <a:bodyPr/>
                    <a:lstStyle/>
                    <a:p>
                      <a:r>
                        <a:t>50</a:t>
                      </a:r>
                    </a:p>
                  </a:txBody>
                  <a:tcPr>
                    <a:solidFill>
                      <a:srgbClr val="040273"/>
                    </a:solidFill>
                  </a:tcPr>
                </a:tc>
                <a:tc>
                  <a:txBody>
                    <a:bodyPr/>
                    <a:lstStyle/>
                    <a:p>
                      <a:r>
                        <a:t>15</a:t>
                      </a:r>
                    </a:p>
                  </a:txBody>
                  <a:tcPr>
                    <a:solidFill>
                      <a:srgbClr val="040273"/>
                    </a:solidFill>
                  </a:tcPr>
                </a:tc>
                <a:tc>
                  <a:txBody>
                    <a:bodyPr/>
                    <a:lstStyle/>
                    <a:p>
                      <a:r>
                        <a:t>15</a:t>
                      </a:r>
                    </a:p>
                  </a:txBody>
                  <a:tcPr>
                    <a:solidFill>
                      <a:srgbClr val="040273"/>
                    </a:solidFill>
                  </a:tcPr>
                </a:tc>
                <a:tc>
                  <a:txBody>
                    <a:bodyPr/>
                    <a:lstStyle/>
                    <a:p>
                      <a:r>
                        <a:t>20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Monaco</a:t>
                      </a:r>
                    </a:p>
                  </a:txBody>
                  <a:tcPr>
                    <a:solidFill>
                      <a:srgbClr val="E8002D"/>
                    </a:solidFill>
                  </a:tcPr>
                </a:tc>
                <a:tc>
                  <a:txBody>
                    <a:bodyPr/>
                    <a:lstStyle/>
                    <a:p>
                      <a:r>
                        <a:t>Hungary</a:t>
                      </a:r>
                    </a:p>
                  </a:txBody>
                  <a:tcPr>
                    <a:solidFill>
                      <a:srgbClr val="E8002D"/>
                    </a:solidFill>
                  </a:tcPr>
                </a:tc>
                <a:tc>
                  <a:txBody>
                    <a:bodyPr/>
                    <a:lstStyle/>
                    <a:p>
                      <a:r>
                        <a:t>Baku</a:t>
                      </a:r>
                    </a:p>
                  </a:txBody>
                  <a:tcPr>
                    <a:solidFill>
                      <a:srgbClr val="E8002D"/>
                    </a:solidFill>
                  </a:tcPr>
                </a:tc>
                <a:tc>
                  <a:txBody>
                    <a:bodyPr/>
                    <a:lstStyle/>
                    <a:p>
                      <a:r>
                        <a:t>Qatar</a:t>
                      </a:r>
                    </a:p>
                  </a:txBody>
                  <a:tcPr>
                    <a:solidFill>
                      <a:srgbClr val="E8002D"/>
                    </a:solidFill>
                  </a:tcPr>
                </a:tc>
                <a:extLst>
                  <a:ext uri="{0D108BD9-81ED-4DB2-BD59-A6C34878D82A}">
                    <a16:rowId xmlns:a16="http://schemas.microsoft.com/office/drawing/2014/main" val="10002"/>
                  </a:ext>
                </a:extLst>
              </a:tr>
              <a:tr h="293914">
                <a:tc>
                  <a:txBody>
                    <a:bodyPr/>
                    <a:lstStyle/>
                    <a:p>
                      <a:r>
                        <a:t>40</a:t>
                      </a:r>
                    </a:p>
                  </a:txBody>
                  <a:tcPr>
                    <a:solidFill>
                      <a:srgbClr val="E8002D"/>
                    </a:solidFill>
                  </a:tcPr>
                </a:tc>
                <a:tc>
                  <a:txBody>
                    <a:bodyPr/>
                    <a:lstStyle/>
                    <a:p>
                      <a:r>
                        <a:t>15</a:t>
                      </a:r>
                    </a:p>
                  </a:txBody>
                  <a:tcPr>
                    <a:solidFill>
                      <a:srgbClr val="E8002D"/>
                    </a:solidFill>
                  </a:tcPr>
                </a:tc>
                <a:tc>
                  <a:txBody>
                    <a:bodyPr/>
                    <a:lstStyle/>
                    <a:p>
                      <a:r>
                        <a:t>20</a:t>
                      </a:r>
                    </a:p>
                  </a:txBody>
                  <a:tcPr>
                    <a:solidFill>
                      <a:srgbClr val="E8002D"/>
                    </a:solidFill>
                  </a:tcPr>
                </a:tc>
                <a:tc>
                  <a:txBody>
                    <a:bodyPr/>
                    <a:lstStyle/>
                    <a:p>
                      <a:r>
                        <a:t>5</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Saudi Arabia</a:t>
                      </a:r>
                    </a:p>
                  </a:txBody>
                  <a:tcPr>
                    <a:solidFill>
                      <a:srgbClr val="FAC205"/>
                    </a:solidFill>
                  </a:tcPr>
                </a:tc>
                <a:tc>
                  <a:txBody>
                    <a:bodyPr/>
                    <a:lstStyle/>
                    <a:p>
                      <a:r>
                        <a:t>Miami</a:t>
                      </a:r>
                    </a:p>
                  </a:txBody>
                  <a:tcPr>
                    <a:solidFill>
                      <a:srgbClr val="FAC205"/>
                    </a:solidFill>
                  </a:tcPr>
                </a:tc>
                <a:tc>
                  <a:txBody>
                    <a:bodyPr/>
                    <a:lstStyle/>
                    <a:p>
                      <a:r>
                        <a:t>Monaco</a:t>
                      </a:r>
                    </a:p>
                  </a:txBody>
                  <a:tcPr>
                    <a:solidFill>
                      <a:srgbClr val="FAC205"/>
                    </a:solidFill>
                  </a:tcPr>
                </a:tc>
                <a:tc>
                  <a:txBody>
                    <a:bodyPr/>
                    <a:lstStyle/>
                    <a:p>
                      <a:r>
                        <a:t>Baku</a:t>
                      </a:r>
                    </a:p>
                  </a:txBody>
                  <a:tcPr>
                    <a:solidFill>
                      <a:srgbClr val="FAC205"/>
                    </a:solidFill>
                  </a:tcPr>
                </a:tc>
                <a:tc>
                  <a:txBody>
                    <a:bodyPr/>
                    <a:lstStyle/>
                    <a:p>
                      <a:r>
                        <a:t>Abu Dhabi</a:t>
                      </a:r>
                    </a:p>
                  </a:txBody>
                  <a:tcPr>
                    <a:solidFill>
                      <a:srgbClr val="FAC205"/>
                    </a:solidFill>
                  </a:tcPr>
                </a:tc>
                <a:extLst>
                  <a:ext uri="{0D108BD9-81ED-4DB2-BD59-A6C34878D82A}">
                    <a16:rowId xmlns:a16="http://schemas.microsoft.com/office/drawing/2014/main" val="10004"/>
                  </a:ext>
                </a:extLst>
              </a:tr>
              <a:tr h="293914">
                <a:tc>
                  <a:txBody>
                    <a:bodyPr/>
                    <a:lstStyle/>
                    <a:p>
                      <a:r>
                        <a:t>35</a:t>
                      </a:r>
                    </a:p>
                  </a:txBody>
                  <a:tcPr>
                    <a:solidFill>
                      <a:srgbClr val="FAC205"/>
                    </a:solidFill>
                  </a:tcPr>
                </a:tc>
                <a:tc>
                  <a:txBody>
                    <a:bodyPr/>
                    <a:lstStyle/>
                    <a:p>
                      <a:r>
                        <a:t>10</a:t>
                      </a:r>
                    </a:p>
                  </a:txBody>
                  <a:tcPr>
                    <a:solidFill>
                      <a:srgbClr val="FAC205"/>
                    </a:solidFill>
                  </a:tcPr>
                </a:tc>
                <a:tc>
                  <a:txBody>
                    <a:bodyPr/>
                    <a:lstStyle/>
                    <a:p>
                      <a:r>
                        <a:t>5</a:t>
                      </a:r>
                    </a:p>
                  </a:txBody>
                  <a:tcPr>
                    <a:solidFill>
                      <a:srgbClr val="FAC205"/>
                    </a:solidFill>
                  </a:tcPr>
                </a:tc>
                <a:tc>
                  <a:txBody>
                    <a:bodyPr/>
                    <a:lstStyle/>
                    <a:p>
                      <a:r>
                        <a:t>20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Bahrain</a:t>
                      </a:r>
                    </a:p>
                  </a:txBody>
                  <a:tcPr>
                    <a:solidFill>
                      <a:srgbClr val="028F1E"/>
                    </a:solidFill>
                  </a:tcPr>
                </a:tc>
                <a:tc>
                  <a:txBody>
                    <a:bodyPr/>
                    <a:lstStyle/>
                    <a:p>
                      <a:r>
                        <a:t>Monaco</a:t>
                      </a:r>
                    </a:p>
                  </a:txBody>
                  <a:tcPr>
                    <a:solidFill>
                      <a:srgbClr val="028F1E"/>
                    </a:solidFill>
                  </a:tcPr>
                </a:tc>
                <a:tc>
                  <a:txBody>
                    <a:bodyPr/>
                    <a:lstStyle/>
                    <a:p>
                      <a:r>
                        <a:t>Baku</a:t>
                      </a:r>
                    </a:p>
                  </a:txBody>
                  <a:tcPr>
                    <a:solidFill>
                      <a:srgbClr val="028F1E"/>
                    </a:solidFill>
                  </a:tcPr>
                </a:tc>
                <a:tc>
                  <a:txBody>
                    <a:bodyPr/>
                    <a:lstStyle/>
                    <a:p>
                      <a:r>
                        <a:t>Singapore</a:t>
                      </a:r>
                    </a:p>
                  </a:txBody>
                  <a:tcPr>
                    <a:solidFill>
                      <a:srgbClr val="028F1E"/>
                    </a:solidFill>
                  </a:tcPr>
                </a:tc>
                <a:tc>
                  <a:txBody>
                    <a:bodyPr/>
                    <a:lstStyle/>
                    <a:p>
                      <a:r>
                        <a:t>Mexico</a:t>
                      </a:r>
                    </a:p>
                  </a:txBody>
                  <a:tcPr>
                    <a:solidFill>
                      <a:srgbClr val="028F1E"/>
                    </a:solidFill>
                  </a:tcPr>
                </a:tc>
                <a:extLst>
                  <a:ext uri="{0D108BD9-81ED-4DB2-BD59-A6C34878D82A}">
                    <a16:rowId xmlns:a16="http://schemas.microsoft.com/office/drawing/2014/main" val="10006"/>
                  </a:ext>
                </a:extLst>
              </a:tr>
              <a:tr h="293914">
                <a:tc>
                  <a:txBody>
                    <a:bodyPr/>
                    <a:lstStyle/>
                    <a:p>
                      <a:r>
                        <a:t>20</a:t>
                      </a:r>
                    </a:p>
                  </a:txBody>
                  <a:tcPr>
                    <a:solidFill>
                      <a:srgbClr val="028F1E"/>
                    </a:solidFill>
                  </a:tcPr>
                </a:tc>
                <a:tc>
                  <a:txBody>
                    <a:bodyPr/>
                    <a:lstStyle/>
                    <a:p>
                      <a:r>
                        <a:t>0</a:t>
                      </a:r>
                    </a:p>
                  </a:txBody>
                  <a:tcPr>
                    <a:solidFill>
                      <a:srgbClr val="028F1E"/>
                    </a:solidFill>
                  </a:tcPr>
                </a:tc>
                <a:tc>
                  <a:txBody>
                    <a:bodyPr/>
                    <a:lstStyle/>
                    <a:p>
                      <a:r>
                        <a:t>20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Saudi Arabia</a:t>
                      </a:r>
                    </a:p>
                  </a:txBody>
                  <a:tcPr>
                    <a:solidFill>
                      <a:srgbClr val="FF5B00"/>
                    </a:solidFill>
                  </a:tcPr>
                </a:tc>
                <a:tc>
                  <a:txBody>
                    <a:bodyPr/>
                    <a:lstStyle/>
                    <a:p>
                      <a:r>
                        <a:t>Monaco</a:t>
                      </a:r>
                    </a:p>
                  </a:txBody>
                  <a:tcPr>
                    <a:solidFill>
                      <a:srgbClr val="FF5B00"/>
                    </a:solidFill>
                  </a:tcPr>
                </a:tc>
                <a:tc>
                  <a:txBody>
                    <a:bodyPr/>
                    <a:lstStyle/>
                    <a:p>
                      <a:r>
                        <a:t>Las Vegas</a:t>
                      </a:r>
                    </a:p>
                  </a:txBody>
                  <a:tcPr>
                    <a:solidFill>
                      <a:srgbClr val="FF5B00"/>
                    </a:solidFill>
                  </a:tcPr>
                </a:tc>
                <a:tc>
                  <a:txBody>
                    <a:bodyPr/>
                    <a:lstStyle/>
                    <a:p>
                      <a:r>
                        <a:t>Qatar</a:t>
                      </a:r>
                    </a:p>
                  </a:txBody>
                  <a:tcPr>
                    <a:solidFill>
                      <a:srgbClr val="FF5B00"/>
                    </a:solidFill>
                  </a:tcPr>
                </a:tc>
                <a:tc>
                  <a:txBody>
                    <a:bodyPr/>
                    <a:lstStyle/>
                    <a:p>
                      <a:r>
                        <a:t>Abu Dhabi</a:t>
                      </a:r>
                    </a:p>
                  </a:txBody>
                  <a:tcPr>
                    <a:solidFill>
                      <a:srgbClr val="FF5B00"/>
                    </a:solidFill>
                  </a:tcPr>
                </a:tc>
                <a:extLst>
                  <a:ext uri="{0D108BD9-81ED-4DB2-BD59-A6C34878D82A}">
                    <a16:rowId xmlns:a16="http://schemas.microsoft.com/office/drawing/2014/main" val="10008"/>
                  </a:ext>
                </a:extLst>
              </a:tr>
              <a:tr h="293914">
                <a:tc>
                  <a:txBody>
                    <a:bodyPr/>
                    <a:lstStyle/>
                    <a:p>
                      <a:r>
                        <a:t>30</a:t>
                      </a:r>
                    </a:p>
                  </a:txBody>
                  <a:tcPr>
                    <a:solidFill>
                      <a:srgbClr val="FF5B00"/>
                    </a:solidFill>
                  </a:tcPr>
                </a:tc>
                <a:tc>
                  <a:txBody>
                    <a:bodyPr/>
                    <a:lstStyle/>
                    <a:p>
                      <a:r>
                        <a:t>10</a:t>
                      </a:r>
                    </a:p>
                  </a:txBody>
                  <a:tcPr>
                    <a:solidFill>
                      <a:srgbClr val="FF5B00"/>
                    </a:solidFill>
                  </a:tcPr>
                </a:tc>
                <a:tc>
                  <a:txBody>
                    <a:bodyPr/>
                    <a:lstStyle/>
                    <a:p>
                      <a:r>
                        <a:t>20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Spa</a:t>
                      </a:r>
                    </a:p>
                  </a:txBody>
                  <a:tcPr>
                    <a:solidFill>
                      <a:srgbClr val="13EAC9"/>
                    </a:solidFill>
                  </a:tcPr>
                </a:tc>
                <a:tc>
                  <a:txBody>
                    <a:bodyPr/>
                    <a:lstStyle/>
                    <a:p>
                      <a:r>
                        <a:t>Baku</a:t>
                      </a:r>
                    </a:p>
                  </a:txBody>
                  <a:tcPr>
                    <a:solidFill>
                      <a:srgbClr val="13EAC9"/>
                    </a:solidFill>
                  </a:tcPr>
                </a:tc>
                <a:tc>
                  <a:txBody>
                    <a:bodyPr/>
                    <a:lstStyle/>
                    <a:p>
                      <a:r>
                        <a:t>Singapore</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Saudi Arabia</a:t>
                      </a:r>
                    </a:p>
                  </a:txBody>
                  <a:tcPr>
                    <a:solidFill>
                      <a:srgbClr val="9A0EEA"/>
                    </a:solidFill>
                  </a:tcPr>
                </a:tc>
                <a:tc>
                  <a:txBody>
                    <a:bodyPr/>
                    <a:lstStyle/>
                    <a:p>
                      <a:r>
                        <a:t>Silverstone</a:t>
                      </a:r>
                    </a:p>
                  </a:txBody>
                  <a:tcPr>
                    <a:solidFill>
                      <a:srgbClr val="9A0EEA"/>
                    </a:solidFill>
                  </a:tcPr>
                </a:tc>
                <a:tc>
                  <a:txBody>
                    <a:bodyPr/>
                    <a:lstStyle/>
                    <a:p>
                      <a:r>
                        <a:t>Baku</a:t>
                      </a:r>
                    </a:p>
                  </a:txBody>
                  <a:tcPr>
                    <a:solidFill>
                      <a:srgbClr val="9A0EEA"/>
                    </a:solidFill>
                  </a:tcPr>
                </a:tc>
                <a:tc>
                  <a:txBody>
                    <a:bodyPr/>
                    <a:lstStyle/>
                    <a:p>
                      <a:r>
                        <a:t>Singapore</a:t>
                      </a:r>
                    </a:p>
                  </a:txBody>
                  <a:tcPr>
                    <a:solidFill>
                      <a:srgbClr val="9A0EEA"/>
                    </a:solidFill>
                  </a:tcPr>
                </a:tc>
                <a:tc>
                  <a:txBody>
                    <a:bodyPr/>
                    <a:lstStyle/>
                    <a:p>
                      <a:r>
                        <a:t>Brazil</a:t>
                      </a:r>
                    </a:p>
                  </a:txBody>
                  <a:tcPr>
                    <a:solidFill>
                      <a:srgbClr val="9A0EEA"/>
                    </a:solidFill>
                  </a:tcPr>
                </a:tc>
                <a:extLst>
                  <a:ext uri="{0D108BD9-81ED-4DB2-BD59-A6C34878D82A}">
                    <a16:rowId xmlns:a16="http://schemas.microsoft.com/office/drawing/2014/main" val="10012"/>
                  </a:ext>
                </a:extLst>
              </a:tr>
              <a:tr h="293918">
                <a:tc>
                  <a:txBody>
                    <a:bodyPr/>
                    <a:lstStyle/>
                    <a:p>
                      <a:r>
                        <a:t>20</a:t>
                      </a:r>
                    </a:p>
                  </a:txBody>
                  <a:tcPr>
                    <a:solidFill>
                      <a:srgbClr val="9A0EEA"/>
                    </a:solidFill>
                  </a:tcPr>
                </a:tc>
                <a:tc>
                  <a:txBody>
                    <a:bodyPr/>
                    <a:lstStyle/>
                    <a:p>
                      <a:r>
                        <a:t>10</a:t>
                      </a:r>
                    </a:p>
                  </a:txBody>
                  <a:tcPr>
                    <a:solidFill>
                      <a:srgbClr val="9A0EEA"/>
                    </a:solidFill>
                  </a:tcPr>
                </a:tc>
                <a:tc>
                  <a:txBody>
                    <a:bodyPr/>
                    <a:lstStyle/>
                    <a:p>
                      <a:r>
                        <a:t>10</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679</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705</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654</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818</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667</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567</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Blowy Engines @ Spa</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Australia</a:t>
                      </a:r>
                    </a:p>
                  </a:txBody>
                  <a:tcPr>
                    <a:solidFill>
                      <a:srgbClr val="040273"/>
                    </a:solidFill>
                  </a:tcPr>
                </a:tc>
                <a:tc>
                  <a:txBody>
                    <a:bodyPr/>
                    <a:lstStyle/>
                    <a:p>
                      <a:r>
                        <a:t>China</a:t>
                      </a:r>
                    </a:p>
                  </a:txBody>
                  <a:tcPr>
                    <a:solidFill>
                      <a:srgbClr val="040273"/>
                    </a:solidFill>
                  </a:tcPr>
                </a:tc>
                <a:tc>
                  <a:txBody>
                    <a:bodyPr/>
                    <a:lstStyle/>
                    <a:p>
                      <a:r>
                        <a:t>Monaco</a:t>
                      </a:r>
                    </a:p>
                  </a:txBody>
                  <a:tcPr>
                    <a:solidFill>
                      <a:srgbClr val="040273"/>
                    </a:solidFill>
                  </a:tcPr>
                </a:tc>
                <a:tc>
                  <a:txBody>
                    <a:bodyPr/>
                    <a:lstStyle/>
                    <a:p>
                      <a:r>
                        <a:t>COTA</a:t>
                      </a:r>
                    </a:p>
                  </a:txBody>
                  <a:tcPr>
                    <a:solidFill>
                      <a:srgbClr val="040273"/>
                    </a:solidFill>
                  </a:tcPr>
                </a:tc>
                <a:tc>
                  <a:txBody>
                    <a:bodyPr/>
                    <a:lstStyle/>
                    <a:p>
                      <a:r>
                        <a:t>Qatar</a:t>
                      </a:r>
                    </a:p>
                  </a:txBody>
                  <a:tcPr>
                    <a:solidFill>
                      <a:srgbClr val="040273"/>
                    </a:solidFill>
                  </a:tcPr>
                </a:tc>
                <a:extLst>
                  <a:ext uri="{0D108BD9-81ED-4DB2-BD59-A6C34878D82A}">
                    <a16:rowId xmlns:a16="http://schemas.microsoft.com/office/drawing/2014/main" val="10000"/>
                  </a:ext>
                </a:extLst>
              </a:tr>
              <a:tr h="293914">
                <a:tc>
                  <a:txBody>
                    <a:bodyPr/>
                    <a:lstStyle/>
                    <a:p>
                      <a:r>
                        <a:t>50</a:t>
                      </a:r>
                    </a:p>
                  </a:txBody>
                  <a:tcPr>
                    <a:solidFill>
                      <a:srgbClr val="040273"/>
                    </a:solidFill>
                  </a:tcPr>
                </a:tc>
                <a:tc>
                  <a:txBody>
                    <a:bodyPr/>
                    <a:lstStyle/>
                    <a:p>
                      <a:r>
                        <a:t>15</a:t>
                      </a:r>
                    </a:p>
                  </a:txBody>
                  <a:tcPr>
                    <a:solidFill>
                      <a:srgbClr val="040273"/>
                    </a:solidFill>
                  </a:tcPr>
                </a:tc>
                <a:tc>
                  <a:txBody>
                    <a:bodyPr/>
                    <a:lstStyle/>
                    <a:p>
                      <a:r>
                        <a:t>15</a:t>
                      </a:r>
                    </a:p>
                  </a:txBody>
                  <a:tcPr>
                    <a:solidFill>
                      <a:srgbClr val="040273"/>
                    </a:solidFill>
                  </a:tcPr>
                </a:tc>
                <a:tc>
                  <a:txBody>
                    <a:bodyPr/>
                    <a:lstStyle/>
                    <a:p>
                      <a:r>
                        <a:t>20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Monaco</a:t>
                      </a:r>
                    </a:p>
                  </a:txBody>
                  <a:tcPr>
                    <a:solidFill>
                      <a:srgbClr val="E8002D"/>
                    </a:solidFill>
                  </a:tcPr>
                </a:tc>
                <a:tc>
                  <a:txBody>
                    <a:bodyPr/>
                    <a:lstStyle/>
                    <a:p>
                      <a:r>
                        <a:t>Hungary</a:t>
                      </a:r>
                    </a:p>
                  </a:txBody>
                  <a:tcPr>
                    <a:solidFill>
                      <a:srgbClr val="E8002D"/>
                    </a:solidFill>
                  </a:tcPr>
                </a:tc>
                <a:tc>
                  <a:txBody>
                    <a:bodyPr/>
                    <a:lstStyle/>
                    <a:p>
                      <a:r>
                        <a:t>Baku</a:t>
                      </a:r>
                    </a:p>
                  </a:txBody>
                  <a:tcPr>
                    <a:solidFill>
                      <a:srgbClr val="E8002D"/>
                    </a:solidFill>
                  </a:tcPr>
                </a:tc>
                <a:tc>
                  <a:txBody>
                    <a:bodyPr/>
                    <a:lstStyle/>
                    <a:p>
                      <a:r>
                        <a:t>Qatar</a:t>
                      </a:r>
                    </a:p>
                  </a:txBody>
                  <a:tcPr>
                    <a:solidFill>
                      <a:srgbClr val="E8002D"/>
                    </a:solidFill>
                  </a:tcPr>
                </a:tc>
                <a:extLst>
                  <a:ext uri="{0D108BD9-81ED-4DB2-BD59-A6C34878D82A}">
                    <a16:rowId xmlns:a16="http://schemas.microsoft.com/office/drawing/2014/main" val="10002"/>
                  </a:ext>
                </a:extLst>
              </a:tr>
              <a:tr h="293914">
                <a:tc>
                  <a:txBody>
                    <a:bodyPr/>
                    <a:lstStyle/>
                    <a:p>
                      <a:r>
                        <a:t>40</a:t>
                      </a:r>
                    </a:p>
                  </a:txBody>
                  <a:tcPr>
                    <a:solidFill>
                      <a:srgbClr val="E8002D"/>
                    </a:solidFill>
                  </a:tcPr>
                </a:tc>
                <a:tc>
                  <a:txBody>
                    <a:bodyPr/>
                    <a:lstStyle/>
                    <a:p>
                      <a:r>
                        <a:t>15</a:t>
                      </a:r>
                    </a:p>
                  </a:txBody>
                  <a:tcPr>
                    <a:solidFill>
                      <a:srgbClr val="E8002D"/>
                    </a:solidFill>
                  </a:tcPr>
                </a:tc>
                <a:tc>
                  <a:txBody>
                    <a:bodyPr/>
                    <a:lstStyle/>
                    <a:p>
                      <a:r>
                        <a:t>20</a:t>
                      </a:r>
                    </a:p>
                  </a:txBody>
                  <a:tcPr>
                    <a:solidFill>
                      <a:srgbClr val="E8002D"/>
                    </a:solidFill>
                  </a:tcPr>
                </a:tc>
                <a:tc>
                  <a:txBody>
                    <a:bodyPr/>
                    <a:lstStyle/>
                    <a:p>
                      <a:r>
                        <a:t>5</a:t>
                      </a:r>
                    </a:p>
                  </a:txBody>
                  <a:tcPr>
                    <a:solidFill>
                      <a:srgbClr val="E8002D"/>
                    </a:solidFill>
                  </a:tcPr>
                </a:tc>
                <a:tc>
                  <a:txBody>
                    <a:bodyPr/>
                    <a:lstStyle/>
                    <a:p>
                      <a:endParaRP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Saudi Arabia</a:t>
                      </a:r>
                    </a:p>
                  </a:txBody>
                  <a:tcPr>
                    <a:solidFill>
                      <a:srgbClr val="FAC205"/>
                    </a:solidFill>
                  </a:tcPr>
                </a:tc>
                <a:tc>
                  <a:txBody>
                    <a:bodyPr/>
                    <a:lstStyle/>
                    <a:p>
                      <a:r>
                        <a:t>Miami</a:t>
                      </a:r>
                    </a:p>
                  </a:txBody>
                  <a:tcPr>
                    <a:solidFill>
                      <a:srgbClr val="FAC205"/>
                    </a:solidFill>
                  </a:tcPr>
                </a:tc>
                <a:tc>
                  <a:txBody>
                    <a:bodyPr/>
                    <a:lstStyle/>
                    <a:p>
                      <a:r>
                        <a:t>Monaco</a:t>
                      </a:r>
                    </a:p>
                  </a:txBody>
                  <a:tcPr>
                    <a:solidFill>
                      <a:srgbClr val="FAC205"/>
                    </a:solidFill>
                  </a:tcPr>
                </a:tc>
                <a:tc>
                  <a:txBody>
                    <a:bodyPr/>
                    <a:lstStyle/>
                    <a:p>
                      <a:r>
                        <a:t>Baku</a:t>
                      </a:r>
                    </a:p>
                  </a:txBody>
                  <a:tcPr>
                    <a:solidFill>
                      <a:srgbClr val="FAC205"/>
                    </a:solidFill>
                  </a:tcPr>
                </a:tc>
                <a:tc>
                  <a:txBody>
                    <a:bodyPr/>
                    <a:lstStyle/>
                    <a:p>
                      <a:r>
                        <a:t>Abu Dhabi</a:t>
                      </a:r>
                    </a:p>
                  </a:txBody>
                  <a:tcPr>
                    <a:solidFill>
                      <a:srgbClr val="FAC205"/>
                    </a:solidFill>
                  </a:tcPr>
                </a:tc>
                <a:extLst>
                  <a:ext uri="{0D108BD9-81ED-4DB2-BD59-A6C34878D82A}">
                    <a16:rowId xmlns:a16="http://schemas.microsoft.com/office/drawing/2014/main" val="10004"/>
                  </a:ext>
                </a:extLst>
              </a:tr>
              <a:tr h="293914">
                <a:tc>
                  <a:txBody>
                    <a:bodyPr/>
                    <a:lstStyle/>
                    <a:p>
                      <a:r>
                        <a:t>35</a:t>
                      </a:r>
                    </a:p>
                  </a:txBody>
                  <a:tcPr>
                    <a:solidFill>
                      <a:srgbClr val="FAC205"/>
                    </a:solidFill>
                  </a:tcPr>
                </a:tc>
                <a:tc>
                  <a:txBody>
                    <a:bodyPr/>
                    <a:lstStyle/>
                    <a:p>
                      <a:r>
                        <a:t>10</a:t>
                      </a:r>
                    </a:p>
                  </a:txBody>
                  <a:tcPr>
                    <a:solidFill>
                      <a:srgbClr val="FAC205"/>
                    </a:solidFill>
                  </a:tcPr>
                </a:tc>
                <a:tc>
                  <a:txBody>
                    <a:bodyPr/>
                    <a:lstStyle/>
                    <a:p>
                      <a:r>
                        <a:t>5</a:t>
                      </a:r>
                    </a:p>
                  </a:txBody>
                  <a:tcPr>
                    <a:solidFill>
                      <a:srgbClr val="FAC205"/>
                    </a:solidFill>
                  </a:tcPr>
                </a:tc>
                <a:tc>
                  <a:txBody>
                    <a:bodyPr/>
                    <a:lstStyle/>
                    <a:p>
                      <a:r>
                        <a:t>20</a:t>
                      </a:r>
                    </a:p>
                  </a:txBody>
                  <a:tcPr>
                    <a:solidFill>
                      <a:srgbClr val="FAC205"/>
                    </a:solidFill>
                  </a:tcPr>
                </a:tc>
                <a:tc>
                  <a:txBody>
                    <a:bodyPr/>
                    <a:lstStyle/>
                    <a:p>
                      <a:endParaRP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Bahrain</a:t>
                      </a:r>
                    </a:p>
                  </a:txBody>
                  <a:tcPr>
                    <a:solidFill>
                      <a:srgbClr val="028F1E"/>
                    </a:solidFill>
                  </a:tcPr>
                </a:tc>
                <a:tc>
                  <a:txBody>
                    <a:bodyPr/>
                    <a:lstStyle/>
                    <a:p>
                      <a:r>
                        <a:t>Monaco</a:t>
                      </a:r>
                    </a:p>
                  </a:txBody>
                  <a:tcPr>
                    <a:solidFill>
                      <a:srgbClr val="028F1E"/>
                    </a:solidFill>
                  </a:tcPr>
                </a:tc>
                <a:tc>
                  <a:txBody>
                    <a:bodyPr/>
                    <a:lstStyle/>
                    <a:p>
                      <a:r>
                        <a:t>Baku</a:t>
                      </a:r>
                    </a:p>
                  </a:txBody>
                  <a:tcPr>
                    <a:solidFill>
                      <a:srgbClr val="028F1E"/>
                    </a:solidFill>
                  </a:tcPr>
                </a:tc>
                <a:tc>
                  <a:txBody>
                    <a:bodyPr/>
                    <a:lstStyle/>
                    <a:p>
                      <a:r>
                        <a:t>Singapore</a:t>
                      </a:r>
                    </a:p>
                  </a:txBody>
                  <a:tcPr>
                    <a:solidFill>
                      <a:srgbClr val="028F1E"/>
                    </a:solidFill>
                  </a:tcPr>
                </a:tc>
                <a:tc>
                  <a:txBody>
                    <a:bodyPr/>
                    <a:lstStyle/>
                    <a:p>
                      <a:r>
                        <a:t>Mexico</a:t>
                      </a:r>
                    </a:p>
                  </a:txBody>
                  <a:tcPr>
                    <a:solidFill>
                      <a:srgbClr val="028F1E"/>
                    </a:solidFill>
                  </a:tcPr>
                </a:tc>
                <a:extLst>
                  <a:ext uri="{0D108BD9-81ED-4DB2-BD59-A6C34878D82A}">
                    <a16:rowId xmlns:a16="http://schemas.microsoft.com/office/drawing/2014/main" val="10006"/>
                  </a:ext>
                </a:extLst>
              </a:tr>
              <a:tr h="293914">
                <a:tc>
                  <a:txBody>
                    <a:bodyPr/>
                    <a:lstStyle/>
                    <a:p>
                      <a:r>
                        <a:t>20</a:t>
                      </a:r>
                    </a:p>
                  </a:txBody>
                  <a:tcPr>
                    <a:solidFill>
                      <a:srgbClr val="028F1E"/>
                    </a:solidFill>
                  </a:tcPr>
                </a:tc>
                <a:tc>
                  <a:txBody>
                    <a:bodyPr/>
                    <a:lstStyle/>
                    <a:p>
                      <a:r>
                        <a:t>0</a:t>
                      </a:r>
                    </a:p>
                  </a:txBody>
                  <a:tcPr>
                    <a:solidFill>
                      <a:srgbClr val="028F1E"/>
                    </a:solidFill>
                  </a:tcPr>
                </a:tc>
                <a:tc>
                  <a:txBody>
                    <a:bodyPr/>
                    <a:lstStyle/>
                    <a:p>
                      <a:r>
                        <a:t>20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Saudi Arabia</a:t>
                      </a:r>
                    </a:p>
                  </a:txBody>
                  <a:tcPr>
                    <a:solidFill>
                      <a:srgbClr val="FF5B00"/>
                    </a:solidFill>
                  </a:tcPr>
                </a:tc>
                <a:tc>
                  <a:txBody>
                    <a:bodyPr/>
                    <a:lstStyle/>
                    <a:p>
                      <a:r>
                        <a:t>Monaco</a:t>
                      </a:r>
                    </a:p>
                  </a:txBody>
                  <a:tcPr>
                    <a:solidFill>
                      <a:srgbClr val="FF5B00"/>
                    </a:solidFill>
                  </a:tcPr>
                </a:tc>
                <a:tc>
                  <a:txBody>
                    <a:bodyPr/>
                    <a:lstStyle/>
                    <a:p>
                      <a:r>
                        <a:t>Las Vegas</a:t>
                      </a:r>
                    </a:p>
                  </a:txBody>
                  <a:tcPr>
                    <a:solidFill>
                      <a:srgbClr val="FF5B00"/>
                    </a:solidFill>
                  </a:tcPr>
                </a:tc>
                <a:tc>
                  <a:txBody>
                    <a:bodyPr/>
                    <a:lstStyle/>
                    <a:p>
                      <a:r>
                        <a:t>Qatar</a:t>
                      </a:r>
                    </a:p>
                  </a:txBody>
                  <a:tcPr>
                    <a:solidFill>
                      <a:srgbClr val="FF5B00"/>
                    </a:solidFill>
                  </a:tcPr>
                </a:tc>
                <a:tc>
                  <a:txBody>
                    <a:bodyPr/>
                    <a:lstStyle/>
                    <a:p>
                      <a:r>
                        <a:t>Abu Dhabi</a:t>
                      </a:r>
                    </a:p>
                  </a:txBody>
                  <a:tcPr>
                    <a:solidFill>
                      <a:srgbClr val="FF5B00"/>
                    </a:solidFill>
                  </a:tcPr>
                </a:tc>
                <a:extLst>
                  <a:ext uri="{0D108BD9-81ED-4DB2-BD59-A6C34878D82A}">
                    <a16:rowId xmlns:a16="http://schemas.microsoft.com/office/drawing/2014/main" val="10008"/>
                  </a:ext>
                </a:extLst>
              </a:tr>
              <a:tr h="293914">
                <a:tc>
                  <a:txBody>
                    <a:bodyPr/>
                    <a:lstStyle/>
                    <a:p>
                      <a:r>
                        <a:t>30</a:t>
                      </a:r>
                    </a:p>
                  </a:txBody>
                  <a:tcPr>
                    <a:solidFill>
                      <a:srgbClr val="FF5B00"/>
                    </a:solidFill>
                  </a:tcPr>
                </a:tc>
                <a:tc>
                  <a:txBody>
                    <a:bodyPr/>
                    <a:lstStyle/>
                    <a:p>
                      <a:r>
                        <a:t>10</a:t>
                      </a:r>
                    </a:p>
                  </a:txBody>
                  <a:tcPr>
                    <a:solidFill>
                      <a:srgbClr val="FF5B00"/>
                    </a:solidFill>
                  </a:tcPr>
                </a:tc>
                <a:tc>
                  <a:txBody>
                    <a:bodyPr/>
                    <a:lstStyle/>
                    <a:p>
                      <a:r>
                        <a:t>20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Spa</a:t>
                      </a:r>
                    </a:p>
                  </a:txBody>
                  <a:tcPr>
                    <a:solidFill>
                      <a:srgbClr val="13EAC9"/>
                    </a:solidFill>
                  </a:tcPr>
                </a:tc>
                <a:tc>
                  <a:txBody>
                    <a:bodyPr/>
                    <a:lstStyle/>
                    <a:p>
                      <a:r>
                        <a:t>Baku</a:t>
                      </a:r>
                    </a:p>
                  </a:txBody>
                  <a:tcPr>
                    <a:solidFill>
                      <a:srgbClr val="13EAC9"/>
                    </a:solidFill>
                  </a:tcPr>
                </a:tc>
                <a:tc>
                  <a:txBody>
                    <a:bodyPr/>
                    <a:lstStyle/>
                    <a:p>
                      <a:r>
                        <a:t>Singapore</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5</a:t>
                      </a:r>
                    </a:p>
                  </a:txBody>
                  <a:tcPr>
                    <a:solidFill>
                      <a:srgbClr val="13EAC9"/>
                    </a:solidFill>
                  </a:tcPr>
                </a:tc>
                <a:tc>
                  <a:txBody>
                    <a:bodyPr/>
                    <a:lstStyle/>
                    <a:p>
                      <a:r>
                        <a:t>5</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Saudi Arabia</a:t>
                      </a:r>
                    </a:p>
                  </a:txBody>
                  <a:tcPr>
                    <a:solidFill>
                      <a:srgbClr val="9A0EEA"/>
                    </a:solidFill>
                  </a:tcPr>
                </a:tc>
                <a:tc>
                  <a:txBody>
                    <a:bodyPr/>
                    <a:lstStyle/>
                    <a:p>
                      <a:r>
                        <a:t>Silverstone</a:t>
                      </a:r>
                    </a:p>
                  </a:txBody>
                  <a:tcPr>
                    <a:solidFill>
                      <a:srgbClr val="9A0EEA"/>
                    </a:solidFill>
                  </a:tcPr>
                </a:tc>
                <a:tc>
                  <a:txBody>
                    <a:bodyPr/>
                    <a:lstStyle/>
                    <a:p>
                      <a:r>
                        <a:t>Baku</a:t>
                      </a:r>
                    </a:p>
                  </a:txBody>
                  <a:tcPr>
                    <a:solidFill>
                      <a:srgbClr val="9A0EEA"/>
                    </a:solidFill>
                  </a:tcPr>
                </a:tc>
                <a:tc>
                  <a:txBody>
                    <a:bodyPr/>
                    <a:lstStyle/>
                    <a:p>
                      <a:r>
                        <a:t>Singapore</a:t>
                      </a:r>
                    </a:p>
                  </a:txBody>
                  <a:tcPr>
                    <a:solidFill>
                      <a:srgbClr val="9A0EEA"/>
                    </a:solidFill>
                  </a:tcPr>
                </a:tc>
                <a:tc>
                  <a:txBody>
                    <a:bodyPr/>
                    <a:lstStyle/>
                    <a:p>
                      <a:r>
                        <a:t>Brazil</a:t>
                      </a:r>
                    </a:p>
                  </a:txBody>
                  <a:tcPr>
                    <a:solidFill>
                      <a:srgbClr val="9A0EEA"/>
                    </a:solidFill>
                  </a:tcPr>
                </a:tc>
                <a:extLst>
                  <a:ext uri="{0D108BD9-81ED-4DB2-BD59-A6C34878D82A}">
                    <a16:rowId xmlns:a16="http://schemas.microsoft.com/office/drawing/2014/main" val="10012"/>
                  </a:ext>
                </a:extLst>
              </a:tr>
              <a:tr h="293918">
                <a:tc>
                  <a:txBody>
                    <a:bodyPr/>
                    <a:lstStyle/>
                    <a:p>
                      <a:r>
                        <a:t>20</a:t>
                      </a:r>
                    </a:p>
                  </a:txBody>
                  <a:tcPr>
                    <a:solidFill>
                      <a:srgbClr val="9A0EEA"/>
                    </a:solidFill>
                  </a:tcPr>
                </a:tc>
                <a:tc>
                  <a:txBody>
                    <a:bodyPr/>
                    <a:lstStyle/>
                    <a:p>
                      <a:r>
                        <a:t>10</a:t>
                      </a:r>
                    </a:p>
                  </a:txBody>
                  <a:tcPr>
                    <a:solidFill>
                      <a:srgbClr val="9A0EEA"/>
                    </a:solidFill>
                  </a:tcPr>
                </a:tc>
                <a:tc>
                  <a:txBody>
                    <a:bodyPr/>
                    <a:lstStyle/>
                    <a:p>
                      <a:r>
                        <a:t>10</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679</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705</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654</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818</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672</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567</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Blowy Engines @ Baku</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Australia</a:t>
                      </a:r>
                    </a:p>
                  </a:txBody>
                  <a:tcPr>
                    <a:solidFill>
                      <a:srgbClr val="040273"/>
                    </a:solidFill>
                  </a:tcPr>
                </a:tc>
                <a:tc>
                  <a:txBody>
                    <a:bodyPr/>
                    <a:lstStyle/>
                    <a:p>
                      <a:r>
                        <a:t>China</a:t>
                      </a:r>
                    </a:p>
                  </a:txBody>
                  <a:tcPr>
                    <a:solidFill>
                      <a:srgbClr val="040273"/>
                    </a:solidFill>
                  </a:tcPr>
                </a:tc>
                <a:tc>
                  <a:txBody>
                    <a:bodyPr/>
                    <a:lstStyle/>
                    <a:p>
                      <a:r>
                        <a:t>Monaco</a:t>
                      </a:r>
                    </a:p>
                  </a:txBody>
                  <a:tcPr>
                    <a:solidFill>
                      <a:srgbClr val="040273"/>
                    </a:solidFill>
                  </a:tcPr>
                </a:tc>
                <a:tc>
                  <a:txBody>
                    <a:bodyPr/>
                    <a:lstStyle/>
                    <a:p>
                      <a:r>
                        <a:t>COTA</a:t>
                      </a:r>
                    </a:p>
                  </a:txBody>
                  <a:tcPr>
                    <a:solidFill>
                      <a:srgbClr val="040273"/>
                    </a:solidFill>
                  </a:tcPr>
                </a:tc>
                <a:tc>
                  <a:txBody>
                    <a:bodyPr/>
                    <a:lstStyle/>
                    <a:p>
                      <a:r>
                        <a:t>Qatar</a:t>
                      </a:r>
                    </a:p>
                  </a:txBody>
                  <a:tcPr>
                    <a:solidFill>
                      <a:srgbClr val="040273"/>
                    </a:solidFill>
                  </a:tcPr>
                </a:tc>
                <a:extLst>
                  <a:ext uri="{0D108BD9-81ED-4DB2-BD59-A6C34878D82A}">
                    <a16:rowId xmlns:a16="http://schemas.microsoft.com/office/drawing/2014/main" val="10000"/>
                  </a:ext>
                </a:extLst>
              </a:tr>
              <a:tr h="293914">
                <a:tc>
                  <a:txBody>
                    <a:bodyPr/>
                    <a:lstStyle/>
                    <a:p>
                      <a:r>
                        <a:t>50</a:t>
                      </a:r>
                    </a:p>
                  </a:txBody>
                  <a:tcPr>
                    <a:solidFill>
                      <a:srgbClr val="040273"/>
                    </a:solidFill>
                  </a:tcPr>
                </a:tc>
                <a:tc>
                  <a:txBody>
                    <a:bodyPr/>
                    <a:lstStyle/>
                    <a:p>
                      <a:r>
                        <a:t>15</a:t>
                      </a:r>
                    </a:p>
                  </a:txBody>
                  <a:tcPr>
                    <a:solidFill>
                      <a:srgbClr val="040273"/>
                    </a:solidFill>
                  </a:tcPr>
                </a:tc>
                <a:tc>
                  <a:txBody>
                    <a:bodyPr/>
                    <a:lstStyle/>
                    <a:p>
                      <a:r>
                        <a:t>15</a:t>
                      </a:r>
                    </a:p>
                  </a:txBody>
                  <a:tcPr>
                    <a:solidFill>
                      <a:srgbClr val="040273"/>
                    </a:solidFill>
                  </a:tcPr>
                </a:tc>
                <a:tc>
                  <a:txBody>
                    <a:bodyPr/>
                    <a:lstStyle/>
                    <a:p>
                      <a:r>
                        <a:t>20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Monaco</a:t>
                      </a:r>
                    </a:p>
                  </a:txBody>
                  <a:tcPr>
                    <a:solidFill>
                      <a:srgbClr val="E8002D"/>
                    </a:solidFill>
                  </a:tcPr>
                </a:tc>
                <a:tc>
                  <a:txBody>
                    <a:bodyPr/>
                    <a:lstStyle/>
                    <a:p>
                      <a:r>
                        <a:t>Hungary</a:t>
                      </a:r>
                    </a:p>
                  </a:txBody>
                  <a:tcPr>
                    <a:solidFill>
                      <a:srgbClr val="E8002D"/>
                    </a:solidFill>
                  </a:tcPr>
                </a:tc>
                <a:tc>
                  <a:txBody>
                    <a:bodyPr/>
                    <a:lstStyle/>
                    <a:p>
                      <a:r>
                        <a:t>Baku</a:t>
                      </a:r>
                    </a:p>
                  </a:txBody>
                  <a:tcPr>
                    <a:solidFill>
                      <a:srgbClr val="E8002D"/>
                    </a:solidFill>
                  </a:tcPr>
                </a:tc>
                <a:tc>
                  <a:txBody>
                    <a:bodyPr/>
                    <a:lstStyle/>
                    <a:p>
                      <a:r>
                        <a:t>Qatar</a:t>
                      </a:r>
                    </a:p>
                  </a:txBody>
                  <a:tcPr>
                    <a:solidFill>
                      <a:srgbClr val="E8002D"/>
                    </a:solidFill>
                  </a:tcPr>
                </a:tc>
                <a:extLst>
                  <a:ext uri="{0D108BD9-81ED-4DB2-BD59-A6C34878D82A}">
                    <a16:rowId xmlns:a16="http://schemas.microsoft.com/office/drawing/2014/main" val="10002"/>
                  </a:ext>
                </a:extLst>
              </a:tr>
              <a:tr h="293914">
                <a:tc>
                  <a:txBody>
                    <a:bodyPr/>
                    <a:lstStyle/>
                    <a:p>
                      <a:r>
                        <a:t>60</a:t>
                      </a:r>
                    </a:p>
                  </a:txBody>
                  <a:tcPr>
                    <a:solidFill>
                      <a:srgbClr val="E8002D"/>
                    </a:solidFill>
                  </a:tcPr>
                </a:tc>
                <a:tc>
                  <a:txBody>
                    <a:bodyPr/>
                    <a:lstStyle/>
                    <a:p>
                      <a:r>
                        <a:t>15</a:t>
                      </a:r>
                    </a:p>
                  </a:txBody>
                  <a:tcPr>
                    <a:solidFill>
                      <a:srgbClr val="E8002D"/>
                    </a:solidFill>
                  </a:tcPr>
                </a:tc>
                <a:tc>
                  <a:txBody>
                    <a:bodyPr/>
                    <a:lstStyle/>
                    <a:p>
                      <a:r>
                        <a:t>20</a:t>
                      </a:r>
                    </a:p>
                  </a:txBody>
                  <a:tcPr>
                    <a:solidFill>
                      <a:srgbClr val="E8002D"/>
                    </a:solidFill>
                  </a:tcPr>
                </a:tc>
                <a:tc>
                  <a:txBody>
                    <a:bodyPr/>
                    <a:lstStyle/>
                    <a:p>
                      <a:r>
                        <a:t>5</a:t>
                      </a:r>
                    </a:p>
                  </a:txBody>
                  <a:tcPr>
                    <a:solidFill>
                      <a:srgbClr val="E8002D"/>
                    </a:solidFill>
                  </a:tcPr>
                </a:tc>
                <a:tc>
                  <a:txBody>
                    <a:bodyPr/>
                    <a:lstStyle/>
                    <a:p>
                      <a:r>
                        <a:t>20</a:t>
                      </a: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Saudi Arabia</a:t>
                      </a:r>
                    </a:p>
                  </a:txBody>
                  <a:tcPr>
                    <a:solidFill>
                      <a:srgbClr val="FAC205"/>
                    </a:solidFill>
                  </a:tcPr>
                </a:tc>
                <a:tc>
                  <a:txBody>
                    <a:bodyPr/>
                    <a:lstStyle/>
                    <a:p>
                      <a:r>
                        <a:t>Miami</a:t>
                      </a:r>
                    </a:p>
                  </a:txBody>
                  <a:tcPr>
                    <a:solidFill>
                      <a:srgbClr val="FAC205"/>
                    </a:solidFill>
                  </a:tcPr>
                </a:tc>
                <a:tc>
                  <a:txBody>
                    <a:bodyPr/>
                    <a:lstStyle/>
                    <a:p>
                      <a:r>
                        <a:t>Monaco</a:t>
                      </a:r>
                    </a:p>
                  </a:txBody>
                  <a:tcPr>
                    <a:solidFill>
                      <a:srgbClr val="FAC205"/>
                    </a:solidFill>
                  </a:tcPr>
                </a:tc>
                <a:tc>
                  <a:txBody>
                    <a:bodyPr/>
                    <a:lstStyle/>
                    <a:p>
                      <a:r>
                        <a:t>Baku</a:t>
                      </a:r>
                    </a:p>
                  </a:txBody>
                  <a:tcPr>
                    <a:solidFill>
                      <a:srgbClr val="FAC205"/>
                    </a:solidFill>
                  </a:tcPr>
                </a:tc>
                <a:tc>
                  <a:txBody>
                    <a:bodyPr/>
                    <a:lstStyle/>
                    <a:p>
                      <a:r>
                        <a:t>Abu Dhabi</a:t>
                      </a:r>
                    </a:p>
                  </a:txBody>
                  <a:tcPr>
                    <a:solidFill>
                      <a:srgbClr val="FAC205"/>
                    </a:solidFill>
                  </a:tcPr>
                </a:tc>
                <a:extLst>
                  <a:ext uri="{0D108BD9-81ED-4DB2-BD59-A6C34878D82A}">
                    <a16:rowId xmlns:a16="http://schemas.microsoft.com/office/drawing/2014/main" val="10004"/>
                  </a:ext>
                </a:extLst>
              </a:tr>
              <a:tr h="293914">
                <a:tc>
                  <a:txBody>
                    <a:bodyPr/>
                    <a:lstStyle/>
                    <a:p>
                      <a:r>
                        <a:t>55</a:t>
                      </a:r>
                    </a:p>
                  </a:txBody>
                  <a:tcPr>
                    <a:solidFill>
                      <a:srgbClr val="FAC205"/>
                    </a:solidFill>
                  </a:tcPr>
                </a:tc>
                <a:tc>
                  <a:txBody>
                    <a:bodyPr/>
                    <a:lstStyle/>
                    <a:p>
                      <a:r>
                        <a:t>10</a:t>
                      </a:r>
                    </a:p>
                  </a:txBody>
                  <a:tcPr>
                    <a:solidFill>
                      <a:srgbClr val="FAC205"/>
                    </a:solidFill>
                  </a:tcPr>
                </a:tc>
                <a:tc>
                  <a:txBody>
                    <a:bodyPr/>
                    <a:lstStyle/>
                    <a:p>
                      <a:r>
                        <a:t>5</a:t>
                      </a:r>
                    </a:p>
                  </a:txBody>
                  <a:tcPr>
                    <a:solidFill>
                      <a:srgbClr val="FAC205"/>
                    </a:solidFill>
                  </a:tcPr>
                </a:tc>
                <a:tc>
                  <a:txBody>
                    <a:bodyPr/>
                    <a:lstStyle/>
                    <a:p>
                      <a:r>
                        <a:t>20</a:t>
                      </a:r>
                    </a:p>
                  </a:txBody>
                  <a:tcPr>
                    <a:solidFill>
                      <a:srgbClr val="FAC205"/>
                    </a:solidFill>
                  </a:tcPr>
                </a:tc>
                <a:tc>
                  <a:txBody>
                    <a:bodyPr/>
                    <a:lstStyle/>
                    <a:p>
                      <a:r>
                        <a:t>20</a:t>
                      </a: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Bahrain</a:t>
                      </a:r>
                    </a:p>
                  </a:txBody>
                  <a:tcPr>
                    <a:solidFill>
                      <a:srgbClr val="028F1E"/>
                    </a:solidFill>
                  </a:tcPr>
                </a:tc>
                <a:tc>
                  <a:txBody>
                    <a:bodyPr/>
                    <a:lstStyle/>
                    <a:p>
                      <a:r>
                        <a:t>Monaco</a:t>
                      </a:r>
                    </a:p>
                  </a:txBody>
                  <a:tcPr>
                    <a:solidFill>
                      <a:srgbClr val="028F1E"/>
                    </a:solidFill>
                  </a:tcPr>
                </a:tc>
                <a:tc>
                  <a:txBody>
                    <a:bodyPr/>
                    <a:lstStyle/>
                    <a:p>
                      <a:r>
                        <a:t>Baku</a:t>
                      </a:r>
                    </a:p>
                  </a:txBody>
                  <a:tcPr>
                    <a:solidFill>
                      <a:srgbClr val="028F1E"/>
                    </a:solidFill>
                  </a:tcPr>
                </a:tc>
                <a:tc>
                  <a:txBody>
                    <a:bodyPr/>
                    <a:lstStyle/>
                    <a:p>
                      <a:r>
                        <a:t>Singapore</a:t>
                      </a:r>
                    </a:p>
                  </a:txBody>
                  <a:tcPr>
                    <a:solidFill>
                      <a:srgbClr val="028F1E"/>
                    </a:solidFill>
                  </a:tcPr>
                </a:tc>
                <a:tc>
                  <a:txBody>
                    <a:bodyPr/>
                    <a:lstStyle/>
                    <a:p>
                      <a:r>
                        <a:t>Mexico</a:t>
                      </a:r>
                    </a:p>
                  </a:txBody>
                  <a:tcPr>
                    <a:solidFill>
                      <a:srgbClr val="028F1E"/>
                    </a:solidFill>
                  </a:tcPr>
                </a:tc>
                <a:extLst>
                  <a:ext uri="{0D108BD9-81ED-4DB2-BD59-A6C34878D82A}">
                    <a16:rowId xmlns:a16="http://schemas.microsoft.com/office/drawing/2014/main" val="10006"/>
                  </a:ext>
                </a:extLst>
              </a:tr>
              <a:tr h="293914">
                <a:tc>
                  <a:txBody>
                    <a:bodyPr/>
                    <a:lstStyle/>
                    <a:p>
                      <a:r>
                        <a:t>40</a:t>
                      </a:r>
                    </a:p>
                  </a:txBody>
                  <a:tcPr>
                    <a:solidFill>
                      <a:srgbClr val="028F1E"/>
                    </a:solidFill>
                  </a:tcPr>
                </a:tc>
                <a:tc>
                  <a:txBody>
                    <a:bodyPr/>
                    <a:lstStyle/>
                    <a:p>
                      <a:r>
                        <a:t>0</a:t>
                      </a:r>
                    </a:p>
                  </a:txBody>
                  <a:tcPr>
                    <a:solidFill>
                      <a:srgbClr val="028F1E"/>
                    </a:solidFill>
                  </a:tcPr>
                </a:tc>
                <a:tc>
                  <a:txBody>
                    <a:bodyPr/>
                    <a:lstStyle/>
                    <a:p>
                      <a:r>
                        <a:t>20</a:t>
                      </a:r>
                    </a:p>
                  </a:txBody>
                  <a:tcPr>
                    <a:solidFill>
                      <a:srgbClr val="028F1E"/>
                    </a:solidFill>
                  </a:tcPr>
                </a:tc>
                <a:tc>
                  <a:txBody>
                    <a:bodyPr/>
                    <a:lstStyle/>
                    <a:p>
                      <a:r>
                        <a:t>20</a:t>
                      </a:r>
                    </a:p>
                  </a:txBody>
                  <a:tcPr>
                    <a:solidFill>
                      <a:srgbClr val="028F1E"/>
                    </a:solidFill>
                  </a:tcPr>
                </a:tc>
                <a:tc>
                  <a:txBody>
                    <a:bodyPr/>
                    <a:lstStyle/>
                    <a:p>
                      <a:endParaRP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Saudi Arabia</a:t>
                      </a:r>
                    </a:p>
                  </a:txBody>
                  <a:tcPr>
                    <a:solidFill>
                      <a:srgbClr val="FF5B00"/>
                    </a:solidFill>
                  </a:tcPr>
                </a:tc>
                <a:tc>
                  <a:txBody>
                    <a:bodyPr/>
                    <a:lstStyle/>
                    <a:p>
                      <a:r>
                        <a:t>Monaco</a:t>
                      </a:r>
                    </a:p>
                  </a:txBody>
                  <a:tcPr>
                    <a:solidFill>
                      <a:srgbClr val="FF5B00"/>
                    </a:solidFill>
                  </a:tcPr>
                </a:tc>
                <a:tc>
                  <a:txBody>
                    <a:bodyPr/>
                    <a:lstStyle/>
                    <a:p>
                      <a:r>
                        <a:t>Las Vegas</a:t>
                      </a:r>
                    </a:p>
                  </a:txBody>
                  <a:tcPr>
                    <a:solidFill>
                      <a:srgbClr val="FF5B00"/>
                    </a:solidFill>
                  </a:tcPr>
                </a:tc>
                <a:tc>
                  <a:txBody>
                    <a:bodyPr/>
                    <a:lstStyle/>
                    <a:p>
                      <a:r>
                        <a:t>Qatar</a:t>
                      </a:r>
                    </a:p>
                  </a:txBody>
                  <a:tcPr>
                    <a:solidFill>
                      <a:srgbClr val="FF5B00"/>
                    </a:solidFill>
                  </a:tcPr>
                </a:tc>
                <a:tc>
                  <a:txBody>
                    <a:bodyPr/>
                    <a:lstStyle/>
                    <a:p>
                      <a:r>
                        <a:t>Abu Dhabi</a:t>
                      </a:r>
                    </a:p>
                  </a:txBody>
                  <a:tcPr>
                    <a:solidFill>
                      <a:srgbClr val="FF5B00"/>
                    </a:solidFill>
                  </a:tcPr>
                </a:tc>
                <a:extLst>
                  <a:ext uri="{0D108BD9-81ED-4DB2-BD59-A6C34878D82A}">
                    <a16:rowId xmlns:a16="http://schemas.microsoft.com/office/drawing/2014/main" val="10008"/>
                  </a:ext>
                </a:extLst>
              </a:tr>
              <a:tr h="293914">
                <a:tc>
                  <a:txBody>
                    <a:bodyPr/>
                    <a:lstStyle/>
                    <a:p>
                      <a:r>
                        <a:t>30</a:t>
                      </a:r>
                    </a:p>
                  </a:txBody>
                  <a:tcPr>
                    <a:solidFill>
                      <a:srgbClr val="FF5B00"/>
                    </a:solidFill>
                  </a:tcPr>
                </a:tc>
                <a:tc>
                  <a:txBody>
                    <a:bodyPr/>
                    <a:lstStyle/>
                    <a:p>
                      <a:r>
                        <a:t>10</a:t>
                      </a:r>
                    </a:p>
                  </a:txBody>
                  <a:tcPr>
                    <a:solidFill>
                      <a:srgbClr val="FF5B00"/>
                    </a:solidFill>
                  </a:tcPr>
                </a:tc>
                <a:tc>
                  <a:txBody>
                    <a:bodyPr/>
                    <a:lstStyle/>
                    <a:p>
                      <a:r>
                        <a:t>20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Spa</a:t>
                      </a:r>
                    </a:p>
                  </a:txBody>
                  <a:tcPr>
                    <a:solidFill>
                      <a:srgbClr val="13EAC9"/>
                    </a:solidFill>
                  </a:tcPr>
                </a:tc>
                <a:tc>
                  <a:txBody>
                    <a:bodyPr/>
                    <a:lstStyle/>
                    <a:p>
                      <a:r>
                        <a:t>Baku</a:t>
                      </a:r>
                    </a:p>
                  </a:txBody>
                  <a:tcPr>
                    <a:solidFill>
                      <a:srgbClr val="13EAC9"/>
                    </a:solidFill>
                  </a:tcPr>
                </a:tc>
                <a:tc>
                  <a:txBody>
                    <a:bodyPr/>
                    <a:lstStyle/>
                    <a:p>
                      <a:r>
                        <a:t>Singapore</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25</a:t>
                      </a:r>
                    </a:p>
                  </a:txBody>
                  <a:tcPr>
                    <a:solidFill>
                      <a:srgbClr val="13EAC9"/>
                    </a:solidFill>
                  </a:tcPr>
                </a:tc>
                <a:tc>
                  <a:txBody>
                    <a:bodyPr/>
                    <a:lstStyle/>
                    <a:p>
                      <a:r>
                        <a:t>5</a:t>
                      </a:r>
                    </a:p>
                  </a:txBody>
                  <a:tcPr>
                    <a:solidFill>
                      <a:srgbClr val="13EAC9"/>
                    </a:solidFill>
                  </a:tcPr>
                </a:tc>
                <a:tc>
                  <a:txBody>
                    <a:bodyPr/>
                    <a:lstStyle/>
                    <a:p>
                      <a:r>
                        <a:t>20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Saudi Arabia</a:t>
                      </a:r>
                    </a:p>
                  </a:txBody>
                  <a:tcPr>
                    <a:solidFill>
                      <a:srgbClr val="9A0EEA"/>
                    </a:solidFill>
                  </a:tcPr>
                </a:tc>
                <a:tc>
                  <a:txBody>
                    <a:bodyPr/>
                    <a:lstStyle/>
                    <a:p>
                      <a:r>
                        <a:t>Silverstone</a:t>
                      </a:r>
                    </a:p>
                  </a:txBody>
                  <a:tcPr>
                    <a:solidFill>
                      <a:srgbClr val="9A0EEA"/>
                    </a:solidFill>
                  </a:tcPr>
                </a:tc>
                <a:tc>
                  <a:txBody>
                    <a:bodyPr/>
                    <a:lstStyle/>
                    <a:p>
                      <a:r>
                        <a:t>Baku</a:t>
                      </a:r>
                    </a:p>
                  </a:txBody>
                  <a:tcPr>
                    <a:solidFill>
                      <a:srgbClr val="9A0EEA"/>
                    </a:solidFill>
                  </a:tcPr>
                </a:tc>
                <a:tc>
                  <a:txBody>
                    <a:bodyPr/>
                    <a:lstStyle/>
                    <a:p>
                      <a:r>
                        <a:t>Singapore</a:t>
                      </a:r>
                    </a:p>
                  </a:txBody>
                  <a:tcPr>
                    <a:solidFill>
                      <a:srgbClr val="9A0EEA"/>
                    </a:solidFill>
                  </a:tcPr>
                </a:tc>
                <a:tc>
                  <a:txBody>
                    <a:bodyPr/>
                    <a:lstStyle/>
                    <a:p>
                      <a:r>
                        <a:t>Brazil</a:t>
                      </a:r>
                    </a:p>
                  </a:txBody>
                  <a:tcPr>
                    <a:solidFill>
                      <a:srgbClr val="9A0EEA"/>
                    </a:solidFill>
                  </a:tcPr>
                </a:tc>
                <a:extLst>
                  <a:ext uri="{0D108BD9-81ED-4DB2-BD59-A6C34878D82A}">
                    <a16:rowId xmlns:a16="http://schemas.microsoft.com/office/drawing/2014/main" val="10012"/>
                  </a:ext>
                </a:extLst>
              </a:tr>
              <a:tr h="293918">
                <a:tc>
                  <a:txBody>
                    <a:bodyPr/>
                    <a:lstStyle/>
                    <a:p>
                      <a:r>
                        <a:t>40</a:t>
                      </a:r>
                    </a:p>
                  </a:txBody>
                  <a:tcPr>
                    <a:solidFill>
                      <a:srgbClr val="9A0EEA"/>
                    </a:solidFill>
                  </a:tcPr>
                </a:tc>
                <a:tc>
                  <a:txBody>
                    <a:bodyPr/>
                    <a:lstStyle/>
                    <a:p>
                      <a:r>
                        <a:t>10</a:t>
                      </a:r>
                    </a:p>
                  </a:txBody>
                  <a:tcPr>
                    <a:solidFill>
                      <a:srgbClr val="9A0EEA"/>
                    </a:solidFill>
                  </a:tcPr>
                </a:tc>
                <a:tc>
                  <a:txBody>
                    <a:bodyPr/>
                    <a:lstStyle/>
                    <a:p>
                      <a:r>
                        <a:t>10</a:t>
                      </a:r>
                    </a:p>
                  </a:txBody>
                  <a:tcPr>
                    <a:solidFill>
                      <a:srgbClr val="9A0EEA"/>
                    </a:solidFill>
                  </a:tcPr>
                </a:tc>
                <a:tc>
                  <a:txBody>
                    <a:bodyPr/>
                    <a:lstStyle/>
                    <a:p>
                      <a:r>
                        <a:t>20</a:t>
                      </a:r>
                    </a:p>
                  </a:txBody>
                  <a:tcPr>
                    <a:solidFill>
                      <a:srgbClr val="9A0EEA"/>
                    </a:solidFill>
                  </a:tcPr>
                </a:tc>
                <a:tc>
                  <a:txBody>
                    <a:bodyPr/>
                    <a:lstStyle/>
                    <a:p>
                      <a:endParaRP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679</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725</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674</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838</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692</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587</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Blowy Engines @ Singapore</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Australia</a:t>
                      </a:r>
                    </a:p>
                  </a:txBody>
                  <a:tcPr>
                    <a:solidFill>
                      <a:srgbClr val="040273"/>
                    </a:solidFill>
                  </a:tcPr>
                </a:tc>
                <a:tc>
                  <a:txBody>
                    <a:bodyPr/>
                    <a:lstStyle/>
                    <a:p>
                      <a:r>
                        <a:t>China</a:t>
                      </a:r>
                    </a:p>
                  </a:txBody>
                  <a:tcPr>
                    <a:solidFill>
                      <a:srgbClr val="040273"/>
                    </a:solidFill>
                  </a:tcPr>
                </a:tc>
                <a:tc>
                  <a:txBody>
                    <a:bodyPr/>
                    <a:lstStyle/>
                    <a:p>
                      <a:r>
                        <a:t>Monaco</a:t>
                      </a:r>
                    </a:p>
                  </a:txBody>
                  <a:tcPr>
                    <a:solidFill>
                      <a:srgbClr val="040273"/>
                    </a:solidFill>
                  </a:tcPr>
                </a:tc>
                <a:tc>
                  <a:txBody>
                    <a:bodyPr/>
                    <a:lstStyle/>
                    <a:p>
                      <a:r>
                        <a:t>COTA</a:t>
                      </a:r>
                    </a:p>
                  </a:txBody>
                  <a:tcPr>
                    <a:solidFill>
                      <a:srgbClr val="040273"/>
                    </a:solidFill>
                  </a:tcPr>
                </a:tc>
                <a:tc>
                  <a:txBody>
                    <a:bodyPr/>
                    <a:lstStyle/>
                    <a:p>
                      <a:r>
                        <a:t>Qatar</a:t>
                      </a:r>
                    </a:p>
                  </a:txBody>
                  <a:tcPr>
                    <a:solidFill>
                      <a:srgbClr val="040273"/>
                    </a:solidFill>
                  </a:tcPr>
                </a:tc>
                <a:extLst>
                  <a:ext uri="{0D108BD9-81ED-4DB2-BD59-A6C34878D82A}">
                    <a16:rowId xmlns:a16="http://schemas.microsoft.com/office/drawing/2014/main" val="10000"/>
                  </a:ext>
                </a:extLst>
              </a:tr>
              <a:tr h="293914">
                <a:tc>
                  <a:txBody>
                    <a:bodyPr/>
                    <a:lstStyle/>
                    <a:p>
                      <a:r>
                        <a:t>50</a:t>
                      </a:r>
                    </a:p>
                  </a:txBody>
                  <a:tcPr>
                    <a:solidFill>
                      <a:srgbClr val="040273"/>
                    </a:solidFill>
                  </a:tcPr>
                </a:tc>
                <a:tc>
                  <a:txBody>
                    <a:bodyPr/>
                    <a:lstStyle/>
                    <a:p>
                      <a:r>
                        <a:t>15</a:t>
                      </a:r>
                    </a:p>
                  </a:txBody>
                  <a:tcPr>
                    <a:solidFill>
                      <a:srgbClr val="040273"/>
                    </a:solidFill>
                  </a:tcPr>
                </a:tc>
                <a:tc>
                  <a:txBody>
                    <a:bodyPr/>
                    <a:lstStyle/>
                    <a:p>
                      <a:r>
                        <a:t>15</a:t>
                      </a:r>
                    </a:p>
                  </a:txBody>
                  <a:tcPr>
                    <a:solidFill>
                      <a:srgbClr val="040273"/>
                    </a:solidFill>
                  </a:tcPr>
                </a:tc>
                <a:tc>
                  <a:txBody>
                    <a:bodyPr/>
                    <a:lstStyle/>
                    <a:p>
                      <a:r>
                        <a:t>20</a:t>
                      </a:r>
                    </a:p>
                  </a:txBody>
                  <a:tcPr>
                    <a:solidFill>
                      <a:srgbClr val="040273"/>
                    </a:solidFill>
                  </a:tcPr>
                </a:tc>
                <a:tc>
                  <a:txBody>
                    <a:bodyPr/>
                    <a:lstStyle/>
                    <a:p>
                      <a:endParaRP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Monaco</a:t>
                      </a:r>
                    </a:p>
                  </a:txBody>
                  <a:tcPr>
                    <a:solidFill>
                      <a:srgbClr val="E8002D"/>
                    </a:solidFill>
                  </a:tcPr>
                </a:tc>
                <a:tc>
                  <a:txBody>
                    <a:bodyPr/>
                    <a:lstStyle/>
                    <a:p>
                      <a:r>
                        <a:t>Hungary</a:t>
                      </a:r>
                    </a:p>
                  </a:txBody>
                  <a:tcPr>
                    <a:solidFill>
                      <a:srgbClr val="E8002D"/>
                    </a:solidFill>
                  </a:tcPr>
                </a:tc>
                <a:tc>
                  <a:txBody>
                    <a:bodyPr/>
                    <a:lstStyle/>
                    <a:p>
                      <a:r>
                        <a:t>Baku</a:t>
                      </a:r>
                    </a:p>
                  </a:txBody>
                  <a:tcPr>
                    <a:solidFill>
                      <a:srgbClr val="E8002D"/>
                    </a:solidFill>
                  </a:tcPr>
                </a:tc>
                <a:tc>
                  <a:txBody>
                    <a:bodyPr/>
                    <a:lstStyle/>
                    <a:p>
                      <a:r>
                        <a:t>Qatar</a:t>
                      </a:r>
                    </a:p>
                  </a:txBody>
                  <a:tcPr>
                    <a:solidFill>
                      <a:srgbClr val="E8002D"/>
                    </a:solidFill>
                  </a:tcPr>
                </a:tc>
                <a:extLst>
                  <a:ext uri="{0D108BD9-81ED-4DB2-BD59-A6C34878D82A}">
                    <a16:rowId xmlns:a16="http://schemas.microsoft.com/office/drawing/2014/main" val="10002"/>
                  </a:ext>
                </a:extLst>
              </a:tr>
              <a:tr h="293914">
                <a:tc>
                  <a:txBody>
                    <a:bodyPr/>
                    <a:lstStyle/>
                    <a:p>
                      <a:r>
                        <a:t>60</a:t>
                      </a:r>
                    </a:p>
                  </a:txBody>
                  <a:tcPr>
                    <a:solidFill>
                      <a:srgbClr val="E8002D"/>
                    </a:solidFill>
                  </a:tcPr>
                </a:tc>
                <a:tc>
                  <a:txBody>
                    <a:bodyPr/>
                    <a:lstStyle/>
                    <a:p>
                      <a:r>
                        <a:t>15</a:t>
                      </a:r>
                    </a:p>
                  </a:txBody>
                  <a:tcPr>
                    <a:solidFill>
                      <a:srgbClr val="E8002D"/>
                    </a:solidFill>
                  </a:tcPr>
                </a:tc>
                <a:tc>
                  <a:txBody>
                    <a:bodyPr/>
                    <a:lstStyle/>
                    <a:p>
                      <a:r>
                        <a:t>20</a:t>
                      </a:r>
                    </a:p>
                  </a:txBody>
                  <a:tcPr>
                    <a:solidFill>
                      <a:srgbClr val="E8002D"/>
                    </a:solidFill>
                  </a:tcPr>
                </a:tc>
                <a:tc>
                  <a:txBody>
                    <a:bodyPr/>
                    <a:lstStyle/>
                    <a:p>
                      <a:r>
                        <a:t>5</a:t>
                      </a:r>
                    </a:p>
                  </a:txBody>
                  <a:tcPr>
                    <a:solidFill>
                      <a:srgbClr val="E8002D"/>
                    </a:solidFill>
                  </a:tcPr>
                </a:tc>
                <a:tc>
                  <a:txBody>
                    <a:bodyPr/>
                    <a:lstStyle/>
                    <a:p>
                      <a:r>
                        <a:t>20</a:t>
                      </a: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Saudi Arabia</a:t>
                      </a:r>
                    </a:p>
                  </a:txBody>
                  <a:tcPr>
                    <a:solidFill>
                      <a:srgbClr val="FAC205"/>
                    </a:solidFill>
                  </a:tcPr>
                </a:tc>
                <a:tc>
                  <a:txBody>
                    <a:bodyPr/>
                    <a:lstStyle/>
                    <a:p>
                      <a:r>
                        <a:t>Miami</a:t>
                      </a:r>
                    </a:p>
                  </a:txBody>
                  <a:tcPr>
                    <a:solidFill>
                      <a:srgbClr val="FAC205"/>
                    </a:solidFill>
                  </a:tcPr>
                </a:tc>
                <a:tc>
                  <a:txBody>
                    <a:bodyPr/>
                    <a:lstStyle/>
                    <a:p>
                      <a:r>
                        <a:t>Monaco</a:t>
                      </a:r>
                    </a:p>
                  </a:txBody>
                  <a:tcPr>
                    <a:solidFill>
                      <a:srgbClr val="FAC205"/>
                    </a:solidFill>
                  </a:tcPr>
                </a:tc>
                <a:tc>
                  <a:txBody>
                    <a:bodyPr/>
                    <a:lstStyle/>
                    <a:p>
                      <a:r>
                        <a:t>Baku</a:t>
                      </a:r>
                    </a:p>
                  </a:txBody>
                  <a:tcPr>
                    <a:solidFill>
                      <a:srgbClr val="FAC205"/>
                    </a:solidFill>
                  </a:tcPr>
                </a:tc>
                <a:tc>
                  <a:txBody>
                    <a:bodyPr/>
                    <a:lstStyle/>
                    <a:p>
                      <a:r>
                        <a:t>Abu Dhabi</a:t>
                      </a:r>
                    </a:p>
                  </a:txBody>
                  <a:tcPr>
                    <a:solidFill>
                      <a:srgbClr val="FAC205"/>
                    </a:solidFill>
                  </a:tcPr>
                </a:tc>
                <a:extLst>
                  <a:ext uri="{0D108BD9-81ED-4DB2-BD59-A6C34878D82A}">
                    <a16:rowId xmlns:a16="http://schemas.microsoft.com/office/drawing/2014/main" val="10004"/>
                  </a:ext>
                </a:extLst>
              </a:tr>
              <a:tr h="293914">
                <a:tc>
                  <a:txBody>
                    <a:bodyPr/>
                    <a:lstStyle/>
                    <a:p>
                      <a:r>
                        <a:t>55</a:t>
                      </a:r>
                    </a:p>
                  </a:txBody>
                  <a:tcPr>
                    <a:solidFill>
                      <a:srgbClr val="FAC205"/>
                    </a:solidFill>
                  </a:tcPr>
                </a:tc>
                <a:tc>
                  <a:txBody>
                    <a:bodyPr/>
                    <a:lstStyle/>
                    <a:p>
                      <a:r>
                        <a:t>10</a:t>
                      </a:r>
                    </a:p>
                  </a:txBody>
                  <a:tcPr>
                    <a:solidFill>
                      <a:srgbClr val="FAC205"/>
                    </a:solidFill>
                  </a:tcPr>
                </a:tc>
                <a:tc>
                  <a:txBody>
                    <a:bodyPr/>
                    <a:lstStyle/>
                    <a:p>
                      <a:r>
                        <a:t>5</a:t>
                      </a:r>
                    </a:p>
                  </a:txBody>
                  <a:tcPr>
                    <a:solidFill>
                      <a:srgbClr val="FAC205"/>
                    </a:solidFill>
                  </a:tcPr>
                </a:tc>
                <a:tc>
                  <a:txBody>
                    <a:bodyPr/>
                    <a:lstStyle/>
                    <a:p>
                      <a:r>
                        <a:t>20</a:t>
                      </a:r>
                    </a:p>
                  </a:txBody>
                  <a:tcPr>
                    <a:solidFill>
                      <a:srgbClr val="FAC205"/>
                    </a:solidFill>
                  </a:tcPr>
                </a:tc>
                <a:tc>
                  <a:txBody>
                    <a:bodyPr/>
                    <a:lstStyle/>
                    <a:p>
                      <a:r>
                        <a:t>20</a:t>
                      </a: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Bahrain</a:t>
                      </a:r>
                    </a:p>
                  </a:txBody>
                  <a:tcPr>
                    <a:solidFill>
                      <a:srgbClr val="028F1E"/>
                    </a:solidFill>
                  </a:tcPr>
                </a:tc>
                <a:tc>
                  <a:txBody>
                    <a:bodyPr/>
                    <a:lstStyle/>
                    <a:p>
                      <a:r>
                        <a:t>Monaco</a:t>
                      </a:r>
                    </a:p>
                  </a:txBody>
                  <a:tcPr>
                    <a:solidFill>
                      <a:srgbClr val="028F1E"/>
                    </a:solidFill>
                  </a:tcPr>
                </a:tc>
                <a:tc>
                  <a:txBody>
                    <a:bodyPr/>
                    <a:lstStyle/>
                    <a:p>
                      <a:r>
                        <a:t>Baku</a:t>
                      </a:r>
                    </a:p>
                  </a:txBody>
                  <a:tcPr>
                    <a:solidFill>
                      <a:srgbClr val="028F1E"/>
                    </a:solidFill>
                  </a:tcPr>
                </a:tc>
                <a:tc>
                  <a:txBody>
                    <a:bodyPr/>
                    <a:lstStyle/>
                    <a:p>
                      <a:r>
                        <a:t>Singapore</a:t>
                      </a:r>
                    </a:p>
                  </a:txBody>
                  <a:tcPr>
                    <a:solidFill>
                      <a:srgbClr val="028F1E"/>
                    </a:solidFill>
                  </a:tcPr>
                </a:tc>
                <a:tc>
                  <a:txBody>
                    <a:bodyPr/>
                    <a:lstStyle/>
                    <a:p>
                      <a:r>
                        <a:t>Mexico</a:t>
                      </a:r>
                    </a:p>
                  </a:txBody>
                  <a:tcPr>
                    <a:solidFill>
                      <a:srgbClr val="028F1E"/>
                    </a:solidFill>
                  </a:tcPr>
                </a:tc>
                <a:extLst>
                  <a:ext uri="{0D108BD9-81ED-4DB2-BD59-A6C34878D82A}">
                    <a16:rowId xmlns:a16="http://schemas.microsoft.com/office/drawing/2014/main" val="10006"/>
                  </a:ext>
                </a:extLst>
              </a:tr>
              <a:tr h="293914">
                <a:tc>
                  <a:txBody>
                    <a:bodyPr/>
                    <a:lstStyle/>
                    <a:p>
                      <a:r>
                        <a:t>50</a:t>
                      </a:r>
                    </a:p>
                  </a:txBody>
                  <a:tcPr>
                    <a:solidFill>
                      <a:srgbClr val="028F1E"/>
                    </a:solidFill>
                  </a:tcPr>
                </a:tc>
                <a:tc>
                  <a:txBody>
                    <a:bodyPr/>
                    <a:lstStyle/>
                    <a:p>
                      <a:r>
                        <a:t>0</a:t>
                      </a:r>
                    </a:p>
                  </a:txBody>
                  <a:tcPr>
                    <a:solidFill>
                      <a:srgbClr val="028F1E"/>
                    </a:solidFill>
                  </a:tcPr>
                </a:tc>
                <a:tc>
                  <a:txBody>
                    <a:bodyPr/>
                    <a:lstStyle/>
                    <a:p>
                      <a:r>
                        <a:t>20</a:t>
                      </a:r>
                    </a:p>
                  </a:txBody>
                  <a:tcPr>
                    <a:solidFill>
                      <a:srgbClr val="028F1E"/>
                    </a:solidFill>
                  </a:tcPr>
                </a:tc>
                <a:tc>
                  <a:txBody>
                    <a:bodyPr/>
                    <a:lstStyle/>
                    <a:p>
                      <a:r>
                        <a:t>20</a:t>
                      </a:r>
                    </a:p>
                  </a:txBody>
                  <a:tcPr>
                    <a:solidFill>
                      <a:srgbClr val="028F1E"/>
                    </a:solidFill>
                  </a:tcPr>
                </a:tc>
                <a:tc>
                  <a:txBody>
                    <a:bodyPr/>
                    <a:lstStyle/>
                    <a:p>
                      <a:r>
                        <a:t>10</a:t>
                      </a: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Saudi Arabia</a:t>
                      </a:r>
                    </a:p>
                  </a:txBody>
                  <a:tcPr>
                    <a:solidFill>
                      <a:srgbClr val="FF5B00"/>
                    </a:solidFill>
                  </a:tcPr>
                </a:tc>
                <a:tc>
                  <a:txBody>
                    <a:bodyPr/>
                    <a:lstStyle/>
                    <a:p>
                      <a:r>
                        <a:t>Monaco</a:t>
                      </a:r>
                    </a:p>
                  </a:txBody>
                  <a:tcPr>
                    <a:solidFill>
                      <a:srgbClr val="FF5B00"/>
                    </a:solidFill>
                  </a:tcPr>
                </a:tc>
                <a:tc>
                  <a:txBody>
                    <a:bodyPr/>
                    <a:lstStyle/>
                    <a:p>
                      <a:r>
                        <a:t>Las Vegas</a:t>
                      </a:r>
                    </a:p>
                  </a:txBody>
                  <a:tcPr>
                    <a:solidFill>
                      <a:srgbClr val="FF5B00"/>
                    </a:solidFill>
                  </a:tcPr>
                </a:tc>
                <a:tc>
                  <a:txBody>
                    <a:bodyPr/>
                    <a:lstStyle/>
                    <a:p>
                      <a:r>
                        <a:t>Qatar</a:t>
                      </a:r>
                    </a:p>
                  </a:txBody>
                  <a:tcPr>
                    <a:solidFill>
                      <a:srgbClr val="FF5B00"/>
                    </a:solidFill>
                  </a:tcPr>
                </a:tc>
                <a:tc>
                  <a:txBody>
                    <a:bodyPr/>
                    <a:lstStyle/>
                    <a:p>
                      <a:r>
                        <a:t>Abu Dhabi</a:t>
                      </a:r>
                    </a:p>
                  </a:txBody>
                  <a:tcPr>
                    <a:solidFill>
                      <a:srgbClr val="FF5B00"/>
                    </a:solidFill>
                  </a:tcPr>
                </a:tc>
                <a:extLst>
                  <a:ext uri="{0D108BD9-81ED-4DB2-BD59-A6C34878D82A}">
                    <a16:rowId xmlns:a16="http://schemas.microsoft.com/office/drawing/2014/main" val="10008"/>
                  </a:ext>
                </a:extLst>
              </a:tr>
              <a:tr h="293914">
                <a:tc>
                  <a:txBody>
                    <a:bodyPr/>
                    <a:lstStyle/>
                    <a:p>
                      <a:r>
                        <a:t>30</a:t>
                      </a:r>
                    </a:p>
                  </a:txBody>
                  <a:tcPr>
                    <a:solidFill>
                      <a:srgbClr val="FF5B00"/>
                    </a:solidFill>
                  </a:tcPr>
                </a:tc>
                <a:tc>
                  <a:txBody>
                    <a:bodyPr/>
                    <a:lstStyle/>
                    <a:p>
                      <a:r>
                        <a:t>10</a:t>
                      </a:r>
                    </a:p>
                  </a:txBody>
                  <a:tcPr>
                    <a:solidFill>
                      <a:srgbClr val="FF5B00"/>
                    </a:solidFill>
                  </a:tcPr>
                </a:tc>
                <a:tc>
                  <a:txBody>
                    <a:bodyPr/>
                    <a:lstStyle/>
                    <a:p>
                      <a:r>
                        <a:t>20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Spa</a:t>
                      </a:r>
                    </a:p>
                  </a:txBody>
                  <a:tcPr>
                    <a:solidFill>
                      <a:srgbClr val="13EAC9"/>
                    </a:solidFill>
                  </a:tcPr>
                </a:tc>
                <a:tc>
                  <a:txBody>
                    <a:bodyPr/>
                    <a:lstStyle/>
                    <a:p>
                      <a:r>
                        <a:t>Baku</a:t>
                      </a:r>
                    </a:p>
                  </a:txBody>
                  <a:tcPr>
                    <a:solidFill>
                      <a:srgbClr val="13EAC9"/>
                    </a:solidFill>
                  </a:tcPr>
                </a:tc>
                <a:tc>
                  <a:txBody>
                    <a:bodyPr/>
                    <a:lstStyle/>
                    <a:p>
                      <a:r>
                        <a:t>Singapore</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35</a:t>
                      </a:r>
                    </a:p>
                  </a:txBody>
                  <a:tcPr>
                    <a:solidFill>
                      <a:srgbClr val="13EAC9"/>
                    </a:solidFill>
                  </a:tcPr>
                </a:tc>
                <a:tc>
                  <a:txBody>
                    <a:bodyPr/>
                    <a:lstStyle/>
                    <a:p>
                      <a:r>
                        <a:t>5</a:t>
                      </a:r>
                    </a:p>
                  </a:txBody>
                  <a:tcPr>
                    <a:solidFill>
                      <a:srgbClr val="13EAC9"/>
                    </a:solidFill>
                  </a:tcPr>
                </a:tc>
                <a:tc>
                  <a:txBody>
                    <a:bodyPr/>
                    <a:lstStyle/>
                    <a:p>
                      <a:r>
                        <a:t>20</a:t>
                      </a:r>
                    </a:p>
                  </a:txBody>
                  <a:tcPr>
                    <a:solidFill>
                      <a:srgbClr val="13EAC9"/>
                    </a:solidFill>
                  </a:tcPr>
                </a:tc>
                <a:tc>
                  <a:txBody>
                    <a:bodyPr/>
                    <a:lstStyle/>
                    <a:p>
                      <a:r>
                        <a:t>10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Saudi Arabia</a:t>
                      </a:r>
                    </a:p>
                  </a:txBody>
                  <a:tcPr>
                    <a:solidFill>
                      <a:srgbClr val="9A0EEA"/>
                    </a:solidFill>
                  </a:tcPr>
                </a:tc>
                <a:tc>
                  <a:txBody>
                    <a:bodyPr/>
                    <a:lstStyle/>
                    <a:p>
                      <a:r>
                        <a:t>Silverstone</a:t>
                      </a:r>
                    </a:p>
                  </a:txBody>
                  <a:tcPr>
                    <a:solidFill>
                      <a:srgbClr val="9A0EEA"/>
                    </a:solidFill>
                  </a:tcPr>
                </a:tc>
                <a:tc>
                  <a:txBody>
                    <a:bodyPr/>
                    <a:lstStyle/>
                    <a:p>
                      <a:r>
                        <a:t>Baku</a:t>
                      </a:r>
                    </a:p>
                  </a:txBody>
                  <a:tcPr>
                    <a:solidFill>
                      <a:srgbClr val="9A0EEA"/>
                    </a:solidFill>
                  </a:tcPr>
                </a:tc>
                <a:tc>
                  <a:txBody>
                    <a:bodyPr/>
                    <a:lstStyle/>
                    <a:p>
                      <a:r>
                        <a:t>Singapore</a:t>
                      </a:r>
                    </a:p>
                  </a:txBody>
                  <a:tcPr>
                    <a:solidFill>
                      <a:srgbClr val="9A0EEA"/>
                    </a:solidFill>
                  </a:tcPr>
                </a:tc>
                <a:tc>
                  <a:txBody>
                    <a:bodyPr/>
                    <a:lstStyle/>
                    <a:p>
                      <a:r>
                        <a:t>Brazil</a:t>
                      </a:r>
                    </a:p>
                  </a:txBody>
                  <a:tcPr>
                    <a:solidFill>
                      <a:srgbClr val="9A0EEA"/>
                    </a:solidFill>
                  </a:tcPr>
                </a:tc>
                <a:extLst>
                  <a:ext uri="{0D108BD9-81ED-4DB2-BD59-A6C34878D82A}">
                    <a16:rowId xmlns:a16="http://schemas.microsoft.com/office/drawing/2014/main" val="10012"/>
                  </a:ext>
                </a:extLst>
              </a:tr>
              <a:tr h="293918">
                <a:tc>
                  <a:txBody>
                    <a:bodyPr/>
                    <a:lstStyle/>
                    <a:p>
                      <a:r>
                        <a:t>50</a:t>
                      </a:r>
                    </a:p>
                  </a:txBody>
                  <a:tcPr>
                    <a:solidFill>
                      <a:srgbClr val="9A0EEA"/>
                    </a:solidFill>
                  </a:tcPr>
                </a:tc>
                <a:tc>
                  <a:txBody>
                    <a:bodyPr/>
                    <a:lstStyle/>
                    <a:p>
                      <a:r>
                        <a:t>10</a:t>
                      </a:r>
                    </a:p>
                  </a:txBody>
                  <a:tcPr>
                    <a:solidFill>
                      <a:srgbClr val="9A0EEA"/>
                    </a:solidFill>
                  </a:tcPr>
                </a:tc>
                <a:tc>
                  <a:txBody>
                    <a:bodyPr/>
                    <a:lstStyle/>
                    <a:p>
                      <a:r>
                        <a:t>10</a:t>
                      </a:r>
                    </a:p>
                  </a:txBody>
                  <a:tcPr>
                    <a:solidFill>
                      <a:srgbClr val="9A0EEA"/>
                    </a:solidFill>
                  </a:tcPr>
                </a:tc>
                <a:tc>
                  <a:txBody>
                    <a:bodyPr/>
                    <a:lstStyle/>
                    <a:p>
                      <a:r>
                        <a:t>20</a:t>
                      </a:r>
                    </a:p>
                  </a:txBody>
                  <a:tcPr>
                    <a:solidFill>
                      <a:srgbClr val="9A0EEA"/>
                    </a:solidFill>
                  </a:tcPr>
                </a:tc>
                <a:tc>
                  <a:txBody>
                    <a:bodyPr/>
                    <a:lstStyle/>
                    <a:p>
                      <a:r>
                        <a:t>10</a:t>
                      </a: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679</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725</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674</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848</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702</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597</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Blowy Engines @ COTA</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Australia</a:t>
                      </a:r>
                    </a:p>
                  </a:txBody>
                  <a:tcPr>
                    <a:solidFill>
                      <a:srgbClr val="040273"/>
                    </a:solidFill>
                  </a:tcPr>
                </a:tc>
                <a:tc>
                  <a:txBody>
                    <a:bodyPr/>
                    <a:lstStyle/>
                    <a:p>
                      <a:r>
                        <a:t>China</a:t>
                      </a:r>
                    </a:p>
                  </a:txBody>
                  <a:tcPr>
                    <a:solidFill>
                      <a:srgbClr val="040273"/>
                    </a:solidFill>
                  </a:tcPr>
                </a:tc>
                <a:tc>
                  <a:txBody>
                    <a:bodyPr/>
                    <a:lstStyle/>
                    <a:p>
                      <a:r>
                        <a:t>Monaco</a:t>
                      </a:r>
                    </a:p>
                  </a:txBody>
                  <a:tcPr>
                    <a:solidFill>
                      <a:srgbClr val="040273"/>
                    </a:solidFill>
                  </a:tcPr>
                </a:tc>
                <a:tc>
                  <a:txBody>
                    <a:bodyPr/>
                    <a:lstStyle/>
                    <a:p>
                      <a:r>
                        <a:t>COTA</a:t>
                      </a:r>
                    </a:p>
                  </a:txBody>
                  <a:tcPr>
                    <a:solidFill>
                      <a:srgbClr val="040273"/>
                    </a:solidFill>
                  </a:tcPr>
                </a:tc>
                <a:tc>
                  <a:txBody>
                    <a:bodyPr/>
                    <a:lstStyle/>
                    <a:p>
                      <a:r>
                        <a:t>Qatar</a:t>
                      </a:r>
                    </a:p>
                  </a:txBody>
                  <a:tcPr>
                    <a:solidFill>
                      <a:srgbClr val="040273"/>
                    </a:solidFill>
                  </a:tcPr>
                </a:tc>
                <a:extLst>
                  <a:ext uri="{0D108BD9-81ED-4DB2-BD59-A6C34878D82A}">
                    <a16:rowId xmlns:a16="http://schemas.microsoft.com/office/drawing/2014/main" val="10000"/>
                  </a:ext>
                </a:extLst>
              </a:tr>
              <a:tr h="293914">
                <a:tc>
                  <a:txBody>
                    <a:bodyPr/>
                    <a:lstStyle/>
                    <a:p>
                      <a:r>
                        <a:t>55</a:t>
                      </a:r>
                    </a:p>
                  </a:txBody>
                  <a:tcPr>
                    <a:solidFill>
                      <a:srgbClr val="040273"/>
                    </a:solidFill>
                  </a:tcPr>
                </a:tc>
                <a:tc>
                  <a:txBody>
                    <a:bodyPr/>
                    <a:lstStyle/>
                    <a:p>
                      <a:r>
                        <a:t>15</a:t>
                      </a:r>
                    </a:p>
                  </a:txBody>
                  <a:tcPr>
                    <a:solidFill>
                      <a:srgbClr val="040273"/>
                    </a:solidFill>
                  </a:tcPr>
                </a:tc>
                <a:tc>
                  <a:txBody>
                    <a:bodyPr/>
                    <a:lstStyle/>
                    <a:p>
                      <a:r>
                        <a:t>15</a:t>
                      </a:r>
                    </a:p>
                  </a:txBody>
                  <a:tcPr>
                    <a:solidFill>
                      <a:srgbClr val="040273"/>
                    </a:solidFill>
                  </a:tcPr>
                </a:tc>
                <a:tc>
                  <a:txBody>
                    <a:bodyPr/>
                    <a:lstStyle/>
                    <a:p>
                      <a:r>
                        <a:t>20</a:t>
                      </a:r>
                    </a:p>
                  </a:txBody>
                  <a:tcPr>
                    <a:solidFill>
                      <a:srgbClr val="040273"/>
                    </a:solidFill>
                  </a:tcPr>
                </a:tc>
                <a:tc>
                  <a:txBody>
                    <a:bodyPr/>
                    <a:lstStyle/>
                    <a:p>
                      <a:r>
                        <a:t>5</a:t>
                      </a: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Monaco</a:t>
                      </a:r>
                    </a:p>
                  </a:txBody>
                  <a:tcPr>
                    <a:solidFill>
                      <a:srgbClr val="E8002D"/>
                    </a:solidFill>
                  </a:tcPr>
                </a:tc>
                <a:tc>
                  <a:txBody>
                    <a:bodyPr/>
                    <a:lstStyle/>
                    <a:p>
                      <a:r>
                        <a:t>Hungary</a:t>
                      </a:r>
                    </a:p>
                  </a:txBody>
                  <a:tcPr>
                    <a:solidFill>
                      <a:srgbClr val="E8002D"/>
                    </a:solidFill>
                  </a:tcPr>
                </a:tc>
                <a:tc>
                  <a:txBody>
                    <a:bodyPr/>
                    <a:lstStyle/>
                    <a:p>
                      <a:r>
                        <a:t>Baku</a:t>
                      </a:r>
                    </a:p>
                  </a:txBody>
                  <a:tcPr>
                    <a:solidFill>
                      <a:srgbClr val="E8002D"/>
                    </a:solidFill>
                  </a:tcPr>
                </a:tc>
                <a:tc>
                  <a:txBody>
                    <a:bodyPr/>
                    <a:lstStyle/>
                    <a:p>
                      <a:r>
                        <a:t>Qatar</a:t>
                      </a:r>
                    </a:p>
                  </a:txBody>
                  <a:tcPr>
                    <a:solidFill>
                      <a:srgbClr val="E8002D"/>
                    </a:solidFill>
                  </a:tcPr>
                </a:tc>
                <a:extLst>
                  <a:ext uri="{0D108BD9-81ED-4DB2-BD59-A6C34878D82A}">
                    <a16:rowId xmlns:a16="http://schemas.microsoft.com/office/drawing/2014/main" val="10002"/>
                  </a:ext>
                </a:extLst>
              </a:tr>
              <a:tr h="293914">
                <a:tc>
                  <a:txBody>
                    <a:bodyPr/>
                    <a:lstStyle/>
                    <a:p>
                      <a:r>
                        <a:t>60</a:t>
                      </a:r>
                    </a:p>
                  </a:txBody>
                  <a:tcPr>
                    <a:solidFill>
                      <a:srgbClr val="E8002D"/>
                    </a:solidFill>
                  </a:tcPr>
                </a:tc>
                <a:tc>
                  <a:txBody>
                    <a:bodyPr/>
                    <a:lstStyle/>
                    <a:p>
                      <a:r>
                        <a:t>15</a:t>
                      </a:r>
                    </a:p>
                  </a:txBody>
                  <a:tcPr>
                    <a:solidFill>
                      <a:srgbClr val="E8002D"/>
                    </a:solidFill>
                  </a:tcPr>
                </a:tc>
                <a:tc>
                  <a:txBody>
                    <a:bodyPr/>
                    <a:lstStyle/>
                    <a:p>
                      <a:r>
                        <a:t>20</a:t>
                      </a:r>
                    </a:p>
                  </a:txBody>
                  <a:tcPr>
                    <a:solidFill>
                      <a:srgbClr val="E8002D"/>
                    </a:solidFill>
                  </a:tcPr>
                </a:tc>
                <a:tc>
                  <a:txBody>
                    <a:bodyPr/>
                    <a:lstStyle/>
                    <a:p>
                      <a:r>
                        <a:t>5</a:t>
                      </a:r>
                    </a:p>
                  </a:txBody>
                  <a:tcPr>
                    <a:solidFill>
                      <a:srgbClr val="E8002D"/>
                    </a:solidFill>
                  </a:tcPr>
                </a:tc>
                <a:tc>
                  <a:txBody>
                    <a:bodyPr/>
                    <a:lstStyle/>
                    <a:p>
                      <a:r>
                        <a:t>20</a:t>
                      </a: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Saudi Arabia</a:t>
                      </a:r>
                    </a:p>
                  </a:txBody>
                  <a:tcPr>
                    <a:solidFill>
                      <a:srgbClr val="FAC205"/>
                    </a:solidFill>
                  </a:tcPr>
                </a:tc>
                <a:tc>
                  <a:txBody>
                    <a:bodyPr/>
                    <a:lstStyle/>
                    <a:p>
                      <a:r>
                        <a:t>Miami</a:t>
                      </a:r>
                    </a:p>
                  </a:txBody>
                  <a:tcPr>
                    <a:solidFill>
                      <a:srgbClr val="FAC205"/>
                    </a:solidFill>
                  </a:tcPr>
                </a:tc>
                <a:tc>
                  <a:txBody>
                    <a:bodyPr/>
                    <a:lstStyle/>
                    <a:p>
                      <a:r>
                        <a:t>Monaco</a:t>
                      </a:r>
                    </a:p>
                  </a:txBody>
                  <a:tcPr>
                    <a:solidFill>
                      <a:srgbClr val="FAC205"/>
                    </a:solidFill>
                  </a:tcPr>
                </a:tc>
                <a:tc>
                  <a:txBody>
                    <a:bodyPr/>
                    <a:lstStyle/>
                    <a:p>
                      <a:r>
                        <a:t>Baku</a:t>
                      </a:r>
                    </a:p>
                  </a:txBody>
                  <a:tcPr>
                    <a:solidFill>
                      <a:srgbClr val="FAC205"/>
                    </a:solidFill>
                  </a:tcPr>
                </a:tc>
                <a:tc>
                  <a:txBody>
                    <a:bodyPr/>
                    <a:lstStyle/>
                    <a:p>
                      <a:r>
                        <a:t>Abu Dhabi</a:t>
                      </a:r>
                    </a:p>
                  </a:txBody>
                  <a:tcPr>
                    <a:solidFill>
                      <a:srgbClr val="FAC205"/>
                    </a:solidFill>
                  </a:tcPr>
                </a:tc>
                <a:extLst>
                  <a:ext uri="{0D108BD9-81ED-4DB2-BD59-A6C34878D82A}">
                    <a16:rowId xmlns:a16="http://schemas.microsoft.com/office/drawing/2014/main" val="10004"/>
                  </a:ext>
                </a:extLst>
              </a:tr>
              <a:tr h="293914">
                <a:tc>
                  <a:txBody>
                    <a:bodyPr/>
                    <a:lstStyle/>
                    <a:p>
                      <a:r>
                        <a:t>55</a:t>
                      </a:r>
                    </a:p>
                  </a:txBody>
                  <a:tcPr>
                    <a:solidFill>
                      <a:srgbClr val="FAC205"/>
                    </a:solidFill>
                  </a:tcPr>
                </a:tc>
                <a:tc>
                  <a:txBody>
                    <a:bodyPr/>
                    <a:lstStyle/>
                    <a:p>
                      <a:r>
                        <a:t>10</a:t>
                      </a:r>
                    </a:p>
                  </a:txBody>
                  <a:tcPr>
                    <a:solidFill>
                      <a:srgbClr val="FAC205"/>
                    </a:solidFill>
                  </a:tcPr>
                </a:tc>
                <a:tc>
                  <a:txBody>
                    <a:bodyPr/>
                    <a:lstStyle/>
                    <a:p>
                      <a:r>
                        <a:t>5</a:t>
                      </a:r>
                    </a:p>
                  </a:txBody>
                  <a:tcPr>
                    <a:solidFill>
                      <a:srgbClr val="FAC205"/>
                    </a:solidFill>
                  </a:tcPr>
                </a:tc>
                <a:tc>
                  <a:txBody>
                    <a:bodyPr/>
                    <a:lstStyle/>
                    <a:p>
                      <a:r>
                        <a:t>20</a:t>
                      </a:r>
                    </a:p>
                  </a:txBody>
                  <a:tcPr>
                    <a:solidFill>
                      <a:srgbClr val="FAC205"/>
                    </a:solidFill>
                  </a:tcPr>
                </a:tc>
                <a:tc>
                  <a:txBody>
                    <a:bodyPr/>
                    <a:lstStyle/>
                    <a:p>
                      <a:r>
                        <a:t>20</a:t>
                      </a: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Bahrain</a:t>
                      </a:r>
                    </a:p>
                  </a:txBody>
                  <a:tcPr>
                    <a:solidFill>
                      <a:srgbClr val="028F1E"/>
                    </a:solidFill>
                  </a:tcPr>
                </a:tc>
                <a:tc>
                  <a:txBody>
                    <a:bodyPr/>
                    <a:lstStyle/>
                    <a:p>
                      <a:r>
                        <a:t>Monaco</a:t>
                      </a:r>
                    </a:p>
                  </a:txBody>
                  <a:tcPr>
                    <a:solidFill>
                      <a:srgbClr val="028F1E"/>
                    </a:solidFill>
                  </a:tcPr>
                </a:tc>
                <a:tc>
                  <a:txBody>
                    <a:bodyPr/>
                    <a:lstStyle/>
                    <a:p>
                      <a:r>
                        <a:t>Baku</a:t>
                      </a:r>
                    </a:p>
                  </a:txBody>
                  <a:tcPr>
                    <a:solidFill>
                      <a:srgbClr val="028F1E"/>
                    </a:solidFill>
                  </a:tcPr>
                </a:tc>
                <a:tc>
                  <a:txBody>
                    <a:bodyPr/>
                    <a:lstStyle/>
                    <a:p>
                      <a:r>
                        <a:t>Singapore</a:t>
                      </a:r>
                    </a:p>
                  </a:txBody>
                  <a:tcPr>
                    <a:solidFill>
                      <a:srgbClr val="028F1E"/>
                    </a:solidFill>
                  </a:tcPr>
                </a:tc>
                <a:tc>
                  <a:txBody>
                    <a:bodyPr/>
                    <a:lstStyle/>
                    <a:p>
                      <a:r>
                        <a:t>Mexico</a:t>
                      </a:r>
                    </a:p>
                  </a:txBody>
                  <a:tcPr>
                    <a:solidFill>
                      <a:srgbClr val="028F1E"/>
                    </a:solidFill>
                  </a:tcPr>
                </a:tc>
                <a:extLst>
                  <a:ext uri="{0D108BD9-81ED-4DB2-BD59-A6C34878D82A}">
                    <a16:rowId xmlns:a16="http://schemas.microsoft.com/office/drawing/2014/main" val="10006"/>
                  </a:ext>
                </a:extLst>
              </a:tr>
              <a:tr h="293914">
                <a:tc>
                  <a:txBody>
                    <a:bodyPr/>
                    <a:lstStyle/>
                    <a:p>
                      <a:r>
                        <a:t>50</a:t>
                      </a:r>
                    </a:p>
                  </a:txBody>
                  <a:tcPr>
                    <a:solidFill>
                      <a:srgbClr val="028F1E"/>
                    </a:solidFill>
                  </a:tcPr>
                </a:tc>
                <a:tc>
                  <a:txBody>
                    <a:bodyPr/>
                    <a:lstStyle/>
                    <a:p>
                      <a:r>
                        <a:t>0</a:t>
                      </a:r>
                    </a:p>
                  </a:txBody>
                  <a:tcPr>
                    <a:solidFill>
                      <a:srgbClr val="028F1E"/>
                    </a:solidFill>
                  </a:tcPr>
                </a:tc>
                <a:tc>
                  <a:txBody>
                    <a:bodyPr/>
                    <a:lstStyle/>
                    <a:p>
                      <a:r>
                        <a:t>20</a:t>
                      </a:r>
                    </a:p>
                  </a:txBody>
                  <a:tcPr>
                    <a:solidFill>
                      <a:srgbClr val="028F1E"/>
                    </a:solidFill>
                  </a:tcPr>
                </a:tc>
                <a:tc>
                  <a:txBody>
                    <a:bodyPr/>
                    <a:lstStyle/>
                    <a:p>
                      <a:r>
                        <a:t>20</a:t>
                      </a:r>
                    </a:p>
                  </a:txBody>
                  <a:tcPr>
                    <a:solidFill>
                      <a:srgbClr val="028F1E"/>
                    </a:solidFill>
                  </a:tcPr>
                </a:tc>
                <a:tc>
                  <a:txBody>
                    <a:bodyPr/>
                    <a:lstStyle/>
                    <a:p>
                      <a:r>
                        <a:t>10</a:t>
                      </a:r>
                    </a:p>
                  </a:txBody>
                  <a:tcPr>
                    <a:solidFill>
                      <a:srgbClr val="028F1E"/>
                    </a:solidFill>
                  </a:tcPr>
                </a:tc>
                <a:tc>
                  <a:txBody>
                    <a:bodyPr/>
                    <a:lstStyle/>
                    <a:p>
                      <a:endParaRP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Saudi Arabia</a:t>
                      </a:r>
                    </a:p>
                  </a:txBody>
                  <a:tcPr>
                    <a:solidFill>
                      <a:srgbClr val="FF5B00"/>
                    </a:solidFill>
                  </a:tcPr>
                </a:tc>
                <a:tc>
                  <a:txBody>
                    <a:bodyPr/>
                    <a:lstStyle/>
                    <a:p>
                      <a:r>
                        <a:t>Monaco</a:t>
                      </a:r>
                    </a:p>
                  </a:txBody>
                  <a:tcPr>
                    <a:solidFill>
                      <a:srgbClr val="FF5B00"/>
                    </a:solidFill>
                  </a:tcPr>
                </a:tc>
                <a:tc>
                  <a:txBody>
                    <a:bodyPr/>
                    <a:lstStyle/>
                    <a:p>
                      <a:r>
                        <a:t>Las Vegas</a:t>
                      </a:r>
                    </a:p>
                  </a:txBody>
                  <a:tcPr>
                    <a:solidFill>
                      <a:srgbClr val="FF5B00"/>
                    </a:solidFill>
                  </a:tcPr>
                </a:tc>
                <a:tc>
                  <a:txBody>
                    <a:bodyPr/>
                    <a:lstStyle/>
                    <a:p>
                      <a:r>
                        <a:t>Qatar</a:t>
                      </a:r>
                    </a:p>
                  </a:txBody>
                  <a:tcPr>
                    <a:solidFill>
                      <a:srgbClr val="FF5B00"/>
                    </a:solidFill>
                  </a:tcPr>
                </a:tc>
                <a:tc>
                  <a:txBody>
                    <a:bodyPr/>
                    <a:lstStyle/>
                    <a:p>
                      <a:r>
                        <a:t>Abu Dhabi</a:t>
                      </a:r>
                    </a:p>
                  </a:txBody>
                  <a:tcPr>
                    <a:solidFill>
                      <a:srgbClr val="FF5B00"/>
                    </a:solidFill>
                  </a:tcPr>
                </a:tc>
                <a:extLst>
                  <a:ext uri="{0D108BD9-81ED-4DB2-BD59-A6C34878D82A}">
                    <a16:rowId xmlns:a16="http://schemas.microsoft.com/office/drawing/2014/main" val="10008"/>
                  </a:ext>
                </a:extLst>
              </a:tr>
              <a:tr h="293914">
                <a:tc>
                  <a:txBody>
                    <a:bodyPr/>
                    <a:lstStyle/>
                    <a:p>
                      <a:r>
                        <a:t>30</a:t>
                      </a:r>
                    </a:p>
                  </a:txBody>
                  <a:tcPr>
                    <a:solidFill>
                      <a:srgbClr val="FF5B00"/>
                    </a:solidFill>
                  </a:tcPr>
                </a:tc>
                <a:tc>
                  <a:txBody>
                    <a:bodyPr/>
                    <a:lstStyle/>
                    <a:p>
                      <a:r>
                        <a:t>10</a:t>
                      </a:r>
                    </a:p>
                  </a:txBody>
                  <a:tcPr>
                    <a:solidFill>
                      <a:srgbClr val="FF5B00"/>
                    </a:solidFill>
                  </a:tcPr>
                </a:tc>
                <a:tc>
                  <a:txBody>
                    <a:bodyPr/>
                    <a:lstStyle/>
                    <a:p>
                      <a:r>
                        <a:t>20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Spa</a:t>
                      </a:r>
                    </a:p>
                  </a:txBody>
                  <a:tcPr>
                    <a:solidFill>
                      <a:srgbClr val="13EAC9"/>
                    </a:solidFill>
                  </a:tcPr>
                </a:tc>
                <a:tc>
                  <a:txBody>
                    <a:bodyPr/>
                    <a:lstStyle/>
                    <a:p>
                      <a:r>
                        <a:t>Baku</a:t>
                      </a:r>
                    </a:p>
                  </a:txBody>
                  <a:tcPr>
                    <a:solidFill>
                      <a:srgbClr val="13EAC9"/>
                    </a:solidFill>
                  </a:tcPr>
                </a:tc>
                <a:tc>
                  <a:txBody>
                    <a:bodyPr/>
                    <a:lstStyle/>
                    <a:p>
                      <a:r>
                        <a:t>Singapore</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35</a:t>
                      </a:r>
                    </a:p>
                  </a:txBody>
                  <a:tcPr>
                    <a:solidFill>
                      <a:srgbClr val="13EAC9"/>
                    </a:solidFill>
                  </a:tcPr>
                </a:tc>
                <a:tc>
                  <a:txBody>
                    <a:bodyPr/>
                    <a:lstStyle/>
                    <a:p>
                      <a:r>
                        <a:t>5</a:t>
                      </a:r>
                    </a:p>
                  </a:txBody>
                  <a:tcPr>
                    <a:solidFill>
                      <a:srgbClr val="13EAC9"/>
                    </a:solidFill>
                  </a:tcPr>
                </a:tc>
                <a:tc>
                  <a:txBody>
                    <a:bodyPr/>
                    <a:lstStyle/>
                    <a:p>
                      <a:r>
                        <a:t>20</a:t>
                      </a:r>
                    </a:p>
                  </a:txBody>
                  <a:tcPr>
                    <a:solidFill>
                      <a:srgbClr val="13EAC9"/>
                    </a:solidFill>
                  </a:tcPr>
                </a:tc>
                <a:tc>
                  <a:txBody>
                    <a:bodyPr/>
                    <a:lstStyle/>
                    <a:p>
                      <a:r>
                        <a:t>10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Saudi Arabia</a:t>
                      </a:r>
                    </a:p>
                  </a:txBody>
                  <a:tcPr>
                    <a:solidFill>
                      <a:srgbClr val="9A0EEA"/>
                    </a:solidFill>
                  </a:tcPr>
                </a:tc>
                <a:tc>
                  <a:txBody>
                    <a:bodyPr/>
                    <a:lstStyle/>
                    <a:p>
                      <a:r>
                        <a:t>Silverstone</a:t>
                      </a:r>
                    </a:p>
                  </a:txBody>
                  <a:tcPr>
                    <a:solidFill>
                      <a:srgbClr val="9A0EEA"/>
                    </a:solidFill>
                  </a:tcPr>
                </a:tc>
                <a:tc>
                  <a:txBody>
                    <a:bodyPr/>
                    <a:lstStyle/>
                    <a:p>
                      <a:r>
                        <a:t>Baku</a:t>
                      </a:r>
                    </a:p>
                  </a:txBody>
                  <a:tcPr>
                    <a:solidFill>
                      <a:srgbClr val="9A0EEA"/>
                    </a:solidFill>
                  </a:tcPr>
                </a:tc>
                <a:tc>
                  <a:txBody>
                    <a:bodyPr/>
                    <a:lstStyle/>
                    <a:p>
                      <a:r>
                        <a:t>Singapore</a:t>
                      </a:r>
                    </a:p>
                  </a:txBody>
                  <a:tcPr>
                    <a:solidFill>
                      <a:srgbClr val="9A0EEA"/>
                    </a:solidFill>
                  </a:tcPr>
                </a:tc>
                <a:tc>
                  <a:txBody>
                    <a:bodyPr/>
                    <a:lstStyle/>
                    <a:p>
                      <a:r>
                        <a:t>Brazil</a:t>
                      </a:r>
                    </a:p>
                  </a:txBody>
                  <a:tcPr>
                    <a:solidFill>
                      <a:srgbClr val="9A0EEA"/>
                    </a:solidFill>
                  </a:tcPr>
                </a:tc>
                <a:extLst>
                  <a:ext uri="{0D108BD9-81ED-4DB2-BD59-A6C34878D82A}">
                    <a16:rowId xmlns:a16="http://schemas.microsoft.com/office/drawing/2014/main" val="10012"/>
                  </a:ext>
                </a:extLst>
              </a:tr>
              <a:tr h="293918">
                <a:tc>
                  <a:txBody>
                    <a:bodyPr/>
                    <a:lstStyle/>
                    <a:p>
                      <a:r>
                        <a:t>50</a:t>
                      </a:r>
                    </a:p>
                  </a:txBody>
                  <a:tcPr>
                    <a:solidFill>
                      <a:srgbClr val="9A0EEA"/>
                    </a:solidFill>
                  </a:tcPr>
                </a:tc>
                <a:tc>
                  <a:txBody>
                    <a:bodyPr/>
                    <a:lstStyle/>
                    <a:p>
                      <a:r>
                        <a:t>10</a:t>
                      </a:r>
                    </a:p>
                  </a:txBody>
                  <a:tcPr>
                    <a:solidFill>
                      <a:srgbClr val="9A0EEA"/>
                    </a:solidFill>
                  </a:tcPr>
                </a:tc>
                <a:tc>
                  <a:txBody>
                    <a:bodyPr/>
                    <a:lstStyle/>
                    <a:p>
                      <a:r>
                        <a:t>10</a:t>
                      </a:r>
                    </a:p>
                  </a:txBody>
                  <a:tcPr>
                    <a:solidFill>
                      <a:srgbClr val="9A0EEA"/>
                    </a:solidFill>
                  </a:tcPr>
                </a:tc>
                <a:tc>
                  <a:txBody>
                    <a:bodyPr/>
                    <a:lstStyle/>
                    <a:p>
                      <a:r>
                        <a:t>20</a:t>
                      </a:r>
                    </a:p>
                  </a:txBody>
                  <a:tcPr>
                    <a:solidFill>
                      <a:srgbClr val="9A0EEA"/>
                    </a:solidFill>
                  </a:tcPr>
                </a:tc>
                <a:tc>
                  <a:txBody>
                    <a:bodyPr/>
                    <a:lstStyle/>
                    <a:p>
                      <a:r>
                        <a:t>10</a:t>
                      </a: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684</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725</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674</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848</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702</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597</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Blowy Engines @ Mexico</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Australia</a:t>
                      </a:r>
                    </a:p>
                  </a:txBody>
                  <a:tcPr>
                    <a:solidFill>
                      <a:srgbClr val="040273"/>
                    </a:solidFill>
                  </a:tcPr>
                </a:tc>
                <a:tc>
                  <a:txBody>
                    <a:bodyPr/>
                    <a:lstStyle/>
                    <a:p>
                      <a:r>
                        <a:t>China</a:t>
                      </a:r>
                    </a:p>
                  </a:txBody>
                  <a:tcPr>
                    <a:solidFill>
                      <a:srgbClr val="040273"/>
                    </a:solidFill>
                  </a:tcPr>
                </a:tc>
                <a:tc>
                  <a:txBody>
                    <a:bodyPr/>
                    <a:lstStyle/>
                    <a:p>
                      <a:r>
                        <a:t>Monaco</a:t>
                      </a:r>
                    </a:p>
                  </a:txBody>
                  <a:tcPr>
                    <a:solidFill>
                      <a:srgbClr val="040273"/>
                    </a:solidFill>
                  </a:tcPr>
                </a:tc>
                <a:tc>
                  <a:txBody>
                    <a:bodyPr/>
                    <a:lstStyle/>
                    <a:p>
                      <a:r>
                        <a:t>COTA</a:t>
                      </a:r>
                    </a:p>
                  </a:txBody>
                  <a:tcPr>
                    <a:solidFill>
                      <a:srgbClr val="040273"/>
                    </a:solidFill>
                  </a:tcPr>
                </a:tc>
                <a:tc>
                  <a:txBody>
                    <a:bodyPr/>
                    <a:lstStyle/>
                    <a:p>
                      <a:r>
                        <a:t>Qatar</a:t>
                      </a:r>
                    </a:p>
                  </a:txBody>
                  <a:tcPr>
                    <a:solidFill>
                      <a:srgbClr val="040273"/>
                    </a:solidFill>
                  </a:tcPr>
                </a:tc>
                <a:extLst>
                  <a:ext uri="{0D108BD9-81ED-4DB2-BD59-A6C34878D82A}">
                    <a16:rowId xmlns:a16="http://schemas.microsoft.com/office/drawing/2014/main" val="10000"/>
                  </a:ext>
                </a:extLst>
              </a:tr>
              <a:tr h="293914">
                <a:tc>
                  <a:txBody>
                    <a:bodyPr/>
                    <a:lstStyle/>
                    <a:p>
                      <a:r>
                        <a:t>55</a:t>
                      </a:r>
                    </a:p>
                  </a:txBody>
                  <a:tcPr>
                    <a:solidFill>
                      <a:srgbClr val="040273"/>
                    </a:solidFill>
                  </a:tcPr>
                </a:tc>
                <a:tc>
                  <a:txBody>
                    <a:bodyPr/>
                    <a:lstStyle/>
                    <a:p>
                      <a:r>
                        <a:t>15</a:t>
                      </a:r>
                    </a:p>
                  </a:txBody>
                  <a:tcPr>
                    <a:solidFill>
                      <a:srgbClr val="040273"/>
                    </a:solidFill>
                  </a:tcPr>
                </a:tc>
                <a:tc>
                  <a:txBody>
                    <a:bodyPr/>
                    <a:lstStyle/>
                    <a:p>
                      <a:r>
                        <a:t>15</a:t>
                      </a:r>
                    </a:p>
                  </a:txBody>
                  <a:tcPr>
                    <a:solidFill>
                      <a:srgbClr val="040273"/>
                    </a:solidFill>
                  </a:tcPr>
                </a:tc>
                <a:tc>
                  <a:txBody>
                    <a:bodyPr/>
                    <a:lstStyle/>
                    <a:p>
                      <a:r>
                        <a:t>20</a:t>
                      </a:r>
                    </a:p>
                  </a:txBody>
                  <a:tcPr>
                    <a:solidFill>
                      <a:srgbClr val="040273"/>
                    </a:solidFill>
                  </a:tcPr>
                </a:tc>
                <a:tc>
                  <a:txBody>
                    <a:bodyPr/>
                    <a:lstStyle/>
                    <a:p>
                      <a:r>
                        <a:t>5</a:t>
                      </a: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Monaco</a:t>
                      </a:r>
                    </a:p>
                  </a:txBody>
                  <a:tcPr>
                    <a:solidFill>
                      <a:srgbClr val="E8002D"/>
                    </a:solidFill>
                  </a:tcPr>
                </a:tc>
                <a:tc>
                  <a:txBody>
                    <a:bodyPr/>
                    <a:lstStyle/>
                    <a:p>
                      <a:r>
                        <a:t>Hungary</a:t>
                      </a:r>
                    </a:p>
                  </a:txBody>
                  <a:tcPr>
                    <a:solidFill>
                      <a:srgbClr val="E8002D"/>
                    </a:solidFill>
                  </a:tcPr>
                </a:tc>
                <a:tc>
                  <a:txBody>
                    <a:bodyPr/>
                    <a:lstStyle/>
                    <a:p>
                      <a:r>
                        <a:t>Baku</a:t>
                      </a:r>
                    </a:p>
                  </a:txBody>
                  <a:tcPr>
                    <a:solidFill>
                      <a:srgbClr val="E8002D"/>
                    </a:solidFill>
                  </a:tcPr>
                </a:tc>
                <a:tc>
                  <a:txBody>
                    <a:bodyPr/>
                    <a:lstStyle/>
                    <a:p>
                      <a:r>
                        <a:t>Qatar</a:t>
                      </a:r>
                    </a:p>
                  </a:txBody>
                  <a:tcPr>
                    <a:solidFill>
                      <a:srgbClr val="E8002D"/>
                    </a:solidFill>
                  </a:tcPr>
                </a:tc>
                <a:extLst>
                  <a:ext uri="{0D108BD9-81ED-4DB2-BD59-A6C34878D82A}">
                    <a16:rowId xmlns:a16="http://schemas.microsoft.com/office/drawing/2014/main" val="10002"/>
                  </a:ext>
                </a:extLst>
              </a:tr>
              <a:tr h="293914">
                <a:tc>
                  <a:txBody>
                    <a:bodyPr/>
                    <a:lstStyle/>
                    <a:p>
                      <a:r>
                        <a:t>60</a:t>
                      </a:r>
                    </a:p>
                  </a:txBody>
                  <a:tcPr>
                    <a:solidFill>
                      <a:srgbClr val="E8002D"/>
                    </a:solidFill>
                  </a:tcPr>
                </a:tc>
                <a:tc>
                  <a:txBody>
                    <a:bodyPr/>
                    <a:lstStyle/>
                    <a:p>
                      <a:r>
                        <a:t>15</a:t>
                      </a:r>
                    </a:p>
                  </a:txBody>
                  <a:tcPr>
                    <a:solidFill>
                      <a:srgbClr val="E8002D"/>
                    </a:solidFill>
                  </a:tcPr>
                </a:tc>
                <a:tc>
                  <a:txBody>
                    <a:bodyPr/>
                    <a:lstStyle/>
                    <a:p>
                      <a:r>
                        <a:t>20</a:t>
                      </a:r>
                    </a:p>
                  </a:txBody>
                  <a:tcPr>
                    <a:solidFill>
                      <a:srgbClr val="E8002D"/>
                    </a:solidFill>
                  </a:tcPr>
                </a:tc>
                <a:tc>
                  <a:txBody>
                    <a:bodyPr/>
                    <a:lstStyle/>
                    <a:p>
                      <a:r>
                        <a:t>5</a:t>
                      </a:r>
                    </a:p>
                  </a:txBody>
                  <a:tcPr>
                    <a:solidFill>
                      <a:srgbClr val="E8002D"/>
                    </a:solidFill>
                  </a:tcPr>
                </a:tc>
                <a:tc>
                  <a:txBody>
                    <a:bodyPr/>
                    <a:lstStyle/>
                    <a:p>
                      <a:r>
                        <a:t>20</a:t>
                      </a: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Saudi Arabia</a:t>
                      </a:r>
                    </a:p>
                  </a:txBody>
                  <a:tcPr>
                    <a:solidFill>
                      <a:srgbClr val="FAC205"/>
                    </a:solidFill>
                  </a:tcPr>
                </a:tc>
                <a:tc>
                  <a:txBody>
                    <a:bodyPr/>
                    <a:lstStyle/>
                    <a:p>
                      <a:r>
                        <a:t>Miami</a:t>
                      </a:r>
                    </a:p>
                  </a:txBody>
                  <a:tcPr>
                    <a:solidFill>
                      <a:srgbClr val="FAC205"/>
                    </a:solidFill>
                  </a:tcPr>
                </a:tc>
                <a:tc>
                  <a:txBody>
                    <a:bodyPr/>
                    <a:lstStyle/>
                    <a:p>
                      <a:r>
                        <a:t>Monaco</a:t>
                      </a:r>
                    </a:p>
                  </a:txBody>
                  <a:tcPr>
                    <a:solidFill>
                      <a:srgbClr val="FAC205"/>
                    </a:solidFill>
                  </a:tcPr>
                </a:tc>
                <a:tc>
                  <a:txBody>
                    <a:bodyPr/>
                    <a:lstStyle/>
                    <a:p>
                      <a:r>
                        <a:t>Baku</a:t>
                      </a:r>
                    </a:p>
                  </a:txBody>
                  <a:tcPr>
                    <a:solidFill>
                      <a:srgbClr val="FAC205"/>
                    </a:solidFill>
                  </a:tcPr>
                </a:tc>
                <a:tc>
                  <a:txBody>
                    <a:bodyPr/>
                    <a:lstStyle/>
                    <a:p>
                      <a:r>
                        <a:t>Abu Dhabi</a:t>
                      </a:r>
                    </a:p>
                  </a:txBody>
                  <a:tcPr>
                    <a:solidFill>
                      <a:srgbClr val="FAC205"/>
                    </a:solidFill>
                  </a:tcPr>
                </a:tc>
                <a:extLst>
                  <a:ext uri="{0D108BD9-81ED-4DB2-BD59-A6C34878D82A}">
                    <a16:rowId xmlns:a16="http://schemas.microsoft.com/office/drawing/2014/main" val="10004"/>
                  </a:ext>
                </a:extLst>
              </a:tr>
              <a:tr h="293914">
                <a:tc>
                  <a:txBody>
                    <a:bodyPr/>
                    <a:lstStyle/>
                    <a:p>
                      <a:r>
                        <a:t>55</a:t>
                      </a:r>
                    </a:p>
                  </a:txBody>
                  <a:tcPr>
                    <a:solidFill>
                      <a:srgbClr val="FAC205"/>
                    </a:solidFill>
                  </a:tcPr>
                </a:tc>
                <a:tc>
                  <a:txBody>
                    <a:bodyPr/>
                    <a:lstStyle/>
                    <a:p>
                      <a:r>
                        <a:t>10</a:t>
                      </a:r>
                    </a:p>
                  </a:txBody>
                  <a:tcPr>
                    <a:solidFill>
                      <a:srgbClr val="FAC205"/>
                    </a:solidFill>
                  </a:tcPr>
                </a:tc>
                <a:tc>
                  <a:txBody>
                    <a:bodyPr/>
                    <a:lstStyle/>
                    <a:p>
                      <a:r>
                        <a:t>5</a:t>
                      </a:r>
                    </a:p>
                  </a:txBody>
                  <a:tcPr>
                    <a:solidFill>
                      <a:srgbClr val="FAC205"/>
                    </a:solidFill>
                  </a:tcPr>
                </a:tc>
                <a:tc>
                  <a:txBody>
                    <a:bodyPr/>
                    <a:lstStyle/>
                    <a:p>
                      <a:r>
                        <a:t>20</a:t>
                      </a:r>
                    </a:p>
                  </a:txBody>
                  <a:tcPr>
                    <a:solidFill>
                      <a:srgbClr val="FAC205"/>
                    </a:solidFill>
                  </a:tcPr>
                </a:tc>
                <a:tc>
                  <a:txBody>
                    <a:bodyPr/>
                    <a:lstStyle/>
                    <a:p>
                      <a:r>
                        <a:t>20</a:t>
                      </a: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Bahrain</a:t>
                      </a:r>
                    </a:p>
                  </a:txBody>
                  <a:tcPr>
                    <a:solidFill>
                      <a:srgbClr val="028F1E"/>
                    </a:solidFill>
                  </a:tcPr>
                </a:tc>
                <a:tc>
                  <a:txBody>
                    <a:bodyPr/>
                    <a:lstStyle/>
                    <a:p>
                      <a:r>
                        <a:t>Monaco</a:t>
                      </a:r>
                    </a:p>
                  </a:txBody>
                  <a:tcPr>
                    <a:solidFill>
                      <a:srgbClr val="028F1E"/>
                    </a:solidFill>
                  </a:tcPr>
                </a:tc>
                <a:tc>
                  <a:txBody>
                    <a:bodyPr/>
                    <a:lstStyle/>
                    <a:p>
                      <a:r>
                        <a:t>Baku</a:t>
                      </a:r>
                    </a:p>
                  </a:txBody>
                  <a:tcPr>
                    <a:solidFill>
                      <a:srgbClr val="028F1E"/>
                    </a:solidFill>
                  </a:tcPr>
                </a:tc>
                <a:tc>
                  <a:txBody>
                    <a:bodyPr/>
                    <a:lstStyle/>
                    <a:p>
                      <a:r>
                        <a:t>Singapore</a:t>
                      </a:r>
                    </a:p>
                  </a:txBody>
                  <a:tcPr>
                    <a:solidFill>
                      <a:srgbClr val="028F1E"/>
                    </a:solidFill>
                  </a:tcPr>
                </a:tc>
                <a:tc>
                  <a:txBody>
                    <a:bodyPr/>
                    <a:lstStyle/>
                    <a:p>
                      <a:r>
                        <a:t>Mexico</a:t>
                      </a:r>
                    </a:p>
                  </a:txBody>
                  <a:tcPr>
                    <a:solidFill>
                      <a:srgbClr val="028F1E"/>
                    </a:solidFill>
                  </a:tcPr>
                </a:tc>
                <a:extLst>
                  <a:ext uri="{0D108BD9-81ED-4DB2-BD59-A6C34878D82A}">
                    <a16:rowId xmlns:a16="http://schemas.microsoft.com/office/drawing/2014/main" val="10006"/>
                  </a:ext>
                </a:extLst>
              </a:tr>
              <a:tr h="293914">
                <a:tc>
                  <a:txBody>
                    <a:bodyPr/>
                    <a:lstStyle/>
                    <a:p>
                      <a:r>
                        <a:t>65</a:t>
                      </a:r>
                    </a:p>
                  </a:txBody>
                  <a:tcPr>
                    <a:solidFill>
                      <a:srgbClr val="028F1E"/>
                    </a:solidFill>
                  </a:tcPr>
                </a:tc>
                <a:tc>
                  <a:txBody>
                    <a:bodyPr/>
                    <a:lstStyle/>
                    <a:p>
                      <a:r>
                        <a:t>0</a:t>
                      </a:r>
                    </a:p>
                  </a:txBody>
                  <a:tcPr>
                    <a:solidFill>
                      <a:srgbClr val="028F1E"/>
                    </a:solidFill>
                  </a:tcPr>
                </a:tc>
                <a:tc>
                  <a:txBody>
                    <a:bodyPr/>
                    <a:lstStyle/>
                    <a:p>
                      <a:r>
                        <a:t>20</a:t>
                      </a:r>
                    </a:p>
                  </a:txBody>
                  <a:tcPr>
                    <a:solidFill>
                      <a:srgbClr val="028F1E"/>
                    </a:solidFill>
                  </a:tcPr>
                </a:tc>
                <a:tc>
                  <a:txBody>
                    <a:bodyPr/>
                    <a:lstStyle/>
                    <a:p>
                      <a:r>
                        <a:t>20</a:t>
                      </a:r>
                    </a:p>
                  </a:txBody>
                  <a:tcPr>
                    <a:solidFill>
                      <a:srgbClr val="028F1E"/>
                    </a:solidFill>
                  </a:tcPr>
                </a:tc>
                <a:tc>
                  <a:txBody>
                    <a:bodyPr/>
                    <a:lstStyle/>
                    <a:p>
                      <a:r>
                        <a:t>10</a:t>
                      </a:r>
                    </a:p>
                  </a:txBody>
                  <a:tcPr>
                    <a:solidFill>
                      <a:srgbClr val="028F1E"/>
                    </a:solidFill>
                  </a:tcPr>
                </a:tc>
                <a:tc>
                  <a:txBody>
                    <a:bodyPr/>
                    <a:lstStyle/>
                    <a:p>
                      <a:r>
                        <a:t>15</a:t>
                      </a: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Saudi Arabia</a:t>
                      </a:r>
                    </a:p>
                  </a:txBody>
                  <a:tcPr>
                    <a:solidFill>
                      <a:srgbClr val="FF5B00"/>
                    </a:solidFill>
                  </a:tcPr>
                </a:tc>
                <a:tc>
                  <a:txBody>
                    <a:bodyPr/>
                    <a:lstStyle/>
                    <a:p>
                      <a:r>
                        <a:t>Monaco</a:t>
                      </a:r>
                    </a:p>
                  </a:txBody>
                  <a:tcPr>
                    <a:solidFill>
                      <a:srgbClr val="FF5B00"/>
                    </a:solidFill>
                  </a:tcPr>
                </a:tc>
                <a:tc>
                  <a:txBody>
                    <a:bodyPr/>
                    <a:lstStyle/>
                    <a:p>
                      <a:r>
                        <a:t>Las Vegas</a:t>
                      </a:r>
                    </a:p>
                  </a:txBody>
                  <a:tcPr>
                    <a:solidFill>
                      <a:srgbClr val="FF5B00"/>
                    </a:solidFill>
                  </a:tcPr>
                </a:tc>
                <a:tc>
                  <a:txBody>
                    <a:bodyPr/>
                    <a:lstStyle/>
                    <a:p>
                      <a:r>
                        <a:t>Qatar</a:t>
                      </a:r>
                    </a:p>
                  </a:txBody>
                  <a:tcPr>
                    <a:solidFill>
                      <a:srgbClr val="FF5B00"/>
                    </a:solidFill>
                  </a:tcPr>
                </a:tc>
                <a:tc>
                  <a:txBody>
                    <a:bodyPr/>
                    <a:lstStyle/>
                    <a:p>
                      <a:r>
                        <a:t>Abu Dhabi</a:t>
                      </a:r>
                    </a:p>
                  </a:txBody>
                  <a:tcPr>
                    <a:solidFill>
                      <a:srgbClr val="FF5B00"/>
                    </a:solidFill>
                  </a:tcPr>
                </a:tc>
                <a:extLst>
                  <a:ext uri="{0D108BD9-81ED-4DB2-BD59-A6C34878D82A}">
                    <a16:rowId xmlns:a16="http://schemas.microsoft.com/office/drawing/2014/main" val="10008"/>
                  </a:ext>
                </a:extLst>
              </a:tr>
              <a:tr h="293914">
                <a:tc>
                  <a:txBody>
                    <a:bodyPr/>
                    <a:lstStyle/>
                    <a:p>
                      <a:r>
                        <a:t>30</a:t>
                      </a:r>
                    </a:p>
                  </a:txBody>
                  <a:tcPr>
                    <a:solidFill>
                      <a:srgbClr val="FF5B00"/>
                    </a:solidFill>
                  </a:tcPr>
                </a:tc>
                <a:tc>
                  <a:txBody>
                    <a:bodyPr/>
                    <a:lstStyle/>
                    <a:p>
                      <a:r>
                        <a:t>10</a:t>
                      </a:r>
                    </a:p>
                  </a:txBody>
                  <a:tcPr>
                    <a:solidFill>
                      <a:srgbClr val="FF5B00"/>
                    </a:solidFill>
                  </a:tcPr>
                </a:tc>
                <a:tc>
                  <a:txBody>
                    <a:bodyPr/>
                    <a:lstStyle/>
                    <a:p>
                      <a:r>
                        <a:t>20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Spa</a:t>
                      </a:r>
                    </a:p>
                  </a:txBody>
                  <a:tcPr>
                    <a:solidFill>
                      <a:srgbClr val="13EAC9"/>
                    </a:solidFill>
                  </a:tcPr>
                </a:tc>
                <a:tc>
                  <a:txBody>
                    <a:bodyPr/>
                    <a:lstStyle/>
                    <a:p>
                      <a:r>
                        <a:t>Baku</a:t>
                      </a:r>
                    </a:p>
                  </a:txBody>
                  <a:tcPr>
                    <a:solidFill>
                      <a:srgbClr val="13EAC9"/>
                    </a:solidFill>
                  </a:tcPr>
                </a:tc>
                <a:tc>
                  <a:txBody>
                    <a:bodyPr/>
                    <a:lstStyle/>
                    <a:p>
                      <a:r>
                        <a:t>Singapore</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35</a:t>
                      </a:r>
                    </a:p>
                  </a:txBody>
                  <a:tcPr>
                    <a:solidFill>
                      <a:srgbClr val="13EAC9"/>
                    </a:solidFill>
                  </a:tcPr>
                </a:tc>
                <a:tc>
                  <a:txBody>
                    <a:bodyPr/>
                    <a:lstStyle/>
                    <a:p>
                      <a:r>
                        <a:t>5</a:t>
                      </a:r>
                    </a:p>
                  </a:txBody>
                  <a:tcPr>
                    <a:solidFill>
                      <a:srgbClr val="13EAC9"/>
                    </a:solidFill>
                  </a:tcPr>
                </a:tc>
                <a:tc>
                  <a:txBody>
                    <a:bodyPr/>
                    <a:lstStyle/>
                    <a:p>
                      <a:r>
                        <a:t>20</a:t>
                      </a:r>
                    </a:p>
                  </a:txBody>
                  <a:tcPr>
                    <a:solidFill>
                      <a:srgbClr val="13EAC9"/>
                    </a:solidFill>
                  </a:tcPr>
                </a:tc>
                <a:tc>
                  <a:txBody>
                    <a:bodyPr/>
                    <a:lstStyle/>
                    <a:p>
                      <a:r>
                        <a:t>10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Saudi Arabia</a:t>
                      </a:r>
                    </a:p>
                  </a:txBody>
                  <a:tcPr>
                    <a:solidFill>
                      <a:srgbClr val="9A0EEA"/>
                    </a:solidFill>
                  </a:tcPr>
                </a:tc>
                <a:tc>
                  <a:txBody>
                    <a:bodyPr/>
                    <a:lstStyle/>
                    <a:p>
                      <a:r>
                        <a:t>Silverstone</a:t>
                      </a:r>
                    </a:p>
                  </a:txBody>
                  <a:tcPr>
                    <a:solidFill>
                      <a:srgbClr val="9A0EEA"/>
                    </a:solidFill>
                  </a:tcPr>
                </a:tc>
                <a:tc>
                  <a:txBody>
                    <a:bodyPr/>
                    <a:lstStyle/>
                    <a:p>
                      <a:r>
                        <a:t>Baku</a:t>
                      </a:r>
                    </a:p>
                  </a:txBody>
                  <a:tcPr>
                    <a:solidFill>
                      <a:srgbClr val="9A0EEA"/>
                    </a:solidFill>
                  </a:tcPr>
                </a:tc>
                <a:tc>
                  <a:txBody>
                    <a:bodyPr/>
                    <a:lstStyle/>
                    <a:p>
                      <a:r>
                        <a:t>Singapore</a:t>
                      </a:r>
                    </a:p>
                  </a:txBody>
                  <a:tcPr>
                    <a:solidFill>
                      <a:srgbClr val="9A0EEA"/>
                    </a:solidFill>
                  </a:tcPr>
                </a:tc>
                <a:tc>
                  <a:txBody>
                    <a:bodyPr/>
                    <a:lstStyle/>
                    <a:p>
                      <a:r>
                        <a:t>Brazil</a:t>
                      </a:r>
                    </a:p>
                  </a:txBody>
                  <a:tcPr>
                    <a:solidFill>
                      <a:srgbClr val="9A0EEA"/>
                    </a:solidFill>
                  </a:tcPr>
                </a:tc>
                <a:extLst>
                  <a:ext uri="{0D108BD9-81ED-4DB2-BD59-A6C34878D82A}">
                    <a16:rowId xmlns:a16="http://schemas.microsoft.com/office/drawing/2014/main" val="10012"/>
                  </a:ext>
                </a:extLst>
              </a:tr>
              <a:tr h="293918">
                <a:tc>
                  <a:txBody>
                    <a:bodyPr/>
                    <a:lstStyle/>
                    <a:p>
                      <a:r>
                        <a:t>50</a:t>
                      </a:r>
                    </a:p>
                  </a:txBody>
                  <a:tcPr>
                    <a:solidFill>
                      <a:srgbClr val="9A0EEA"/>
                    </a:solidFill>
                  </a:tcPr>
                </a:tc>
                <a:tc>
                  <a:txBody>
                    <a:bodyPr/>
                    <a:lstStyle/>
                    <a:p>
                      <a:r>
                        <a:t>10</a:t>
                      </a:r>
                    </a:p>
                  </a:txBody>
                  <a:tcPr>
                    <a:solidFill>
                      <a:srgbClr val="9A0EEA"/>
                    </a:solidFill>
                  </a:tcPr>
                </a:tc>
                <a:tc>
                  <a:txBody>
                    <a:bodyPr/>
                    <a:lstStyle/>
                    <a:p>
                      <a:r>
                        <a:t>10</a:t>
                      </a:r>
                    </a:p>
                  </a:txBody>
                  <a:tcPr>
                    <a:solidFill>
                      <a:srgbClr val="9A0EEA"/>
                    </a:solidFill>
                  </a:tcPr>
                </a:tc>
                <a:tc>
                  <a:txBody>
                    <a:bodyPr/>
                    <a:lstStyle/>
                    <a:p>
                      <a:r>
                        <a:t>20</a:t>
                      </a:r>
                    </a:p>
                  </a:txBody>
                  <a:tcPr>
                    <a:solidFill>
                      <a:srgbClr val="9A0EEA"/>
                    </a:solidFill>
                  </a:tcPr>
                </a:tc>
                <a:tc>
                  <a:txBody>
                    <a:bodyPr/>
                    <a:lstStyle/>
                    <a:p>
                      <a:r>
                        <a:t>10</a:t>
                      </a:r>
                    </a:p>
                  </a:txBody>
                  <a:tcPr>
                    <a:solidFill>
                      <a:srgbClr val="9A0EEA"/>
                    </a:solidFill>
                  </a:tcPr>
                </a:tc>
                <a:tc>
                  <a:txBody>
                    <a:bodyPr/>
                    <a:lstStyle/>
                    <a:p>
                      <a:endParaRP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684</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725</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674</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863</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702</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597</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Blowy Engines @ Brazil</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Australia</a:t>
                      </a:r>
                    </a:p>
                  </a:txBody>
                  <a:tcPr>
                    <a:solidFill>
                      <a:srgbClr val="040273"/>
                    </a:solidFill>
                  </a:tcPr>
                </a:tc>
                <a:tc>
                  <a:txBody>
                    <a:bodyPr/>
                    <a:lstStyle/>
                    <a:p>
                      <a:r>
                        <a:t>China</a:t>
                      </a:r>
                    </a:p>
                  </a:txBody>
                  <a:tcPr>
                    <a:solidFill>
                      <a:srgbClr val="040273"/>
                    </a:solidFill>
                  </a:tcPr>
                </a:tc>
                <a:tc>
                  <a:txBody>
                    <a:bodyPr/>
                    <a:lstStyle/>
                    <a:p>
                      <a:r>
                        <a:t>Monaco</a:t>
                      </a:r>
                    </a:p>
                  </a:txBody>
                  <a:tcPr>
                    <a:solidFill>
                      <a:srgbClr val="040273"/>
                    </a:solidFill>
                  </a:tcPr>
                </a:tc>
                <a:tc>
                  <a:txBody>
                    <a:bodyPr/>
                    <a:lstStyle/>
                    <a:p>
                      <a:r>
                        <a:t>COTA</a:t>
                      </a:r>
                    </a:p>
                  </a:txBody>
                  <a:tcPr>
                    <a:solidFill>
                      <a:srgbClr val="040273"/>
                    </a:solidFill>
                  </a:tcPr>
                </a:tc>
                <a:tc>
                  <a:txBody>
                    <a:bodyPr/>
                    <a:lstStyle/>
                    <a:p>
                      <a:r>
                        <a:t>Qatar</a:t>
                      </a:r>
                    </a:p>
                  </a:txBody>
                  <a:tcPr>
                    <a:solidFill>
                      <a:srgbClr val="040273"/>
                    </a:solidFill>
                  </a:tcPr>
                </a:tc>
                <a:extLst>
                  <a:ext uri="{0D108BD9-81ED-4DB2-BD59-A6C34878D82A}">
                    <a16:rowId xmlns:a16="http://schemas.microsoft.com/office/drawing/2014/main" val="10000"/>
                  </a:ext>
                </a:extLst>
              </a:tr>
              <a:tr h="293914">
                <a:tc>
                  <a:txBody>
                    <a:bodyPr/>
                    <a:lstStyle/>
                    <a:p>
                      <a:r>
                        <a:t>55</a:t>
                      </a:r>
                    </a:p>
                  </a:txBody>
                  <a:tcPr>
                    <a:solidFill>
                      <a:srgbClr val="040273"/>
                    </a:solidFill>
                  </a:tcPr>
                </a:tc>
                <a:tc>
                  <a:txBody>
                    <a:bodyPr/>
                    <a:lstStyle/>
                    <a:p>
                      <a:r>
                        <a:t>15</a:t>
                      </a:r>
                    </a:p>
                  </a:txBody>
                  <a:tcPr>
                    <a:solidFill>
                      <a:srgbClr val="040273"/>
                    </a:solidFill>
                  </a:tcPr>
                </a:tc>
                <a:tc>
                  <a:txBody>
                    <a:bodyPr/>
                    <a:lstStyle/>
                    <a:p>
                      <a:r>
                        <a:t>15</a:t>
                      </a:r>
                    </a:p>
                  </a:txBody>
                  <a:tcPr>
                    <a:solidFill>
                      <a:srgbClr val="040273"/>
                    </a:solidFill>
                  </a:tcPr>
                </a:tc>
                <a:tc>
                  <a:txBody>
                    <a:bodyPr/>
                    <a:lstStyle/>
                    <a:p>
                      <a:r>
                        <a:t>20</a:t>
                      </a:r>
                    </a:p>
                  </a:txBody>
                  <a:tcPr>
                    <a:solidFill>
                      <a:srgbClr val="040273"/>
                    </a:solidFill>
                  </a:tcPr>
                </a:tc>
                <a:tc>
                  <a:txBody>
                    <a:bodyPr/>
                    <a:lstStyle/>
                    <a:p>
                      <a:r>
                        <a:t>5</a:t>
                      </a: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Monaco</a:t>
                      </a:r>
                    </a:p>
                  </a:txBody>
                  <a:tcPr>
                    <a:solidFill>
                      <a:srgbClr val="E8002D"/>
                    </a:solidFill>
                  </a:tcPr>
                </a:tc>
                <a:tc>
                  <a:txBody>
                    <a:bodyPr/>
                    <a:lstStyle/>
                    <a:p>
                      <a:r>
                        <a:t>Hungary</a:t>
                      </a:r>
                    </a:p>
                  </a:txBody>
                  <a:tcPr>
                    <a:solidFill>
                      <a:srgbClr val="E8002D"/>
                    </a:solidFill>
                  </a:tcPr>
                </a:tc>
                <a:tc>
                  <a:txBody>
                    <a:bodyPr/>
                    <a:lstStyle/>
                    <a:p>
                      <a:r>
                        <a:t>Baku</a:t>
                      </a:r>
                    </a:p>
                  </a:txBody>
                  <a:tcPr>
                    <a:solidFill>
                      <a:srgbClr val="E8002D"/>
                    </a:solidFill>
                  </a:tcPr>
                </a:tc>
                <a:tc>
                  <a:txBody>
                    <a:bodyPr/>
                    <a:lstStyle/>
                    <a:p>
                      <a:r>
                        <a:t>Qatar</a:t>
                      </a:r>
                    </a:p>
                  </a:txBody>
                  <a:tcPr>
                    <a:solidFill>
                      <a:srgbClr val="E8002D"/>
                    </a:solidFill>
                  </a:tcPr>
                </a:tc>
                <a:extLst>
                  <a:ext uri="{0D108BD9-81ED-4DB2-BD59-A6C34878D82A}">
                    <a16:rowId xmlns:a16="http://schemas.microsoft.com/office/drawing/2014/main" val="10002"/>
                  </a:ext>
                </a:extLst>
              </a:tr>
              <a:tr h="293914">
                <a:tc>
                  <a:txBody>
                    <a:bodyPr/>
                    <a:lstStyle/>
                    <a:p>
                      <a:r>
                        <a:t>60</a:t>
                      </a:r>
                    </a:p>
                  </a:txBody>
                  <a:tcPr>
                    <a:solidFill>
                      <a:srgbClr val="E8002D"/>
                    </a:solidFill>
                  </a:tcPr>
                </a:tc>
                <a:tc>
                  <a:txBody>
                    <a:bodyPr/>
                    <a:lstStyle/>
                    <a:p>
                      <a:r>
                        <a:t>15</a:t>
                      </a:r>
                    </a:p>
                  </a:txBody>
                  <a:tcPr>
                    <a:solidFill>
                      <a:srgbClr val="E8002D"/>
                    </a:solidFill>
                  </a:tcPr>
                </a:tc>
                <a:tc>
                  <a:txBody>
                    <a:bodyPr/>
                    <a:lstStyle/>
                    <a:p>
                      <a:r>
                        <a:t>20</a:t>
                      </a:r>
                    </a:p>
                  </a:txBody>
                  <a:tcPr>
                    <a:solidFill>
                      <a:srgbClr val="E8002D"/>
                    </a:solidFill>
                  </a:tcPr>
                </a:tc>
                <a:tc>
                  <a:txBody>
                    <a:bodyPr/>
                    <a:lstStyle/>
                    <a:p>
                      <a:r>
                        <a:t>5</a:t>
                      </a:r>
                    </a:p>
                  </a:txBody>
                  <a:tcPr>
                    <a:solidFill>
                      <a:srgbClr val="E8002D"/>
                    </a:solidFill>
                  </a:tcPr>
                </a:tc>
                <a:tc>
                  <a:txBody>
                    <a:bodyPr/>
                    <a:lstStyle/>
                    <a:p>
                      <a:r>
                        <a:t>20</a:t>
                      </a: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Saudi Arabia</a:t>
                      </a:r>
                    </a:p>
                  </a:txBody>
                  <a:tcPr>
                    <a:solidFill>
                      <a:srgbClr val="FAC205"/>
                    </a:solidFill>
                  </a:tcPr>
                </a:tc>
                <a:tc>
                  <a:txBody>
                    <a:bodyPr/>
                    <a:lstStyle/>
                    <a:p>
                      <a:r>
                        <a:t>Miami</a:t>
                      </a:r>
                    </a:p>
                  </a:txBody>
                  <a:tcPr>
                    <a:solidFill>
                      <a:srgbClr val="FAC205"/>
                    </a:solidFill>
                  </a:tcPr>
                </a:tc>
                <a:tc>
                  <a:txBody>
                    <a:bodyPr/>
                    <a:lstStyle/>
                    <a:p>
                      <a:r>
                        <a:t>Monaco</a:t>
                      </a:r>
                    </a:p>
                  </a:txBody>
                  <a:tcPr>
                    <a:solidFill>
                      <a:srgbClr val="FAC205"/>
                    </a:solidFill>
                  </a:tcPr>
                </a:tc>
                <a:tc>
                  <a:txBody>
                    <a:bodyPr/>
                    <a:lstStyle/>
                    <a:p>
                      <a:r>
                        <a:t>Baku</a:t>
                      </a:r>
                    </a:p>
                  </a:txBody>
                  <a:tcPr>
                    <a:solidFill>
                      <a:srgbClr val="FAC205"/>
                    </a:solidFill>
                  </a:tcPr>
                </a:tc>
                <a:tc>
                  <a:txBody>
                    <a:bodyPr/>
                    <a:lstStyle/>
                    <a:p>
                      <a:r>
                        <a:t>Abu Dhabi</a:t>
                      </a:r>
                    </a:p>
                  </a:txBody>
                  <a:tcPr>
                    <a:solidFill>
                      <a:srgbClr val="FAC205"/>
                    </a:solidFill>
                  </a:tcPr>
                </a:tc>
                <a:extLst>
                  <a:ext uri="{0D108BD9-81ED-4DB2-BD59-A6C34878D82A}">
                    <a16:rowId xmlns:a16="http://schemas.microsoft.com/office/drawing/2014/main" val="10004"/>
                  </a:ext>
                </a:extLst>
              </a:tr>
              <a:tr h="293914">
                <a:tc>
                  <a:txBody>
                    <a:bodyPr/>
                    <a:lstStyle/>
                    <a:p>
                      <a:r>
                        <a:t>55</a:t>
                      </a:r>
                    </a:p>
                  </a:txBody>
                  <a:tcPr>
                    <a:solidFill>
                      <a:srgbClr val="FAC205"/>
                    </a:solidFill>
                  </a:tcPr>
                </a:tc>
                <a:tc>
                  <a:txBody>
                    <a:bodyPr/>
                    <a:lstStyle/>
                    <a:p>
                      <a:r>
                        <a:t>10</a:t>
                      </a:r>
                    </a:p>
                  </a:txBody>
                  <a:tcPr>
                    <a:solidFill>
                      <a:srgbClr val="FAC205"/>
                    </a:solidFill>
                  </a:tcPr>
                </a:tc>
                <a:tc>
                  <a:txBody>
                    <a:bodyPr/>
                    <a:lstStyle/>
                    <a:p>
                      <a:r>
                        <a:t>5</a:t>
                      </a:r>
                    </a:p>
                  </a:txBody>
                  <a:tcPr>
                    <a:solidFill>
                      <a:srgbClr val="FAC205"/>
                    </a:solidFill>
                  </a:tcPr>
                </a:tc>
                <a:tc>
                  <a:txBody>
                    <a:bodyPr/>
                    <a:lstStyle/>
                    <a:p>
                      <a:r>
                        <a:t>20</a:t>
                      </a:r>
                    </a:p>
                  </a:txBody>
                  <a:tcPr>
                    <a:solidFill>
                      <a:srgbClr val="FAC205"/>
                    </a:solidFill>
                  </a:tcPr>
                </a:tc>
                <a:tc>
                  <a:txBody>
                    <a:bodyPr/>
                    <a:lstStyle/>
                    <a:p>
                      <a:r>
                        <a:t>20</a:t>
                      </a: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Bahrain</a:t>
                      </a:r>
                    </a:p>
                  </a:txBody>
                  <a:tcPr>
                    <a:solidFill>
                      <a:srgbClr val="028F1E"/>
                    </a:solidFill>
                  </a:tcPr>
                </a:tc>
                <a:tc>
                  <a:txBody>
                    <a:bodyPr/>
                    <a:lstStyle/>
                    <a:p>
                      <a:r>
                        <a:t>Monaco</a:t>
                      </a:r>
                    </a:p>
                  </a:txBody>
                  <a:tcPr>
                    <a:solidFill>
                      <a:srgbClr val="028F1E"/>
                    </a:solidFill>
                  </a:tcPr>
                </a:tc>
                <a:tc>
                  <a:txBody>
                    <a:bodyPr/>
                    <a:lstStyle/>
                    <a:p>
                      <a:r>
                        <a:t>Baku</a:t>
                      </a:r>
                    </a:p>
                  </a:txBody>
                  <a:tcPr>
                    <a:solidFill>
                      <a:srgbClr val="028F1E"/>
                    </a:solidFill>
                  </a:tcPr>
                </a:tc>
                <a:tc>
                  <a:txBody>
                    <a:bodyPr/>
                    <a:lstStyle/>
                    <a:p>
                      <a:r>
                        <a:t>Singapore</a:t>
                      </a:r>
                    </a:p>
                  </a:txBody>
                  <a:tcPr>
                    <a:solidFill>
                      <a:srgbClr val="028F1E"/>
                    </a:solidFill>
                  </a:tcPr>
                </a:tc>
                <a:tc>
                  <a:txBody>
                    <a:bodyPr/>
                    <a:lstStyle/>
                    <a:p>
                      <a:r>
                        <a:t>Mexico</a:t>
                      </a:r>
                    </a:p>
                  </a:txBody>
                  <a:tcPr>
                    <a:solidFill>
                      <a:srgbClr val="028F1E"/>
                    </a:solidFill>
                  </a:tcPr>
                </a:tc>
                <a:extLst>
                  <a:ext uri="{0D108BD9-81ED-4DB2-BD59-A6C34878D82A}">
                    <a16:rowId xmlns:a16="http://schemas.microsoft.com/office/drawing/2014/main" val="10006"/>
                  </a:ext>
                </a:extLst>
              </a:tr>
              <a:tr h="293914">
                <a:tc>
                  <a:txBody>
                    <a:bodyPr/>
                    <a:lstStyle/>
                    <a:p>
                      <a:r>
                        <a:t>65</a:t>
                      </a:r>
                    </a:p>
                  </a:txBody>
                  <a:tcPr>
                    <a:solidFill>
                      <a:srgbClr val="028F1E"/>
                    </a:solidFill>
                  </a:tcPr>
                </a:tc>
                <a:tc>
                  <a:txBody>
                    <a:bodyPr/>
                    <a:lstStyle/>
                    <a:p>
                      <a:r>
                        <a:t>0</a:t>
                      </a:r>
                    </a:p>
                  </a:txBody>
                  <a:tcPr>
                    <a:solidFill>
                      <a:srgbClr val="028F1E"/>
                    </a:solidFill>
                  </a:tcPr>
                </a:tc>
                <a:tc>
                  <a:txBody>
                    <a:bodyPr/>
                    <a:lstStyle/>
                    <a:p>
                      <a:r>
                        <a:t>20</a:t>
                      </a:r>
                    </a:p>
                  </a:txBody>
                  <a:tcPr>
                    <a:solidFill>
                      <a:srgbClr val="028F1E"/>
                    </a:solidFill>
                  </a:tcPr>
                </a:tc>
                <a:tc>
                  <a:txBody>
                    <a:bodyPr/>
                    <a:lstStyle/>
                    <a:p>
                      <a:r>
                        <a:t>20</a:t>
                      </a:r>
                    </a:p>
                  </a:txBody>
                  <a:tcPr>
                    <a:solidFill>
                      <a:srgbClr val="028F1E"/>
                    </a:solidFill>
                  </a:tcPr>
                </a:tc>
                <a:tc>
                  <a:txBody>
                    <a:bodyPr/>
                    <a:lstStyle/>
                    <a:p>
                      <a:r>
                        <a:t>10</a:t>
                      </a:r>
                    </a:p>
                  </a:txBody>
                  <a:tcPr>
                    <a:solidFill>
                      <a:srgbClr val="028F1E"/>
                    </a:solidFill>
                  </a:tcPr>
                </a:tc>
                <a:tc>
                  <a:txBody>
                    <a:bodyPr/>
                    <a:lstStyle/>
                    <a:p>
                      <a:r>
                        <a:t>15</a:t>
                      </a: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Saudi Arabia</a:t>
                      </a:r>
                    </a:p>
                  </a:txBody>
                  <a:tcPr>
                    <a:solidFill>
                      <a:srgbClr val="FF5B00"/>
                    </a:solidFill>
                  </a:tcPr>
                </a:tc>
                <a:tc>
                  <a:txBody>
                    <a:bodyPr/>
                    <a:lstStyle/>
                    <a:p>
                      <a:r>
                        <a:t>Monaco</a:t>
                      </a:r>
                    </a:p>
                  </a:txBody>
                  <a:tcPr>
                    <a:solidFill>
                      <a:srgbClr val="FF5B00"/>
                    </a:solidFill>
                  </a:tcPr>
                </a:tc>
                <a:tc>
                  <a:txBody>
                    <a:bodyPr/>
                    <a:lstStyle/>
                    <a:p>
                      <a:r>
                        <a:t>Las Vegas</a:t>
                      </a:r>
                    </a:p>
                  </a:txBody>
                  <a:tcPr>
                    <a:solidFill>
                      <a:srgbClr val="FF5B00"/>
                    </a:solidFill>
                  </a:tcPr>
                </a:tc>
                <a:tc>
                  <a:txBody>
                    <a:bodyPr/>
                    <a:lstStyle/>
                    <a:p>
                      <a:r>
                        <a:t>Qatar</a:t>
                      </a:r>
                    </a:p>
                  </a:txBody>
                  <a:tcPr>
                    <a:solidFill>
                      <a:srgbClr val="FF5B00"/>
                    </a:solidFill>
                  </a:tcPr>
                </a:tc>
                <a:tc>
                  <a:txBody>
                    <a:bodyPr/>
                    <a:lstStyle/>
                    <a:p>
                      <a:r>
                        <a:t>Abu Dhabi</a:t>
                      </a:r>
                    </a:p>
                  </a:txBody>
                  <a:tcPr>
                    <a:solidFill>
                      <a:srgbClr val="FF5B00"/>
                    </a:solidFill>
                  </a:tcPr>
                </a:tc>
                <a:extLst>
                  <a:ext uri="{0D108BD9-81ED-4DB2-BD59-A6C34878D82A}">
                    <a16:rowId xmlns:a16="http://schemas.microsoft.com/office/drawing/2014/main" val="10008"/>
                  </a:ext>
                </a:extLst>
              </a:tr>
              <a:tr h="293914">
                <a:tc>
                  <a:txBody>
                    <a:bodyPr/>
                    <a:lstStyle/>
                    <a:p>
                      <a:r>
                        <a:t>30</a:t>
                      </a:r>
                    </a:p>
                  </a:txBody>
                  <a:tcPr>
                    <a:solidFill>
                      <a:srgbClr val="FF5B00"/>
                    </a:solidFill>
                  </a:tcPr>
                </a:tc>
                <a:tc>
                  <a:txBody>
                    <a:bodyPr/>
                    <a:lstStyle/>
                    <a:p>
                      <a:r>
                        <a:t>10</a:t>
                      </a:r>
                    </a:p>
                  </a:txBody>
                  <a:tcPr>
                    <a:solidFill>
                      <a:srgbClr val="FF5B00"/>
                    </a:solidFill>
                  </a:tcPr>
                </a:tc>
                <a:tc>
                  <a:txBody>
                    <a:bodyPr/>
                    <a:lstStyle/>
                    <a:p>
                      <a:r>
                        <a:t>20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Spa</a:t>
                      </a:r>
                    </a:p>
                  </a:txBody>
                  <a:tcPr>
                    <a:solidFill>
                      <a:srgbClr val="13EAC9"/>
                    </a:solidFill>
                  </a:tcPr>
                </a:tc>
                <a:tc>
                  <a:txBody>
                    <a:bodyPr/>
                    <a:lstStyle/>
                    <a:p>
                      <a:r>
                        <a:t>Baku</a:t>
                      </a:r>
                    </a:p>
                  </a:txBody>
                  <a:tcPr>
                    <a:solidFill>
                      <a:srgbClr val="13EAC9"/>
                    </a:solidFill>
                  </a:tcPr>
                </a:tc>
                <a:tc>
                  <a:txBody>
                    <a:bodyPr/>
                    <a:lstStyle/>
                    <a:p>
                      <a:r>
                        <a:t>Singapore</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35</a:t>
                      </a:r>
                    </a:p>
                  </a:txBody>
                  <a:tcPr>
                    <a:solidFill>
                      <a:srgbClr val="13EAC9"/>
                    </a:solidFill>
                  </a:tcPr>
                </a:tc>
                <a:tc>
                  <a:txBody>
                    <a:bodyPr/>
                    <a:lstStyle/>
                    <a:p>
                      <a:r>
                        <a:t>5</a:t>
                      </a:r>
                    </a:p>
                  </a:txBody>
                  <a:tcPr>
                    <a:solidFill>
                      <a:srgbClr val="13EAC9"/>
                    </a:solidFill>
                  </a:tcPr>
                </a:tc>
                <a:tc>
                  <a:txBody>
                    <a:bodyPr/>
                    <a:lstStyle/>
                    <a:p>
                      <a:r>
                        <a:t>20</a:t>
                      </a:r>
                    </a:p>
                  </a:txBody>
                  <a:tcPr>
                    <a:solidFill>
                      <a:srgbClr val="13EAC9"/>
                    </a:solidFill>
                  </a:tcPr>
                </a:tc>
                <a:tc>
                  <a:txBody>
                    <a:bodyPr/>
                    <a:lstStyle/>
                    <a:p>
                      <a:r>
                        <a:t>10</a:t>
                      </a:r>
                    </a:p>
                  </a:txBody>
                  <a:tcPr>
                    <a:solidFill>
                      <a:srgbClr val="13EAC9"/>
                    </a:solidFill>
                  </a:tcPr>
                </a:tc>
                <a:tc>
                  <a:txBody>
                    <a:bodyPr/>
                    <a:lstStyle/>
                    <a:p>
                      <a:endParaRP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Saudi Arabia</a:t>
                      </a:r>
                    </a:p>
                  </a:txBody>
                  <a:tcPr>
                    <a:solidFill>
                      <a:srgbClr val="9A0EEA"/>
                    </a:solidFill>
                  </a:tcPr>
                </a:tc>
                <a:tc>
                  <a:txBody>
                    <a:bodyPr/>
                    <a:lstStyle/>
                    <a:p>
                      <a:r>
                        <a:t>Silverstone</a:t>
                      </a:r>
                    </a:p>
                  </a:txBody>
                  <a:tcPr>
                    <a:solidFill>
                      <a:srgbClr val="9A0EEA"/>
                    </a:solidFill>
                  </a:tcPr>
                </a:tc>
                <a:tc>
                  <a:txBody>
                    <a:bodyPr/>
                    <a:lstStyle/>
                    <a:p>
                      <a:r>
                        <a:t>Baku</a:t>
                      </a:r>
                    </a:p>
                  </a:txBody>
                  <a:tcPr>
                    <a:solidFill>
                      <a:srgbClr val="9A0EEA"/>
                    </a:solidFill>
                  </a:tcPr>
                </a:tc>
                <a:tc>
                  <a:txBody>
                    <a:bodyPr/>
                    <a:lstStyle/>
                    <a:p>
                      <a:r>
                        <a:t>Singapore</a:t>
                      </a:r>
                    </a:p>
                  </a:txBody>
                  <a:tcPr>
                    <a:solidFill>
                      <a:srgbClr val="9A0EEA"/>
                    </a:solidFill>
                  </a:tcPr>
                </a:tc>
                <a:tc>
                  <a:txBody>
                    <a:bodyPr/>
                    <a:lstStyle/>
                    <a:p>
                      <a:r>
                        <a:t>Brazil</a:t>
                      </a:r>
                    </a:p>
                  </a:txBody>
                  <a:tcPr>
                    <a:solidFill>
                      <a:srgbClr val="9A0EEA"/>
                    </a:solidFill>
                  </a:tcPr>
                </a:tc>
                <a:extLst>
                  <a:ext uri="{0D108BD9-81ED-4DB2-BD59-A6C34878D82A}">
                    <a16:rowId xmlns:a16="http://schemas.microsoft.com/office/drawing/2014/main" val="10012"/>
                  </a:ext>
                </a:extLst>
              </a:tr>
              <a:tr h="293918">
                <a:tc>
                  <a:txBody>
                    <a:bodyPr/>
                    <a:lstStyle/>
                    <a:p>
                      <a:r>
                        <a:t>70</a:t>
                      </a:r>
                    </a:p>
                  </a:txBody>
                  <a:tcPr>
                    <a:solidFill>
                      <a:srgbClr val="9A0EEA"/>
                    </a:solidFill>
                  </a:tcPr>
                </a:tc>
                <a:tc>
                  <a:txBody>
                    <a:bodyPr/>
                    <a:lstStyle/>
                    <a:p>
                      <a:r>
                        <a:t>10</a:t>
                      </a:r>
                    </a:p>
                  </a:txBody>
                  <a:tcPr>
                    <a:solidFill>
                      <a:srgbClr val="9A0EEA"/>
                    </a:solidFill>
                  </a:tcPr>
                </a:tc>
                <a:tc>
                  <a:txBody>
                    <a:bodyPr/>
                    <a:lstStyle/>
                    <a:p>
                      <a:r>
                        <a:t>10</a:t>
                      </a:r>
                    </a:p>
                  </a:txBody>
                  <a:tcPr>
                    <a:solidFill>
                      <a:srgbClr val="9A0EEA"/>
                    </a:solidFill>
                  </a:tcPr>
                </a:tc>
                <a:tc>
                  <a:txBody>
                    <a:bodyPr/>
                    <a:lstStyle/>
                    <a:p>
                      <a:r>
                        <a:t>20</a:t>
                      </a:r>
                    </a:p>
                  </a:txBody>
                  <a:tcPr>
                    <a:solidFill>
                      <a:srgbClr val="9A0EEA"/>
                    </a:solidFill>
                  </a:tcPr>
                </a:tc>
                <a:tc>
                  <a:txBody>
                    <a:bodyPr/>
                    <a:lstStyle/>
                    <a:p>
                      <a:r>
                        <a:t>10</a:t>
                      </a:r>
                    </a:p>
                  </a:txBody>
                  <a:tcPr>
                    <a:solidFill>
                      <a:srgbClr val="9A0EEA"/>
                    </a:solidFill>
                  </a:tcPr>
                </a:tc>
                <a:tc>
                  <a:txBody>
                    <a:bodyPr/>
                    <a:lstStyle/>
                    <a:p>
                      <a:r>
                        <a:t>20</a:t>
                      </a: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684</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725</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674</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863</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638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702</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617</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Blowy Engines @ Las Vegas</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Australia</a:t>
                      </a:r>
                    </a:p>
                  </a:txBody>
                  <a:tcPr>
                    <a:solidFill>
                      <a:srgbClr val="040273"/>
                    </a:solidFill>
                  </a:tcPr>
                </a:tc>
                <a:tc>
                  <a:txBody>
                    <a:bodyPr/>
                    <a:lstStyle/>
                    <a:p>
                      <a:r>
                        <a:t>China</a:t>
                      </a:r>
                    </a:p>
                  </a:txBody>
                  <a:tcPr>
                    <a:solidFill>
                      <a:srgbClr val="040273"/>
                    </a:solidFill>
                  </a:tcPr>
                </a:tc>
                <a:tc>
                  <a:txBody>
                    <a:bodyPr/>
                    <a:lstStyle/>
                    <a:p>
                      <a:r>
                        <a:t>Monaco</a:t>
                      </a:r>
                    </a:p>
                  </a:txBody>
                  <a:tcPr>
                    <a:solidFill>
                      <a:srgbClr val="040273"/>
                    </a:solidFill>
                  </a:tcPr>
                </a:tc>
                <a:tc>
                  <a:txBody>
                    <a:bodyPr/>
                    <a:lstStyle/>
                    <a:p>
                      <a:r>
                        <a:t>COTA</a:t>
                      </a:r>
                    </a:p>
                  </a:txBody>
                  <a:tcPr>
                    <a:solidFill>
                      <a:srgbClr val="040273"/>
                    </a:solidFill>
                  </a:tcPr>
                </a:tc>
                <a:tc>
                  <a:txBody>
                    <a:bodyPr/>
                    <a:lstStyle/>
                    <a:p>
                      <a:r>
                        <a:t>Qatar</a:t>
                      </a:r>
                    </a:p>
                  </a:txBody>
                  <a:tcPr>
                    <a:solidFill>
                      <a:srgbClr val="040273"/>
                    </a:solidFill>
                  </a:tcPr>
                </a:tc>
                <a:extLst>
                  <a:ext uri="{0D108BD9-81ED-4DB2-BD59-A6C34878D82A}">
                    <a16:rowId xmlns:a16="http://schemas.microsoft.com/office/drawing/2014/main" val="10000"/>
                  </a:ext>
                </a:extLst>
              </a:tr>
              <a:tr h="293914">
                <a:tc>
                  <a:txBody>
                    <a:bodyPr/>
                    <a:lstStyle/>
                    <a:p>
                      <a:r>
                        <a:t>55</a:t>
                      </a:r>
                    </a:p>
                  </a:txBody>
                  <a:tcPr>
                    <a:solidFill>
                      <a:srgbClr val="040273"/>
                    </a:solidFill>
                  </a:tcPr>
                </a:tc>
                <a:tc>
                  <a:txBody>
                    <a:bodyPr/>
                    <a:lstStyle/>
                    <a:p>
                      <a:r>
                        <a:t>15</a:t>
                      </a:r>
                    </a:p>
                  </a:txBody>
                  <a:tcPr>
                    <a:solidFill>
                      <a:srgbClr val="040273"/>
                    </a:solidFill>
                  </a:tcPr>
                </a:tc>
                <a:tc>
                  <a:txBody>
                    <a:bodyPr/>
                    <a:lstStyle/>
                    <a:p>
                      <a:r>
                        <a:t>15</a:t>
                      </a:r>
                    </a:p>
                  </a:txBody>
                  <a:tcPr>
                    <a:solidFill>
                      <a:srgbClr val="040273"/>
                    </a:solidFill>
                  </a:tcPr>
                </a:tc>
                <a:tc>
                  <a:txBody>
                    <a:bodyPr/>
                    <a:lstStyle/>
                    <a:p>
                      <a:r>
                        <a:t>20</a:t>
                      </a:r>
                    </a:p>
                  </a:txBody>
                  <a:tcPr>
                    <a:solidFill>
                      <a:srgbClr val="040273"/>
                    </a:solidFill>
                  </a:tcPr>
                </a:tc>
                <a:tc>
                  <a:txBody>
                    <a:bodyPr/>
                    <a:lstStyle/>
                    <a:p>
                      <a:r>
                        <a:t>5</a:t>
                      </a:r>
                    </a:p>
                  </a:txBody>
                  <a:tcPr>
                    <a:solidFill>
                      <a:srgbClr val="040273"/>
                    </a:solidFill>
                  </a:tcPr>
                </a:tc>
                <a:tc>
                  <a:txBody>
                    <a:bodyPr/>
                    <a:lstStyle/>
                    <a:p>
                      <a:endParaRP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Monaco</a:t>
                      </a:r>
                    </a:p>
                  </a:txBody>
                  <a:tcPr>
                    <a:solidFill>
                      <a:srgbClr val="E8002D"/>
                    </a:solidFill>
                  </a:tcPr>
                </a:tc>
                <a:tc>
                  <a:txBody>
                    <a:bodyPr/>
                    <a:lstStyle/>
                    <a:p>
                      <a:r>
                        <a:t>Hungary</a:t>
                      </a:r>
                    </a:p>
                  </a:txBody>
                  <a:tcPr>
                    <a:solidFill>
                      <a:srgbClr val="E8002D"/>
                    </a:solidFill>
                  </a:tcPr>
                </a:tc>
                <a:tc>
                  <a:txBody>
                    <a:bodyPr/>
                    <a:lstStyle/>
                    <a:p>
                      <a:r>
                        <a:t>Baku</a:t>
                      </a:r>
                    </a:p>
                  </a:txBody>
                  <a:tcPr>
                    <a:solidFill>
                      <a:srgbClr val="E8002D"/>
                    </a:solidFill>
                  </a:tcPr>
                </a:tc>
                <a:tc>
                  <a:txBody>
                    <a:bodyPr/>
                    <a:lstStyle/>
                    <a:p>
                      <a:r>
                        <a:t>Qatar</a:t>
                      </a:r>
                    </a:p>
                  </a:txBody>
                  <a:tcPr>
                    <a:solidFill>
                      <a:srgbClr val="E8002D"/>
                    </a:solidFill>
                  </a:tcPr>
                </a:tc>
                <a:extLst>
                  <a:ext uri="{0D108BD9-81ED-4DB2-BD59-A6C34878D82A}">
                    <a16:rowId xmlns:a16="http://schemas.microsoft.com/office/drawing/2014/main" val="10002"/>
                  </a:ext>
                </a:extLst>
              </a:tr>
              <a:tr h="293914">
                <a:tc>
                  <a:txBody>
                    <a:bodyPr/>
                    <a:lstStyle/>
                    <a:p>
                      <a:r>
                        <a:t>60</a:t>
                      </a:r>
                    </a:p>
                  </a:txBody>
                  <a:tcPr>
                    <a:solidFill>
                      <a:srgbClr val="E8002D"/>
                    </a:solidFill>
                  </a:tcPr>
                </a:tc>
                <a:tc>
                  <a:txBody>
                    <a:bodyPr/>
                    <a:lstStyle/>
                    <a:p>
                      <a:r>
                        <a:t>15</a:t>
                      </a:r>
                    </a:p>
                  </a:txBody>
                  <a:tcPr>
                    <a:solidFill>
                      <a:srgbClr val="E8002D"/>
                    </a:solidFill>
                  </a:tcPr>
                </a:tc>
                <a:tc>
                  <a:txBody>
                    <a:bodyPr/>
                    <a:lstStyle/>
                    <a:p>
                      <a:r>
                        <a:t>20</a:t>
                      </a:r>
                    </a:p>
                  </a:txBody>
                  <a:tcPr>
                    <a:solidFill>
                      <a:srgbClr val="E8002D"/>
                    </a:solidFill>
                  </a:tcPr>
                </a:tc>
                <a:tc>
                  <a:txBody>
                    <a:bodyPr/>
                    <a:lstStyle/>
                    <a:p>
                      <a:r>
                        <a:t>5</a:t>
                      </a:r>
                    </a:p>
                  </a:txBody>
                  <a:tcPr>
                    <a:solidFill>
                      <a:srgbClr val="E8002D"/>
                    </a:solidFill>
                  </a:tcPr>
                </a:tc>
                <a:tc>
                  <a:txBody>
                    <a:bodyPr/>
                    <a:lstStyle/>
                    <a:p>
                      <a:r>
                        <a:t>20</a:t>
                      </a:r>
                    </a:p>
                  </a:txBody>
                  <a:tcPr>
                    <a:solidFill>
                      <a:srgbClr val="E8002D"/>
                    </a:solidFill>
                  </a:tcPr>
                </a:tc>
                <a:tc>
                  <a:txBody>
                    <a:bodyPr/>
                    <a:lstStyle/>
                    <a:p>
                      <a:endParaRP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Saudi Arabia</a:t>
                      </a:r>
                    </a:p>
                  </a:txBody>
                  <a:tcPr>
                    <a:solidFill>
                      <a:srgbClr val="FAC205"/>
                    </a:solidFill>
                  </a:tcPr>
                </a:tc>
                <a:tc>
                  <a:txBody>
                    <a:bodyPr/>
                    <a:lstStyle/>
                    <a:p>
                      <a:r>
                        <a:t>Miami</a:t>
                      </a:r>
                    </a:p>
                  </a:txBody>
                  <a:tcPr>
                    <a:solidFill>
                      <a:srgbClr val="FAC205"/>
                    </a:solidFill>
                  </a:tcPr>
                </a:tc>
                <a:tc>
                  <a:txBody>
                    <a:bodyPr/>
                    <a:lstStyle/>
                    <a:p>
                      <a:r>
                        <a:t>Monaco</a:t>
                      </a:r>
                    </a:p>
                  </a:txBody>
                  <a:tcPr>
                    <a:solidFill>
                      <a:srgbClr val="FAC205"/>
                    </a:solidFill>
                  </a:tcPr>
                </a:tc>
                <a:tc>
                  <a:txBody>
                    <a:bodyPr/>
                    <a:lstStyle/>
                    <a:p>
                      <a:r>
                        <a:t>Baku</a:t>
                      </a:r>
                    </a:p>
                  </a:txBody>
                  <a:tcPr>
                    <a:solidFill>
                      <a:srgbClr val="FAC205"/>
                    </a:solidFill>
                  </a:tcPr>
                </a:tc>
                <a:tc>
                  <a:txBody>
                    <a:bodyPr/>
                    <a:lstStyle/>
                    <a:p>
                      <a:r>
                        <a:t>Abu Dhabi</a:t>
                      </a:r>
                    </a:p>
                  </a:txBody>
                  <a:tcPr>
                    <a:solidFill>
                      <a:srgbClr val="FAC205"/>
                    </a:solidFill>
                  </a:tcPr>
                </a:tc>
                <a:extLst>
                  <a:ext uri="{0D108BD9-81ED-4DB2-BD59-A6C34878D82A}">
                    <a16:rowId xmlns:a16="http://schemas.microsoft.com/office/drawing/2014/main" val="10004"/>
                  </a:ext>
                </a:extLst>
              </a:tr>
              <a:tr h="293914">
                <a:tc>
                  <a:txBody>
                    <a:bodyPr/>
                    <a:lstStyle/>
                    <a:p>
                      <a:r>
                        <a:t>55</a:t>
                      </a:r>
                    </a:p>
                  </a:txBody>
                  <a:tcPr>
                    <a:solidFill>
                      <a:srgbClr val="FAC205"/>
                    </a:solidFill>
                  </a:tcPr>
                </a:tc>
                <a:tc>
                  <a:txBody>
                    <a:bodyPr/>
                    <a:lstStyle/>
                    <a:p>
                      <a:r>
                        <a:t>10</a:t>
                      </a:r>
                    </a:p>
                  </a:txBody>
                  <a:tcPr>
                    <a:solidFill>
                      <a:srgbClr val="FAC205"/>
                    </a:solidFill>
                  </a:tcPr>
                </a:tc>
                <a:tc>
                  <a:txBody>
                    <a:bodyPr/>
                    <a:lstStyle/>
                    <a:p>
                      <a:r>
                        <a:t>5</a:t>
                      </a:r>
                    </a:p>
                  </a:txBody>
                  <a:tcPr>
                    <a:solidFill>
                      <a:srgbClr val="FAC205"/>
                    </a:solidFill>
                  </a:tcPr>
                </a:tc>
                <a:tc>
                  <a:txBody>
                    <a:bodyPr/>
                    <a:lstStyle/>
                    <a:p>
                      <a:r>
                        <a:t>20</a:t>
                      </a:r>
                    </a:p>
                  </a:txBody>
                  <a:tcPr>
                    <a:solidFill>
                      <a:srgbClr val="FAC205"/>
                    </a:solidFill>
                  </a:tcPr>
                </a:tc>
                <a:tc>
                  <a:txBody>
                    <a:bodyPr/>
                    <a:lstStyle/>
                    <a:p>
                      <a:r>
                        <a:t>20</a:t>
                      </a: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Bahrain</a:t>
                      </a:r>
                    </a:p>
                  </a:txBody>
                  <a:tcPr>
                    <a:solidFill>
                      <a:srgbClr val="028F1E"/>
                    </a:solidFill>
                  </a:tcPr>
                </a:tc>
                <a:tc>
                  <a:txBody>
                    <a:bodyPr/>
                    <a:lstStyle/>
                    <a:p>
                      <a:r>
                        <a:t>Monaco</a:t>
                      </a:r>
                    </a:p>
                  </a:txBody>
                  <a:tcPr>
                    <a:solidFill>
                      <a:srgbClr val="028F1E"/>
                    </a:solidFill>
                  </a:tcPr>
                </a:tc>
                <a:tc>
                  <a:txBody>
                    <a:bodyPr/>
                    <a:lstStyle/>
                    <a:p>
                      <a:r>
                        <a:t>Baku</a:t>
                      </a:r>
                    </a:p>
                  </a:txBody>
                  <a:tcPr>
                    <a:solidFill>
                      <a:srgbClr val="028F1E"/>
                    </a:solidFill>
                  </a:tcPr>
                </a:tc>
                <a:tc>
                  <a:txBody>
                    <a:bodyPr/>
                    <a:lstStyle/>
                    <a:p>
                      <a:r>
                        <a:t>Singapore</a:t>
                      </a:r>
                    </a:p>
                  </a:txBody>
                  <a:tcPr>
                    <a:solidFill>
                      <a:srgbClr val="028F1E"/>
                    </a:solidFill>
                  </a:tcPr>
                </a:tc>
                <a:tc>
                  <a:txBody>
                    <a:bodyPr/>
                    <a:lstStyle/>
                    <a:p>
                      <a:r>
                        <a:t>Mexico</a:t>
                      </a:r>
                    </a:p>
                  </a:txBody>
                  <a:tcPr>
                    <a:solidFill>
                      <a:srgbClr val="028F1E"/>
                    </a:solidFill>
                  </a:tcPr>
                </a:tc>
                <a:extLst>
                  <a:ext uri="{0D108BD9-81ED-4DB2-BD59-A6C34878D82A}">
                    <a16:rowId xmlns:a16="http://schemas.microsoft.com/office/drawing/2014/main" val="10006"/>
                  </a:ext>
                </a:extLst>
              </a:tr>
              <a:tr h="293914">
                <a:tc>
                  <a:txBody>
                    <a:bodyPr/>
                    <a:lstStyle/>
                    <a:p>
                      <a:r>
                        <a:t>65</a:t>
                      </a:r>
                    </a:p>
                  </a:txBody>
                  <a:tcPr>
                    <a:solidFill>
                      <a:srgbClr val="028F1E"/>
                    </a:solidFill>
                  </a:tcPr>
                </a:tc>
                <a:tc>
                  <a:txBody>
                    <a:bodyPr/>
                    <a:lstStyle/>
                    <a:p>
                      <a:r>
                        <a:t>0</a:t>
                      </a:r>
                    </a:p>
                  </a:txBody>
                  <a:tcPr>
                    <a:solidFill>
                      <a:srgbClr val="028F1E"/>
                    </a:solidFill>
                  </a:tcPr>
                </a:tc>
                <a:tc>
                  <a:txBody>
                    <a:bodyPr/>
                    <a:lstStyle/>
                    <a:p>
                      <a:r>
                        <a:t>20</a:t>
                      </a:r>
                    </a:p>
                  </a:txBody>
                  <a:tcPr>
                    <a:solidFill>
                      <a:srgbClr val="028F1E"/>
                    </a:solidFill>
                  </a:tcPr>
                </a:tc>
                <a:tc>
                  <a:txBody>
                    <a:bodyPr/>
                    <a:lstStyle/>
                    <a:p>
                      <a:r>
                        <a:t>20</a:t>
                      </a:r>
                    </a:p>
                  </a:txBody>
                  <a:tcPr>
                    <a:solidFill>
                      <a:srgbClr val="028F1E"/>
                    </a:solidFill>
                  </a:tcPr>
                </a:tc>
                <a:tc>
                  <a:txBody>
                    <a:bodyPr/>
                    <a:lstStyle/>
                    <a:p>
                      <a:r>
                        <a:t>10</a:t>
                      </a:r>
                    </a:p>
                  </a:txBody>
                  <a:tcPr>
                    <a:solidFill>
                      <a:srgbClr val="028F1E"/>
                    </a:solidFill>
                  </a:tcPr>
                </a:tc>
                <a:tc>
                  <a:txBody>
                    <a:bodyPr/>
                    <a:lstStyle/>
                    <a:p>
                      <a:r>
                        <a:t>15</a:t>
                      </a: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Saudi Arabia</a:t>
                      </a:r>
                    </a:p>
                  </a:txBody>
                  <a:tcPr>
                    <a:solidFill>
                      <a:srgbClr val="FF5B00"/>
                    </a:solidFill>
                  </a:tcPr>
                </a:tc>
                <a:tc>
                  <a:txBody>
                    <a:bodyPr/>
                    <a:lstStyle/>
                    <a:p>
                      <a:r>
                        <a:t>Monaco</a:t>
                      </a:r>
                    </a:p>
                  </a:txBody>
                  <a:tcPr>
                    <a:solidFill>
                      <a:srgbClr val="FF5B00"/>
                    </a:solidFill>
                  </a:tcPr>
                </a:tc>
                <a:tc>
                  <a:txBody>
                    <a:bodyPr/>
                    <a:lstStyle/>
                    <a:p>
                      <a:r>
                        <a:t>Las Vegas</a:t>
                      </a:r>
                    </a:p>
                  </a:txBody>
                  <a:tcPr>
                    <a:solidFill>
                      <a:srgbClr val="FF5B00"/>
                    </a:solidFill>
                  </a:tcPr>
                </a:tc>
                <a:tc>
                  <a:txBody>
                    <a:bodyPr/>
                    <a:lstStyle/>
                    <a:p>
                      <a:r>
                        <a:t>Qatar</a:t>
                      </a:r>
                    </a:p>
                  </a:txBody>
                  <a:tcPr>
                    <a:solidFill>
                      <a:srgbClr val="FF5B00"/>
                    </a:solidFill>
                  </a:tcPr>
                </a:tc>
                <a:tc>
                  <a:txBody>
                    <a:bodyPr/>
                    <a:lstStyle/>
                    <a:p>
                      <a:r>
                        <a:t>Abu Dhabi</a:t>
                      </a:r>
                    </a:p>
                  </a:txBody>
                  <a:tcPr>
                    <a:solidFill>
                      <a:srgbClr val="FF5B00"/>
                    </a:solidFill>
                  </a:tcPr>
                </a:tc>
                <a:extLst>
                  <a:ext uri="{0D108BD9-81ED-4DB2-BD59-A6C34878D82A}">
                    <a16:rowId xmlns:a16="http://schemas.microsoft.com/office/drawing/2014/main" val="10008"/>
                  </a:ext>
                </a:extLst>
              </a:tr>
              <a:tr h="293914">
                <a:tc>
                  <a:txBody>
                    <a:bodyPr/>
                    <a:lstStyle/>
                    <a:p>
                      <a:r>
                        <a:t>40</a:t>
                      </a:r>
                    </a:p>
                  </a:txBody>
                  <a:tcPr>
                    <a:solidFill>
                      <a:srgbClr val="FF5B00"/>
                    </a:solidFill>
                  </a:tcPr>
                </a:tc>
                <a:tc>
                  <a:txBody>
                    <a:bodyPr/>
                    <a:lstStyle/>
                    <a:p>
                      <a:r>
                        <a:t>10</a:t>
                      </a:r>
                    </a:p>
                  </a:txBody>
                  <a:tcPr>
                    <a:solidFill>
                      <a:srgbClr val="FF5B00"/>
                    </a:solidFill>
                  </a:tcPr>
                </a:tc>
                <a:tc>
                  <a:txBody>
                    <a:bodyPr/>
                    <a:lstStyle/>
                    <a:p>
                      <a:r>
                        <a:t>20</a:t>
                      </a:r>
                    </a:p>
                  </a:txBody>
                  <a:tcPr>
                    <a:solidFill>
                      <a:srgbClr val="FF5B00"/>
                    </a:solidFill>
                  </a:tcPr>
                </a:tc>
                <a:tc>
                  <a:txBody>
                    <a:bodyPr/>
                    <a:lstStyle/>
                    <a:p>
                      <a:r>
                        <a:t>10</a:t>
                      </a:r>
                    </a:p>
                  </a:txBody>
                  <a:tcPr>
                    <a:solidFill>
                      <a:srgbClr val="FF5B00"/>
                    </a:solidFill>
                  </a:tcPr>
                </a:tc>
                <a:tc>
                  <a:txBody>
                    <a:bodyPr/>
                    <a:lstStyle/>
                    <a:p>
                      <a:endParaRP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Spa</a:t>
                      </a:r>
                    </a:p>
                  </a:txBody>
                  <a:tcPr>
                    <a:solidFill>
                      <a:srgbClr val="13EAC9"/>
                    </a:solidFill>
                  </a:tcPr>
                </a:tc>
                <a:tc>
                  <a:txBody>
                    <a:bodyPr/>
                    <a:lstStyle/>
                    <a:p>
                      <a:r>
                        <a:t>Baku</a:t>
                      </a:r>
                    </a:p>
                  </a:txBody>
                  <a:tcPr>
                    <a:solidFill>
                      <a:srgbClr val="13EAC9"/>
                    </a:solidFill>
                  </a:tcPr>
                </a:tc>
                <a:tc>
                  <a:txBody>
                    <a:bodyPr/>
                    <a:lstStyle/>
                    <a:p>
                      <a:r>
                        <a:t>Singapore</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45</a:t>
                      </a:r>
                    </a:p>
                  </a:txBody>
                  <a:tcPr>
                    <a:solidFill>
                      <a:srgbClr val="13EAC9"/>
                    </a:solidFill>
                  </a:tcPr>
                </a:tc>
                <a:tc>
                  <a:txBody>
                    <a:bodyPr/>
                    <a:lstStyle/>
                    <a:p>
                      <a:r>
                        <a:t>5</a:t>
                      </a:r>
                    </a:p>
                  </a:txBody>
                  <a:tcPr>
                    <a:solidFill>
                      <a:srgbClr val="13EAC9"/>
                    </a:solidFill>
                  </a:tcPr>
                </a:tc>
                <a:tc>
                  <a:txBody>
                    <a:bodyPr/>
                    <a:lstStyle/>
                    <a:p>
                      <a:r>
                        <a:t>20</a:t>
                      </a:r>
                    </a:p>
                  </a:txBody>
                  <a:tcPr>
                    <a:solidFill>
                      <a:srgbClr val="13EAC9"/>
                    </a:solidFill>
                  </a:tcPr>
                </a:tc>
                <a:tc>
                  <a:txBody>
                    <a:bodyPr/>
                    <a:lstStyle/>
                    <a:p>
                      <a:r>
                        <a:t>10</a:t>
                      </a:r>
                    </a:p>
                  </a:txBody>
                  <a:tcPr>
                    <a:solidFill>
                      <a:srgbClr val="13EAC9"/>
                    </a:solidFill>
                  </a:tcPr>
                </a:tc>
                <a:tc>
                  <a:txBody>
                    <a:bodyPr/>
                    <a:lstStyle/>
                    <a:p>
                      <a:r>
                        <a:t>10</a:t>
                      </a: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Saudi Arabia</a:t>
                      </a:r>
                    </a:p>
                  </a:txBody>
                  <a:tcPr>
                    <a:solidFill>
                      <a:srgbClr val="9A0EEA"/>
                    </a:solidFill>
                  </a:tcPr>
                </a:tc>
                <a:tc>
                  <a:txBody>
                    <a:bodyPr/>
                    <a:lstStyle/>
                    <a:p>
                      <a:r>
                        <a:t>Silverstone</a:t>
                      </a:r>
                    </a:p>
                  </a:txBody>
                  <a:tcPr>
                    <a:solidFill>
                      <a:srgbClr val="9A0EEA"/>
                    </a:solidFill>
                  </a:tcPr>
                </a:tc>
                <a:tc>
                  <a:txBody>
                    <a:bodyPr/>
                    <a:lstStyle/>
                    <a:p>
                      <a:r>
                        <a:t>Baku</a:t>
                      </a:r>
                    </a:p>
                  </a:txBody>
                  <a:tcPr>
                    <a:solidFill>
                      <a:srgbClr val="9A0EEA"/>
                    </a:solidFill>
                  </a:tcPr>
                </a:tc>
                <a:tc>
                  <a:txBody>
                    <a:bodyPr/>
                    <a:lstStyle/>
                    <a:p>
                      <a:r>
                        <a:t>Singapore</a:t>
                      </a:r>
                    </a:p>
                  </a:txBody>
                  <a:tcPr>
                    <a:solidFill>
                      <a:srgbClr val="9A0EEA"/>
                    </a:solidFill>
                  </a:tcPr>
                </a:tc>
                <a:tc>
                  <a:txBody>
                    <a:bodyPr/>
                    <a:lstStyle/>
                    <a:p>
                      <a:r>
                        <a:t>Brazil</a:t>
                      </a:r>
                    </a:p>
                  </a:txBody>
                  <a:tcPr>
                    <a:solidFill>
                      <a:srgbClr val="9A0EEA"/>
                    </a:solidFill>
                  </a:tcPr>
                </a:tc>
                <a:extLst>
                  <a:ext uri="{0D108BD9-81ED-4DB2-BD59-A6C34878D82A}">
                    <a16:rowId xmlns:a16="http://schemas.microsoft.com/office/drawing/2014/main" val="10012"/>
                  </a:ext>
                </a:extLst>
              </a:tr>
              <a:tr h="293918">
                <a:tc>
                  <a:txBody>
                    <a:bodyPr/>
                    <a:lstStyle/>
                    <a:p>
                      <a:r>
                        <a:t>70</a:t>
                      </a:r>
                    </a:p>
                  </a:txBody>
                  <a:tcPr>
                    <a:solidFill>
                      <a:srgbClr val="9A0EEA"/>
                    </a:solidFill>
                  </a:tcPr>
                </a:tc>
                <a:tc>
                  <a:txBody>
                    <a:bodyPr/>
                    <a:lstStyle/>
                    <a:p>
                      <a:r>
                        <a:t>10</a:t>
                      </a:r>
                    </a:p>
                  </a:txBody>
                  <a:tcPr>
                    <a:solidFill>
                      <a:srgbClr val="9A0EEA"/>
                    </a:solidFill>
                  </a:tcPr>
                </a:tc>
                <a:tc>
                  <a:txBody>
                    <a:bodyPr/>
                    <a:lstStyle/>
                    <a:p>
                      <a:r>
                        <a:t>10</a:t>
                      </a:r>
                    </a:p>
                  </a:txBody>
                  <a:tcPr>
                    <a:solidFill>
                      <a:srgbClr val="9A0EEA"/>
                    </a:solidFill>
                  </a:tcPr>
                </a:tc>
                <a:tc>
                  <a:txBody>
                    <a:bodyPr/>
                    <a:lstStyle/>
                    <a:p>
                      <a:r>
                        <a:t>20</a:t>
                      </a:r>
                    </a:p>
                  </a:txBody>
                  <a:tcPr>
                    <a:solidFill>
                      <a:srgbClr val="9A0EEA"/>
                    </a:solidFill>
                  </a:tcPr>
                </a:tc>
                <a:tc>
                  <a:txBody>
                    <a:bodyPr/>
                    <a:lstStyle/>
                    <a:p>
                      <a:r>
                        <a:t>10</a:t>
                      </a:r>
                    </a:p>
                  </a:txBody>
                  <a:tcPr>
                    <a:solidFill>
                      <a:srgbClr val="9A0EEA"/>
                    </a:solidFill>
                  </a:tcPr>
                </a:tc>
                <a:tc>
                  <a:txBody>
                    <a:bodyPr/>
                    <a:lstStyle/>
                    <a:p>
                      <a:r>
                        <a:t>20</a:t>
                      </a: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684</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725</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674</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863</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648</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712</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617</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Blowy Engines @ Qatar</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Australia</a:t>
                      </a:r>
                    </a:p>
                  </a:txBody>
                  <a:tcPr>
                    <a:solidFill>
                      <a:srgbClr val="040273"/>
                    </a:solidFill>
                  </a:tcPr>
                </a:tc>
                <a:tc>
                  <a:txBody>
                    <a:bodyPr/>
                    <a:lstStyle/>
                    <a:p>
                      <a:r>
                        <a:t>China</a:t>
                      </a:r>
                    </a:p>
                  </a:txBody>
                  <a:tcPr>
                    <a:solidFill>
                      <a:srgbClr val="040273"/>
                    </a:solidFill>
                  </a:tcPr>
                </a:tc>
                <a:tc>
                  <a:txBody>
                    <a:bodyPr/>
                    <a:lstStyle/>
                    <a:p>
                      <a:r>
                        <a:t>Monaco</a:t>
                      </a:r>
                    </a:p>
                  </a:txBody>
                  <a:tcPr>
                    <a:solidFill>
                      <a:srgbClr val="040273"/>
                    </a:solidFill>
                  </a:tcPr>
                </a:tc>
                <a:tc>
                  <a:txBody>
                    <a:bodyPr/>
                    <a:lstStyle/>
                    <a:p>
                      <a:r>
                        <a:t>COTA</a:t>
                      </a:r>
                    </a:p>
                  </a:txBody>
                  <a:tcPr>
                    <a:solidFill>
                      <a:srgbClr val="040273"/>
                    </a:solidFill>
                  </a:tcPr>
                </a:tc>
                <a:tc>
                  <a:txBody>
                    <a:bodyPr/>
                    <a:lstStyle/>
                    <a:p>
                      <a:r>
                        <a:t>Qatar</a:t>
                      </a:r>
                    </a:p>
                  </a:txBody>
                  <a:tcPr>
                    <a:solidFill>
                      <a:srgbClr val="040273"/>
                    </a:solidFill>
                  </a:tcPr>
                </a:tc>
                <a:extLst>
                  <a:ext uri="{0D108BD9-81ED-4DB2-BD59-A6C34878D82A}">
                    <a16:rowId xmlns:a16="http://schemas.microsoft.com/office/drawing/2014/main" val="10000"/>
                  </a:ext>
                </a:extLst>
              </a:tr>
              <a:tr h="293914">
                <a:tc>
                  <a:txBody>
                    <a:bodyPr/>
                    <a:lstStyle/>
                    <a:p>
                      <a:r>
                        <a:t>80</a:t>
                      </a:r>
                    </a:p>
                  </a:txBody>
                  <a:tcPr>
                    <a:solidFill>
                      <a:srgbClr val="040273"/>
                    </a:solidFill>
                  </a:tcPr>
                </a:tc>
                <a:tc>
                  <a:txBody>
                    <a:bodyPr/>
                    <a:lstStyle/>
                    <a:p>
                      <a:r>
                        <a:t>15</a:t>
                      </a:r>
                    </a:p>
                  </a:txBody>
                  <a:tcPr>
                    <a:solidFill>
                      <a:srgbClr val="040273"/>
                    </a:solidFill>
                  </a:tcPr>
                </a:tc>
                <a:tc>
                  <a:txBody>
                    <a:bodyPr/>
                    <a:lstStyle/>
                    <a:p>
                      <a:r>
                        <a:t>15</a:t>
                      </a:r>
                    </a:p>
                  </a:txBody>
                  <a:tcPr>
                    <a:solidFill>
                      <a:srgbClr val="040273"/>
                    </a:solidFill>
                  </a:tcPr>
                </a:tc>
                <a:tc>
                  <a:txBody>
                    <a:bodyPr/>
                    <a:lstStyle/>
                    <a:p>
                      <a:r>
                        <a:t>20</a:t>
                      </a:r>
                    </a:p>
                  </a:txBody>
                  <a:tcPr>
                    <a:solidFill>
                      <a:srgbClr val="040273"/>
                    </a:solidFill>
                  </a:tcPr>
                </a:tc>
                <a:tc>
                  <a:txBody>
                    <a:bodyPr/>
                    <a:lstStyle/>
                    <a:p>
                      <a:r>
                        <a:t>5</a:t>
                      </a:r>
                    </a:p>
                  </a:txBody>
                  <a:tcPr>
                    <a:solidFill>
                      <a:srgbClr val="040273"/>
                    </a:solidFill>
                  </a:tcPr>
                </a:tc>
                <a:tc>
                  <a:txBody>
                    <a:bodyPr/>
                    <a:lstStyle/>
                    <a:p>
                      <a:r>
                        <a:t>25</a:t>
                      </a: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Monaco</a:t>
                      </a:r>
                    </a:p>
                  </a:txBody>
                  <a:tcPr>
                    <a:solidFill>
                      <a:srgbClr val="E8002D"/>
                    </a:solidFill>
                  </a:tcPr>
                </a:tc>
                <a:tc>
                  <a:txBody>
                    <a:bodyPr/>
                    <a:lstStyle/>
                    <a:p>
                      <a:r>
                        <a:t>Hungary</a:t>
                      </a:r>
                    </a:p>
                  </a:txBody>
                  <a:tcPr>
                    <a:solidFill>
                      <a:srgbClr val="E8002D"/>
                    </a:solidFill>
                  </a:tcPr>
                </a:tc>
                <a:tc>
                  <a:txBody>
                    <a:bodyPr/>
                    <a:lstStyle/>
                    <a:p>
                      <a:r>
                        <a:t>Baku</a:t>
                      </a:r>
                    </a:p>
                  </a:txBody>
                  <a:tcPr>
                    <a:solidFill>
                      <a:srgbClr val="E8002D"/>
                    </a:solidFill>
                  </a:tcPr>
                </a:tc>
                <a:tc>
                  <a:txBody>
                    <a:bodyPr/>
                    <a:lstStyle/>
                    <a:p>
                      <a:r>
                        <a:t>Qatar</a:t>
                      </a:r>
                    </a:p>
                  </a:txBody>
                  <a:tcPr>
                    <a:solidFill>
                      <a:srgbClr val="E8002D"/>
                    </a:solidFill>
                  </a:tcPr>
                </a:tc>
                <a:extLst>
                  <a:ext uri="{0D108BD9-81ED-4DB2-BD59-A6C34878D82A}">
                    <a16:rowId xmlns:a16="http://schemas.microsoft.com/office/drawing/2014/main" val="10002"/>
                  </a:ext>
                </a:extLst>
              </a:tr>
              <a:tr h="293914">
                <a:tc>
                  <a:txBody>
                    <a:bodyPr/>
                    <a:lstStyle/>
                    <a:p>
                      <a:r>
                        <a:t>85</a:t>
                      </a:r>
                    </a:p>
                  </a:txBody>
                  <a:tcPr>
                    <a:solidFill>
                      <a:srgbClr val="E8002D"/>
                    </a:solidFill>
                  </a:tcPr>
                </a:tc>
                <a:tc>
                  <a:txBody>
                    <a:bodyPr/>
                    <a:lstStyle/>
                    <a:p>
                      <a:r>
                        <a:t>15</a:t>
                      </a:r>
                    </a:p>
                  </a:txBody>
                  <a:tcPr>
                    <a:solidFill>
                      <a:srgbClr val="E8002D"/>
                    </a:solidFill>
                  </a:tcPr>
                </a:tc>
                <a:tc>
                  <a:txBody>
                    <a:bodyPr/>
                    <a:lstStyle/>
                    <a:p>
                      <a:r>
                        <a:t>20</a:t>
                      </a:r>
                    </a:p>
                  </a:txBody>
                  <a:tcPr>
                    <a:solidFill>
                      <a:srgbClr val="E8002D"/>
                    </a:solidFill>
                  </a:tcPr>
                </a:tc>
                <a:tc>
                  <a:txBody>
                    <a:bodyPr/>
                    <a:lstStyle/>
                    <a:p>
                      <a:r>
                        <a:t>5</a:t>
                      </a:r>
                    </a:p>
                  </a:txBody>
                  <a:tcPr>
                    <a:solidFill>
                      <a:srgbClr val="E8002D"/>
                    </a:solidFill>
                  </a:tcPr>
                </a:tc>
                <a:tc>
                  <a:txBody>
                    <a:bodyPr/>
                    <a:lstStyle/>
                    <a:p>
                      <a:r>
                        <a:t>20</a:t>
                      </a:r>
                    </a:p>
                  </a:txBody>
                  <a:tcPr>
                    <a:solidFill>
                      <a:srgbClr val="E8002D"/>
                    </a:solidFill>
                  </a:tcPr>
                </a:tc>
                <a:tc>
                  <a:txBody>
                    <a:bodyPr/>
                    <a:lstStyle/>
                    <a:p>
                      <a:r>
                        <a:t>25</a:t>
                      </a: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Saudi Arabia</a:t>
                      </a:r>
                    </a:p>
                  </a:txBody>
                  <a:tcPr>
                    <a:solidFill>
                      <a:srgbClr val="FAC205"/>
                    </a:solidFill>
                  </a:tcPr>
                </a:tc>
                <a:tc>
                  <a:txBody>
                    <a:bodyPr/>
                    <a:lstStyle/>
                    <a:p>
                      <a:r>
                        <a:t>Miami</a:t>
                      </a:r>
                    </a:p>
                  </a:txBody>
                  <a:tcPr>
                    <a:solidFill>
                      <a:srgbClr val="FAC205"/>
                    </a:solidFill>
                  </a:tcPr>
                </a:tc>
                <a:tc>
                  <a:txBody>
                    <a:bodyPr/>
                    <a:lstStyle/>
                    <a:p>
                      <a:r>
                        <a:t>Monaco</a:t>
                      </a:r>
                    </a:p>
                  </a:txBody>
                  <a:tcPr>
                    <a:solidFill>
                      <a:srgbClr val="FAC205"/>
                    </a:solidFill>
                  </a:tcPr>
                </a:tc>
                <a:tc>
                  <a:txBody>
                    <a:bodyPr/>
                    <a:lstStyle/>
                    <a:p>
                      <a:r>
                        <a:t>Baku</a:t>
                      </a:r>
                    </a:p>
                  </a:txBody>
                  <a:tcPr>
                    <a:solidFill>
                      <a:srgbClr val="FAC205"/>
                    </a:solidFill>
                  </a:tcPr>
                </a:tc>
                <a:tc>
                  <a:txBody>
                    <a:bodyPr/>
                    <a:lstStyle/>
                    <a:p>
                      <a:r>
                        <a:t>Abu Dhabi</a:t>
                      </a:r>
                    </a:p>
                  </a:txBody>
                  <a:tcPr>
                    <a:solidFill>
                      <a:srgbClr val="FAC205"/>
                    </a:solidFill>
                  </a:tcPr>
                </a:tc>
                <a:extLst>
                  <a:ext uri="{0D108BD9-81ED-4DB2-BD59-A6C34878D82A}">
                    <a16:rowId xmlns:a16="http://schemas.microsoft.com/office/drawing/2014/main" val="10004"/>
                  </a:ext>
                </a:extLst>
              </a:tr>
              <a:tr h="293914">
                <a:tc>
                  <a:txBody>
                    <a:bodyPr/>
                    <a:lstStyle/>
                    <a:p>
                      <a:r>
                        <a:t>55</a:t>
                      </a:r>
                    </a:p>
                  </a:txBody>
                  <a:tcPr>
                    <a:solidFill>
                      <a:srgbClr val="FAC205"/>
                    </a:solidFill>
                  </a:tcPr>
                </a:tc>
                <a:tc>
                  <a:txBody>
                    <a:bodyPr/>
                    <a:lstStyle/>
                    <a:p>
                      <a:r>
                        <a:t>10</a:t>
                      </a:r>
                    </a:p>
                  </a:txBody>
                  <a:tcPr>
                    <a:solidFill>
                      <a:srgbClr val="FAC205"/>
                    </a:solidFill>
                  </a:tcPr>
                </a:tc>
                <a:tc>
                  <a:txBody>
                    <a:bodyPr/>
                    <a:lstStyle/>
                    <a:p>
                      <a:r>
                        <a:t>5</a:t>
                      </a:r>
                    </a:p>
                  </a:txBody>
                  <a:tcPr>
                    <a:solidFill>
                      <a:srgbClr val="FAC205"/>
                    </a:solidFill>
                  </a:tcPr>
                </a:tc>
                <a:tc>
                  <a:txBody>
                    <a:bodyPr/>
                    <a:lstStyle/>
                    <a:p>
                      <a:r>
                        <a:t>20</a:t>
                      </a:r>
                    </a:p>
                  </a:txBody>
                  <a:tcPr>
                    <a:solidFill>
                      <a:srgbClr val="FAC205"/>
                    </a:solidFill>
                  </a:tcPr>
                </a:tc>
                <a:tc>
                  <a:txBody>
                    <a:bodyPr/>
                    <a:lstStyle/>
                    <a:p>
                      <a:r>
                        <a:t>20</a:t>
                      </a:r>
                    </a:p>
                  </a:txBody>
                  <a:tcPr>
                    <a:solidFill>
                      <a:srgbClr val="FAC205"/>
                    </a:solidFill>
                  </a:tcPr>
                </a:tc>
                <a:tc>
                  <a:txBody>
                    <a:bodyPr/>
                    <a:lstStyle/>
                    <a:p>
                      <a:endParaRP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Bahrain</a:t>
                      </a:r>
                    </a:p>
                  </a:txBody>
                  <a:tcPr>
                    <a:solidFill>
                      <a:srgbClr val="028F1E"/>
                    </a:solidFill>
                  </a:tcPr>
                </a:tc>
                <a:tc>
                  <a:txBody>
                    <a:bodyPr/>
                    <a:lstStyle/>
                    <a:p>
                      <a:r>
                        <a:t>Monaco</a:t>
                      </a:r>
                    </a:p>
                  </a:txBody>
                  <a:tcPr>
                    <a:solidFill>
                      <a:srgbClr val="028F1E"/>
                    </a:solidFill>
                  </a:tcPr>
                </a:tc>
                <a:tc>
                  <a:txBody>
                    <a:bodyPr/>
                    <a:lstStyle/>
                    <a:p>
                      <a:r>
                        <a:t>Baku</a:t>
                      </a:r>
                    </a:p>
                  </a:txBody>
                  <a:tcPr>
                    <a:solidFill>
                      <a:srgbClr val="028F1E"/>
                    </a:solidFill>
                  </a:tcPr>
                </a:tc>
                <a:tc>
                  <a:txBody>
                    <a:bodyPr/>
                    <a:lstStyle/>
                    <a:p>
                      <a:r>
                        <a:t>Singapore</a:t>
                      </a:r>
                    </a:p>
                  </a:txBody>
                  <a:tcPr>
                    <a:solidFill>
                      <a:srgbClr val="028F1E"/>
                    </a:solidFill>
                  </a:tcPr>
                </a:tc>
                <a:tc>
                  <a:txBody>
                    <a:bodyPr/>
                    <a:lstStyle/>
                    <a:p>
                      <a:r>
                        <a:t>Mexico</a:t>
                      </a:r>
                    </a:p>
                  </a:txBody>
                  <a:tcPr>
                    <a:solidFill>
                      <a:srgbClr val="028F1E"/>
                    </a:solidFill>
                  </a:tcPr>
                </a:tc>
                <a:extLst>
                  <a:ext uri="{0D108BD9-81ED-4DB2-BD59-A6C34878D82A}">
                    <a16:rowId xmlns:a16="http://schemas.microsoft.com/office/drawing/2014/main" val="10006"/>
                  </a:ext>
                </a:extLst>
              </a:tr>
              <a:tr h="293914">
                <a:tc>
                  <a:txBody>
                    <a:bodyPr/>
                    <a:lstStyle/>
                    <a:p>
                      <a:r>
                        <a:t>65</a:t>
                      </a:r>
                    </a:p>
                  </a:txBody>
                  <a:tcPr>
                    <a:solidFill>
                      <a:srgbClr val="028F1E"/>
                    </a:solidFill>
                  </a:tcPr>
                </a:tc>
                <a:tc>
                  <a:txBody>
                    <a:bodyPr/>
                    <a:lstStyle/>
                    <a:p>
                      <a:r>
                        <a:t>0</a:t>
                      </a:r>
                    </a:p>
                  </a:txBody>
                  <a:tcPr>
                    <a:solidFill>
                      <a:srgbClr val="028F1E"/>
                    </a:solidFill>
                  </a:tcPr>
                </a:tc>
                <a:tc>
                  <a:txBody>
                    <a:bodyPr/>
                    <a:lstStyle/>
                    <a:p>
                      <a:r>
                        <a:t>20</a:t>
                      </a:r>
                    </a:p>
                  </a:txBody>
                  <a:tcPr>
                    <a:solidFill>
                      <a:srgbClr val="028F1E"/>
                    </a:solidFill>
                  </a:tcPr>
                </a:tc>
                <a:tc>
                  <a:txBody>
                    <a:bodyPr/>
                    <a:lstStyle/>
                    <a:p>
                      <a:r>
                        <a:t>20</a:t>
                      </a:r>
                    </a:p>
                  </a:txBody>
                  <a:tcPr>
                    <a:solidFill>
                      <a:srgbClr val="028F1E"/>
                    </a:solidFill>
                  </a:tcPr>
                </a:tc>
                <a:tc>
                  <a:txBody>
                    <a:bodyPr/>
                    <a:lstStyle/>
                    <a:p>
                      <a:r>
                        <a:t>10</a:t>
                      </a:r>
                    </a:p>
                  </a:txBody>
                  <a:tcPr>
                    <a:solidFill>
                      <a:srgbClr val="028F1E"/>
                    </a:solidFill>
                  </a:tcPr>
                </a:tc>
                <a:tc>
                  <a:txBody>
                    <a:bodyPr/>
                    <a:lstStyle/>
                    <a:p>
                      <a:r>
                        <a:t>15</a:t>
                      </a: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Saudi Arabia</a:t>
                      </a:r>
                    </a:p>
                  </a:txBody>
                  <a:tcPr>
                    <a:solidFill>
                      <a:srgbClr val="FF5B00"/>
                    </a:solidFill>
                  </a:tcPr>
                </a:tc>
                <a:tc>
                  <a:txBody>
                    <a:bodyPr/>
                    <a:lstStyle/>
                    <a:p>
                      <a:r>
                        <a:t>Monaco</a:t>
                      </a:r>
                    </a:p>
                  </a:txBody>
                  <a:tcPr>
                    <a:solidFill>
                      <a:srgbClr val="FF5B00"/>
                    </a:solidFill>
                  </a:tcPr>
                </a:tc>
                <a:tc>
                  <a:txBody>
                    <a:bodyPr/>
                    <a:lstStyle/>
                    <a:p>
                      <a:r>
                        <a:t>Las Vegas</a:t>
                      </a:r>
                    </a:p>
                  </a:txBody>
                  <a:tcPr>
                    <a:solidFill>
                      <a:srgbClr val="FF5B00"/>
                    </a:solidFill>
                  </a:tcPr>
                </a:tc>
                <a:tc>
                  <a:txBody>
                    <a:bodyPr/>
                    <a:lstStyle/>
                    <a:p>
                      <a:r>
                        <a:t>Qatar</a:t>
                      </a:r>
                    </a:p>
                  </a:txBody>
                  <a:tcPr>
                    <a:solidFill>
                      <a:srgbClr val="FF5B00"/>
                    </a:solidFill>
                  </a:tcPr>
                </a:tc>
                <a:tc>
                  <a:txBody>
                    <a:bodyPr/>
                    <a:lstStyle/>
                    <a:p>
                      <a:r>
                        <a:t>Abu Dhabi</a:t>
                      </a:r>
                    </a:p>
                  </a:txBody>
                  <a:tcPr>
                    <a:solidFill>
                      <a:srgbClr val="FF5B00"/>
                    </a:solidFill>
                  </a:tcPr>
                </a:tc>
                <a:extLst>
                  <a:ext uri="{0D108BD9-81ED-4DB2-BD59-A6C34878D82A}">
                    <a16:rowId xmlns:a16="http://schemas.microsoft.com/office/drawing/2014/main" val="10008"/>
                  </a:ext>
                </a:extLst>
              </a:tr>
              <a:tr h="293914">
                <a:tc>
                  <a:txBody>
                    <a:bodyPr/>
                    <a:lstStyle/>
                    <a:p>
                      <a:r>
                        <a:t>65</a:t>
                      </a:r>
                    </a:p>
                  </a:txBody>
                  <a:tcPr>
                    <a:solidFill>
                      <a:srgbClr val="FF5B00"/>
                    </a:solidFill>
                  </a:tcPr>
                </a:tc>
                <a:tc>
                  <a:txBody>
                    <a:bodyPr/>
                    <a:lstStyle/>
                    <a:p>
                      <a:r>
                        <a:t>10</a:t>
                      </a:r>
                    </a:p>
                  </a:txBody>
                  <a:tcPr>
                    <a:solidFill>
                      <a:srgbClr val="FF5B00"/>
                    </a:solidFill>
                  </a:tcPr>
                </a:tc>
                <a:tc>
                  <a:txBody>
                    <a:bodyPr/>
                    <a:lstStyle/>
                    <a:p>
                      <a:r>
                        <a:t>20</a:t>
                      </a:r>
                    </a:p>
                  </a:txBody>
                  <a:tcPr>
                    <a:solidFill>
                      <a:srgbClr val="FF5B00"/>
                    </a:solidFill>
                  </a:tcPr>
                </a:tc>
                <a:tc>
                  <a:txBody>
                    <a:bodyPr/>
                    <a:lstStyle/>
                    <a:p>
                      <a:r>
                        <a:t>10</a:t>
                      </a:r>
                    </a:p>
                  </a:txBody>
                  <a:tcPr>
                    <a:solidFill>
                      <a:srgbClr val="FF5B00"/>
                    </a:solidFill>
                  </a:tcPr>
                </a:tc>
                <a:tc>
                  <a:txBody>
                    <a:bodyPr/>
                    <a:lstStyle/>
                    <a:p>
                      <a:r>
                        <a:t>25</a:t>
                      </a:r>
                    </a:p>
                  </a:txBody>
                  <a:tcPr>
                    <a:solidFill>
                      <a:srgbClr val="FF5B00"/>
                    </a:solidFill>
                  </a:tcPr>
                </a:tc>
                <a:tc>
                  <a:txBody>
                    <a:bodyPr/>
                    <a:lstStyle/>
                    <a:p>
                      <a:endParaRP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Spa</a:t>
                      </a:r>
                    </a:p>
                  </a:txBody>
                  <a:tcPr>
                    <a:solidFill>
                      <a:srgbClr val="13EAC9"/>
                    </a:solidFill>
                  </a:tcPr>
                </a:tc>
                <a:tc>
                  <a:txBody>
                    <a:bodyPr/>
                    <a:lstStyle/>
                    <a:p>
                      <a:r>
                        <a:t>Baku</a:t>
                      </a:r>
                    </a:p>
                  </a:txBody>
                  <a:tcPr>
                    <a:solidFill>
                      <a:srgbClr val="13EAC9"/>
                    </a:solidFill>
                  </a:tcPr>
                </a:tc>
                <a:tc>
                  <a:txBody>
                    <a:bodyPr/>
                    <a:lstStyle/>
                    <a:p>
                      <a:r>
                        <a:t>Singapore</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45</a:t>
                      </a:r>
                    </a:p>
                  </a:txBody>
                  <a:tcPr>
                    <a:solidFill>
                      <a:srgbClr val="13EAC9"/>
                    </a:solidFill>
                  </a:tcPr>
                </a:tc>
                <a:tc>
                  <a:txBody>
                    <a:bodyPr/>
                    <a:lstStyle/>
                    <a:p>
                      <a:r>
                        <a:t>5</a:t>
                      </a:r>
                    </a:p>
                  </a:txBody>
                  <a:tcPr>
                    <a:solidFill>
                      <a:srgbClr val="13EAC9"/>
                    </a:solidFill>
                  </a:tcPr>
                </a:tc>
                <a:tc>
                  <a:txBody>
                    <a:bodyPr/>
                    <a:lstStyle/>
                    <a:p>
                      <a:r>
                        <a:t>20</a:t>
                      </a:r>
                    </a:p>
                  </a:txBody>
                  <a:tcPr>
                    <a:solidFill>
                      <a:srgbClr val="13EAC9"/>
                    </a:solidFill>
                  </a:tcPr>
                </a:tc>
                <a:tc>
                  <a:txBody>
                    <a:bodyPr/>
                    <a:lstStyle/>
                    <a:p>
                      <a:r>
                        <a:t>10</a:t>
                      </a:r>
                    </a:p>
                  </a:txBody>
                  <a:tcPr>
                    <a:solidFill>
                      <a:srgbClr val="13EAC9"/>
                    </a:solidFill>
                  </a:tcPr>
                </a:tc>
                <a:tc>
                  <a:txBody>
                    <a:bodyPr/>
                    <a:lstStyle/>
                    <a:p>
                      <a:r>
                        <a:t>10</a:t>
                      </a:r>
                    </a:p>
                  </a:txBody>
                  <a:tcPr>
                    <a:solidFill>
                      <a:srgbClr val="13EAC9"/>
                    </a:solidFill>
                  </a:tcPr>
                </a:tc>
                <a:tc>
                  <a:txBody>
                    <a:bodyPr/>
                    <a:lstStyle/>
                    <a:p>
                      <a:endParaRP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Saudi Arabia</a:t>
                      </a:r>
                    </a:p>
                  </a:txBody>
                  <a:tcPr>
                    <a:solidFill>
                      <a:srgbClr val="9A0EEA"/>
                    </a:solidFill>
                  </a:tcPr>
                </a:tc>
                <a:tc>
                  <a:txBody>
                    <a:bodyPr/>
                    <a:lstStyle/>
                    <a:p>
                      <a:r>
                        <a:t>Silverstone</a:t>
                      </a:r>
                    </a:p>
                  </a:txBody>
                  <a:tcPr>
                    <a:solidFill>
                      <a:srgbClr val="9A0EEA"/>
                    </a:solidFill>
                  </a:tcPr>
                </a:tc>
                <a:tc>
                  <a:txBody>
                    <a:bodyPr/>
                    <a:lstStyle/>
                    <a:p>
                      <a:r>
                        <a:t>Baku</a:t>
                      </a:r>
                    </a:p>
                  </a:txBody>
                  <a:tcPr>
                    <a:solidFill>
                      <a:srgbClr val="9A0EEA"/>
                    </a:solidFill>
                  </a:tcPr>
                </a:tc>
                <a:tc>
                  <a:txBody>
                    <a:bodyPr/>
                    <a:lstStyle/>
                    <a:p>
                      <a:r>
                        <a:t>Singapore</a:t>
                      </a:r>
                    </a:p>
                  </a:txBody>
                  <a:tcPr>
                    <a:solidFill>
                      <a:srgbClr val="9A0EEA"/>
                    </a:solidFill>
                  </a:tcPr>
                </a:tc>
                <a:tc>
                  <a:txBody>
                    <a:bodyPr/>
                    <a:lstStyle/>
                    <a:p>
                      <a:r>
                        <a:t>Brazil</a:t>
                      </a:r>
                    </a:p>
                  </a:txBody>
                  <a:tcPr>
                    <a:solidFill>
                      <a:srgbClr val="9A0EEA"/>
                    </a:solidFill>
                  </a:tcPr>
                </a:tc>
                <a:extLst>
                  <a:ext uri="{0D108BD9-81ED-4DB2-BD59-A6C34878D82A}">
                    <a16:rowId xmlns:a16="http://schemas.microsoft.com/office/drawing/2014/main" val="10012"/>
                  </a:ext>
                </a:extLst>
              </a:tr>
              <a:tr h="293918">
                <a:tc>
                  <a:txBody>
                    <a:bodyPr/>
                    <a:lstStyle/>
                    <a:p>
                      <a:r>
                        <a:t>70</a:t>
                      </a:r>
                    </a:p>
                  </a:txBody>
                  <a:tcPr>
                    <a:solidFill>
                      <a:srgbClr val="9A0EEA"/>
                    </a:solidFill>
                  </a:tcPr>
                </a:tc>
                <a:tc>
                  <a:txBody>
                    <a:bodyPr/>
                    <a:lstStyle/>
                    <a:p>
                      <a:r>
                        <a:t>10</a:t>
                      </a:r>
                    </a:p>
                  </a:txBody>
                  <a:tcPr>
                    <a:solidFill>
                      <a:srgbClr val="9A0EEA"/>
                    </a:solidFill>
                  </a:tcPr>
                </a:tc>
                <a:tc>
                  <a:txBody>
                    <a:bodyPr/>
                    <a:lstStyle/>
                    <a:p>
                      <a:r>
                        <a:t>10</a:t>
                      </a:r>
                    </a:p>
                  </a:txBody>
                  <a:tcPr>
                    <a:solidFill>
                      <a:srgbClr val="9A0EEA"/>
                    </a:solidFill>
                  </a:tcPr>
                </a:tc>
                <a:tc>
                  <a:txBody>
                    <a:bodyPr/>
                    <a:lstStyle/>
                    <a:p>
                      <a:r>
                        <a:t>20</a:t>
                      </a:r>
                    </a:p>
                  </a:txBody>
                  <a:tcPr>
                    <a:solidFill>
                      <a:srgbClr val="9A0EEA"/>
                    </a:solidFill>
                  </a:tcPr>
                </a:tc>
                <a:tc>
                  <a:txBody>
                    <a:bodyPr/>
                    <a:lstStyle/>
                    <a:p>
                      <a:r>
                        <a:t>10</a:t>
                      </a:r>
                    </a:p>
                  </a:txBody>
                  <a:tcPr>
                    <a:solidFill>
                      <a:srgbClr val="9A0EEA"/>
                    </a:solidFill>
                  </a:tcPr>
                </a:tc>
                <a:tc>
                  <a:txBody>
                    <a:bodyPr/>
                    <a:lstStyle/>
                    <a:p>
                      <a:r>
                        <a:t>20</a:t>
                      </a: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709</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750</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674</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863</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673</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712</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617</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Pick 5 Races - Blowy Engines @ Abu Dhabi</a:t>
            </a:r>
          </a:p>
        </p:txBody>
      </p:sp>
      <p:graphicFrame>
        <p:nvGraphicFramePr>
          <p:cNvPr id="3" name="Table 2"/>
          <p:cNvGraphicFramePr>
            <a:graphicFrameLocks noGrp="1"/>
          </p:cNvGraphicFramePr>
          <p:nvPr/>
        </p:nvGraphicFramePr>
        <p:xfrm>
          <a:off x="487680" y="1371600"/>
          <a:ext cx="8778240" cy="5120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93914">
                <a:tc>
                  <a:txBody>
                    <a:bodyPr/>
                    <a:lstStyle/>
                    <a:p>
                      <a:r>
                        <a:t>Benedict</a:t>
                      </a:r>
                    </a:p>
                  </a:txBody>
                  <a:tcPr>
                    <a:solidFill>
                      <a:srgbClr val="040273"/>
                    </a:solidFill>
                  </a:tcPr>
                </a:tc>
                <a:tc>
                  <a:txBody>
                    <a:bodyPr/>
                    <a:lstStyle/>
                    <a:p>
                      <a:r>
                        <a:t>Australia</a:t>
                      </a:r>
                    </a:p>
                  </a:txBody>
                  <a:tcPr>
                    <a:solidFill>
                      <a:srgbClr val="040273"/>
                    </a:solidFill>
                  </a:tcPr>
                </a:tc>
                <a:tc>
                  <a:txBody>
                    <a:bodyPr/>
                    <a:lstStyle/>
                    <a:p>
                      <a:r>
                        <a:t>China</a:t>
                      </a:r>
                    </a:p>
                  </a:txBody>
                  <a:tcPr>
                    <a:solidFill>
                      <a:srgbClr val="040273"/>
                    </a:solidFill>
                  </a:tcPr>
                </a:tc>
                <a:tc>
                  <a:txBody>
                    <a:bodyPr/>
                    <a:lstStyle/>
                    <a:p>
                      <a:r>
                        <a:t>Monaco</a:t>
                      </a:r>
                    </a:p>
                  </a:txBody>
                  <a:tcPr>
                    <a:solidFill>
                      <a:srgbClr val="040273"/>
                    </a:solidFill>
                  </a:tcPr>
                </a:tc>
                <a:tc>
                  <a:txBody>
                    <a:bodyPr/>
                    <a:lstStyle/>
                    <a:p>
                      <a:r>
                        <a:t>COTA</a:t>
                      </a:r>
                    </a:p>
                  </a:txBody>
                  <a:tcPr>
                    <a:solidFill>
                      <a:srgbClr val="040273"/>
                    </a:solidFill>
                  </a:tcPr>
                </a:tc>
                <a:tc>
                  <a:txBody>
                    <a:bodyPr/>
                    <a:lstStyle/>
                    <a:p>
                      <a:r>
                        <a:t>Qatar</a:t>
                      </a:r>
                    </a:p>
                  </a:txBody>
                  <a:tcPr>
                    <a:solidFill>
                      <a:srgbClr val="040273"/>
                    </a:solidFill>
                  </a:tcPr>
                </a:tc>
                <a:extLst>
                  <a:ext uri="{0D108BD9-81ED-4DB2-BD59-A6C34878D82A}">
                    <a16:rowId xmlns:a16="http://schemas.microsoft.com/office/drawing/2014/main" val="10000"/>
                  </a:ext>
                </a:extLst>
              </a:tr>
              <a:tr h="293914">
                <a:tc>
                  <a:txBody>
                    <a:bodyPr/>
                    <a:lstStyle/>
                    <a:p>
                      <a:r>
                        <a:t>80</a:t>
                      </a:r>
                    </a:p>
                  </a:txBody>
                  <a:tcPr>
                    <a:solidFill>
                      <a:srgbClr val="040273"/>
                    </a:solidFill>
                  </a:tcPr>
                </a:tc>
                <a:tc>
                  <a:txBody>
                    <a:bodyPr/>
                    <a:lstStyle/>
                    <a:p>
                      <a:r>
                        <a:t>15</a:t>
                      </a:r>
                    </a:p>
                  </a:txBody>
                  <a:tcPr>
                    <a:solidFill>
                      <a:srgbClr val="040273"/>
                    </a:solidFill>
                  </a:tcPr>
                </a:tc>
                <a:tc>
                  <a:txBody>
                    <a:bodyPr/>
                    <a:lstStyle/>
                    <a:p>
                      <a:r>
                        <a:t>15</a:t>
                      </a:r>
                    </a:p>
                  </a:txBody>
                  <a:tcPr>
                    <a:solidFill>
                      <a:srgbClr val="040273"/>
                    </a:solidFill>
                  </a:tcPr>
                </a:tc>
                <a:tc>
                  <a:txBody>
                    <a:bodyPr/>
                    <a:lstStyle/>
                    <a:p>
                      <a:r>
                        <a:t>20</a:t>
                      </a:r>
                    </a:p>
                  </a:txBody>
                  <a:tcPr>
                    <a:solidFill>
                      <a:srgbClr val="040273"/>
                    </a:solidFill>
                  </a:tcPr>
                </a:tc>
                <a:tc>
                  <a:txBody>
                    <a:bodyPr/>
                    <a:lstStyle/>
                    <a:p>
                      <a:r>
                        <a:t>5</a:t>
                      </a:r>
                    </a:p>
                  </a:txBody>
                  <a:tcPr>
                    <a:solidFill>
                      <a:srgbClr val="040273"/>
                    </a:solidFill>
                  </a:tcPr>
                </a:tc>
                <a:tc>
                  <a:txBody>
                    <a:bodyPr/>
                    <a:lstStyle/>
                    <a:p>
                      <a:r>
                        <a:t>25</a:t>
                      </a:r>
                    </a:p>
                  </a:txBody>
                  <a:tcPr>
                    <a:solidFill>
                      <a:srgbClr val="040273"/>
                    </a:solidFill>
                  </a:tcPr>
                </a:tc>
                <a:extLst>
                  <a:ext uri="{0D108BD9-81ED-4DB2-BD59-A6C34878D82A}">
                    <a16:rowId xmlns:a16="http://schemas.microsoft.com/office/drawing/2014/main" val="10001"/>
                  </a:ext>
                </a:extLst>
              </a:tr>
              <a:tr h="293914">
                <a:tc>
                  <a:txBody>
                    <a:bodyPr/>
                    <a:lstStyle/>
                    <a:p>
                      <a:r>
                        <a:t>Carla</a:t>
                      </a:r>
                    </a:p>
                  </a:txBody>
                  <a:tcPr>
                    <a:solidFill>
                      <a:srgbClr val="E8002D"/>
                    </a:solidFill>
                  </a:tcPr>
                </a:tc>
                <a:tc>
                  <a:txBody>
                    <a:bodyPr/>
                    <a:lstStyle/>
                    <a:p>
                      <a:r>
                        <a:t>Australia</a:t>
                      </a:r>
                    </a:p>
                  </a:txBody>
                  <a:tcPr>
                    <a:solidFill>
                      <a:srgbClr val="E8002D"/>
                    </a:solidFill>
                  </a:tcPr>
                </a:tc>
                <a:tc>
                  <a:txBody>
                    <a:bodyPr/>
                    <a:lstStyle/>
                    <a:p>
                      <a:r>
                        <a:t>Monaco</a:t>
                      </a:r>
                    </a:p>
                  </a:txBody>
                  <a:tcPr>
                    <a:solidFill>
                      <a:srgbClr val="E8002D"/>
                    </a:solidFill>
                  </a:tcPr>
                </a:tc>
                <a:tc>
                  <a:txBody>
                    <a:bodyPr/>
                    <a:lstStyle/>
                    <a:p>
                      <a:r>
                        <a:t>Hungary</a:t>
                      </a:r>
                    </a:p>
                  </a:txBody>
                  <a:tcPr>
                    <a:solidFill>
                      <a:srgbClr val="E8002D"/>
                    </a:solidFill>
                  </a:tcPr>
                </a:tc>
                <a:tc>
                  <a:txBody>
                    <a:bodyPr/>
                    <a:lstStyle/>
                    <a:p>
                      <a:r>
                        <a:t>Baku</a:t>
                      </a:r>
                    </a:p>
                  </a:txBody>
                  <a:tcPr>
                    <a:solidFill>
                      <a:srgbClr val="E8002D"/>
                    </a:solidFill>
                  </a:tcPr>
                </a:tc>
                <a:tc>
                  <a:txBody>
                    <a:bodyPr/>
                    <a:lstStyle/>
                    <a:p>
                      <a:r>
                        <a:t>Qatar</a:t>
                      </a:r>
                    </a:p>
                  </a:txBody>
                  <a:tcPr>
                    <a:solidFill>
                      <a:srgbClr val="E8002D"/>
                    </a:solidFill>
                  </a:tcPr>
                </a:tc>
                <a:extLst>
                  <a:ext uri="{0D108BD9-81ED-4DB2-BD59-A6C34878D82A}">
                    <a16:rowId xmlns:a16="http://schemas.microsoft.com/office/drawing/2014/main" val="10002"/>
                  </a:ext>
                </a:extLst>
              </a:tr>
              <a:tr h="293914">
                <a:tc>
                  <a:txBody>
                    <a:bodyPr/>
                    <a:lstStyle/>
                    <a:p>
                      <a:r>
                        <a:t>85</a:t>
                      </a:r>
                    </a:p>
                  </a:txBody>
                  <a:tcPr>
                    <a:solidFill>
                      <a:srgbClr val="E8002D"/>
                    </a:solidFill>
                  </a:tcPr>
                </a:tc>
                <a:tc>
                  <a:txBody>
                    <a:bodyPr/>
                    <a:lstStyle/>
                    <a:p>
                      <a:r>
                        <a:t>15</a:t>
                      </a:r>
                    </a:p>
                  </a:txBody>
                  <a:tcPr>
                    <a:solidFill>
                      <a:srgbClr val="E8002D"/>
                    </a:solidFill>
                  </a:tcPr>
                </a:tc>
                <a:tc>
                  <a:txBody>
                    <a:bodyPr/>
                    <a:lstStyle/>
                    <a:p>
                      <a:r>
                        <a:t>20</a:t>
                      </a:r>
                    </a:p>
                  </a:txBody>
                  <a:tcPr>
                    <a:solidFill>
                      <a:srgbClr val="E8002D"/>
                    </a:solidFill>
                  </a:tcPr>
                </a:tc>
                <a:tc>
                  <a:txBody>
                    <a:bodyPr/>
                    <a:lstStyle/>
                    <a:p>
                      <a:r>
                        <a:t>5</a:t>
                      </a:r>
                    </a:p>
                  </a:txBody>
                  <a:tcPr>
                    <a:solidFill>
                      <a:srgbClr val="E8002D"/>
                    </a:solidFill>
                  </a:tcPr>
                </a:tc>
                <a:tc>
                  <a:txBody>
                    <a:bodyPr/>
                    <a:lstStyle/>
                    <a:p>
                      <a:r>
                        <a:t>20</a:t>
                      </a:r>
                    </a:p>
                  </a:txBody>
                  <a:tcPr>
                    <a:solidFill>
                      <a:srgbClr val="E8002D"/>
                    </a:solidFill>
                  </a:tcPr>
                </a:tc>
                <a:tc>
                  <a:txBody>
                    <a:bodyPr/>
                    <a:lstStyle/>
                    <a:p>
                      <a:r>
                        <a:t>25</a:t>
                      </a:r>
                    </a:p>
                  </a:txBody>
                  <a:tcPr>
                    <a:solidFill>
                      <a:srgbClr val="E8002D"/>
                    </a:solidFill>
                  </a:tcPr>
                </a:tc>
                <a:extLst>
                  <a:ext uri="{0D108BD9-81ED-4DB2-BD59-A6C34878D82A}">
                    <a16:rowId xmlns:a16="http://schemas.microsoft.com/office/drawing/2014/main" val="10003"/>
                  </a:ext>
                </a:extLst>
              </a:tr>
              <a:tr h="293914">
                <a:tc>
                  <a:txBody>
                    <a:bodyPr/>
                    <a:lstStyle/>
                    <a:p>
                      <a:r>
                        <a:t>Damian</a:t>
                      </a:r>
                    </a:p>
                  </a:txBody>
                  <a:tcPr>
                    <a:solidFill>
                      <a:srgbClr val="FAC205"/>
                    </a:solidFill>
                  </a:tcPr>
                </a:tc>
                <a:tc>
                  <a:txBody>
                    <a:bodyPr/>
                    <a:lstStyle/>
                    <a:p>
                      <a:r>
                        <a:t>Saudi Arabia</a:t>
                      </a:r>
                    </a:p>
                  </a:txBody>
                  <a:tcPr>
                    <a:solidFill>
                      <a:srgbClr val="FAC205"/>
                    </a:solidFill>
                  </a:tcPr>
                </a:tc>
                <a:tc>
                  <a:txBody>
                    <a:bodyPr/>
                    <a:lstStyle/>
                    <a:p>
                      <a:r>
                        <a:t>Miami</a:t>
                      </a:r>
                    </a:p>
                  </a:txBody>
                  <a:tcPr>
                    <a:solidFill>
                      <a:srgbClr val="FAC205"/>
                    </a:solidFill>
                  </a:tcPr>
                </a:tc>
                <a:tc>
                  <a:txBody>
                    <a:bodyPr/>
                    <a:lstStyle/>
                    <a:p>
                      <a:r>
                        <a:t>Monaco</a:t>
                      </a:r>
                    </a:p>
                  </a:txBody>
                  <a:tcPr>
                    <a:solidFill>
                      <a:srgbClr val="FAC205"/>
                    </a:solidFill>
                  </a:tcPr>
                </a:tc>
                <a:tc>
                  <a:txBody>
                    <a:bodyPr/>
                    <a:lstStyle/>
                    <a:p>
                      <a:r>
                        <a:t>Baku</a:t>
                      </a:r>
                    </a:p>
                  </a:txBody>
                  <a:tcPr>
                    <a:solidFill>
                      <a:srgbClr val="FAC205"/>
                    </a:solidFill>
                  </a:tcPr>
                </a:tc>
                <a:tc>
                  <a:txBody>
                    <a:bodyPr/>
                    <a:lstStyle/>
                    <a:p>
                      <a:r>
                        <a:t>Abu Dhabi</a:t>
                      </a:r>
                    </a:p>
                  </a:txBody>
                  <a:tcPr>
                    <a:solidFill>
                      <a:srgbClr val="FAC205"/>
                    </a:solidFill>
                  </a:tcPr>
                </a:tc>
                <a:extLst>
                  <a:ext uri="{0D108BD9-81ED-4DB2-BD59-A6C34878D82A}">
                    <a16:rowId xmlns:a16="http://schemas.microsoft.com/office/drawing/2014/main" val="10004"/>
                  </a:ext>
                </a:extLst>
              </a:tr>
              <a:tr h="293914">
                <a:tc>
                  <a:txBody>
                    <a:bodyPr/>
                    <a:lstStyle/>
                    <a:p>
                      <a:r>
                        <a:t>75</a:t>
                      </a:r>
                    </a:p>
                  </a:txBody>
                  <a:tcPr>
                    <a:solidFill>
                      <a:srgbClr val="FAC205"/>
                    </a:solidFill>
                  </a:tcPr>
                </a:tc>
                <a:tc>
                  <a:txBody>
                    <a:bodyPr/>
                    <a:lstStyle/>
                    <a:p>
                      <a:r>
                        <a:t>10</a:t>
                      </a:r>
                    </a:p>
                  </a:txBody>
                  <a:tcPr>
                    <a:solidFill>
                      <a:srgbClr val="FAC205"/>
                    </a:solidFill>
                  </a:tcPr>
                </a:tc>
                <a:tc>
                  <a:txBody>
                    <a:bodyPr/>
                    <a:lstStyle/>
                    <a:p>
                      <a:r>
                        <a:t>5</a:t>
                      </a:r>
                    </a:p>
                  </a:txBody>
                  <a:tcPr>
                    <a:solidFill>
                      <a:srgbClr val="FAC205"/>
                    </a:solidFill>
                  </a:tcPr>
                </a:tc>
                <a:tc>
                  <a:txBody>
                    <a:bodyPr/>
                    <a:lstStyle/>
                    <a:p>
                      <a:r>
                        <a:t>20</a:t>
                      </a:r>
                    </a:p>
                  </a:txBody>
                  <a:tcPr>
                    <a:solidFill>
                      <a:srgbClr val="FAC205"/>
                    </a:solidFill>
                  </a:tcPr>
                </a:tc>
                <a:tc>
                  <a:txBody>
                    <a:bodyPr/>
                    <a:lstStyle/>
                    <a:p>
                      <a:r>
                        <a:t>20</a:t>
                      </a:r>
                    </a:p>
                  </a:txBody>
                  <a:tcPr>
                    <a:solidFill>
                      <a:srgbClr val="FAC205"/>
                    </a:solidFill>
                  </a:tcPr>
                </a:tc>
                <a:tc>
                  <a:txBody>
                    <a:bodyPr/>
                    <a:lstStyle/>
                    <a:p>
                      <a:r>
                        <a:t>20</a:t>
                      </a:r>
                    </a:p>
                  </a:txBody>
                  <a:tcPr>
                    <a:solidFill>
                      <a:srgbClr val="FAC205"/>
                    </a:solidFill>
                  </a:tcPr>
                </a:tc>
                <a:extLst>
                  <a:ext uri="{0D108BD9-81ED-4DB2-BD59-A6C34878D82A}">
                    <a16:rowId xmlns:a16="http://schemas.microsoft.com/office/drawing/2014/main" val="10005"/>
                  </a:ext>
                </a:extLst>
              </a:tr>
              <a:tr h="293914">
                <a:tc>
                  <a:txBody>
                    <a:bodyPr/>
                    <a:lstStyle/>
                    <a:p>
                      <a:r>
                        <a:t>Jarek</a:t>
                      </a:r>
                    </a:p>
                  </a:txBody>
                  <a:tcPr>
                    <a:solidFill>
                      <a:srgbClr val="028F1E"/>
                    </a:solidFill>
                  </a:tcPr>
                </a:tc>
                <a:tc>
                  <a:txBody>
                    <a:bodyPr/>
                    <a:lstStyle/>
                    <a:p>
                      <a:r>
                        <a:t>Bahrain</a:t>
                      </a:r>
                    </a:p>
                  </a:txBody>
                  <a:tcPr>
                    <a:solidFill>
                      <a:srgbClr val="028F1E"/>
                    </a:solidFill>
                  </a:tcPr>
                </a:tc>
                <a:tc>
                  <a:txBody>
                    <a:bodyPr/>
                    <a:lstStyle/>
                    <a:p>
                      <a:r>
                        <a:t>Monaco</a:t>
                      </a:r>
                    </a:p>
                  </a:txBody>
                  <a:tcPr>
                    <a:solidFill>
                      <a:srgbClr val="028F1E"/>
                    </a:solidFill>
                  </a:tcPr>
                </a:tc>
                <a:tc>
                  <a:txBody>
                    <a:bodyPr/>
                    <a:lstStyle/>
                    <a:p>
                      <a:r>
                        <a:t>Baku</a:t>
                      </a:r>
                    </a:p>
                  </a:txBody>
                  <a:tcPr>
                    <a:solidFill>
                      <a:srgbClr val="028F1E"/>
                    </a:solidFill>
                  </a:tcPr>
                </a:tc>
                <a:tc>
                  <a:txBody>
                    <a:bodyPr/>
                    <a:lstStyle/>
                    <a:p>
                      <a:r>
                        <a:t>Singapore</a:t>
                      </a:r>
                    </a:p>
                  </a:txBody>
                  <a:tcPr>
                    <a:solidFill>
                      <a:srgbClr val="028F1E"/>
                    </a:solidFill>
                  </a:tcPr>
                </a:tc>
                <a:tc>
                  <a:txBody>
                    <a:bodyPr/>
                    <a:lstStyle/>
                    <a:p>
                      <a:r>
                        <a:t>Mexico</a:t>
                      </a:r>
                    </a:p>
                  </a:txBody>
                  <a:tcPr>
                    <a:solidFill>
                      <a:srgbClr val="028F1E"/>
                    </a:solidFill>
                  </a:tcPr>
                </a:tc>
                <a:extLst>
                  <a:ext uri="{0D108BD9-81ED-4DB2-BD59-A6C34878D82A}">
                    <a16:rowId xmlns:a16="http://schemas.microsoft.com/office/drawing/2014/main" val="10006"/>
                  </a:ext>
                </a:extLst>
              </a:tr>
              <a:tr h="293914">
                <a:tc>
                  <a:txBody>
                    <a:bodyPr/>
                    <a:lstStyle/>
                    <a:p>
                      <a:r>
                        <a:t>65</a:t>
                      </a:r>
                    </a:p>
                  </a:txBody>
                  <a:tcPr>
                    <a:solidFill>
                      <a:srgbClr val="028F1E"/>
                    </a:solidFill>
                  </a:tcPr>
                </a:tc>
                <a:tc>
                  <a:txBody>
                    <a:bodyPr/>
                    <a:lstStyle/>
                    <a:p>
                      <a:r>
                        <a:t>0</a:t>
                      </a:r>
                    </a:p>
                  </a:txBody>
                  <a:tcPr>
                    <a:solidFill>
                      <a:srgbClr val="028F1E"/>
                    </a:solidFill>
                  </a:tcPr>
                </a:tc>
                <a:tc>
                  <a:txBody>
                    <a:bodyPr/>
                    <a:lstStyle/>
                    <a:p>
                      <a:r>
                        <a:t>20</a:t>
                      </a:r>
                    </a:p>
                  </a:txBody>
                  <a:tcPr>
                    <a:solidFill>
                      <a:srgbClr val="028F1E"/>
                    </a:solidFill>
                  </a:tcPr>
                </a:tc>
                <a:tc>
                  <a:txBody>
                    <a:bodyPr/>
                    <a:lstStyle/>
                    <a:p>
                      <a:r>
                        <a:t>20</a:t>
                      </a:r>
                    </a:p>
                  </a:txBody>
                  <a:tcPr>
                    <a:solidFill>
                      <a:srgbClr val="028F1E"/>
                    </a:solidFill>
                  </a:tcPr>
                </a:tc>
                <a:tc>
                  <a:txBody>
                    <a:bodyPr/>
                    <a:lstStyle/>
                    <a:p>
                      <a:r>
                        <a:t>10</a:t>
                      </a:r>
                    </a:p>
                  </a:txBody>
                  <a:tcPr>
                    <a:solidFill>
                      <a:srgbClr val="028F1E"/>
                    </a:solidFill>
                  </a:tcPr>
                </a:tc>
                <a:tc>
                  <a:txBody>
                    <a:bodyPr/>
                    <a:lstStyle/>
                    <a:p>
                      <a:r>
                        <a:t>15</a:t>
                      </a:r>
                    </a:p>
                  </a:txBody>
                  <a:tcPr>
                    <a:solidFill>
                      <a:srgbClr val="028F1E"/>
                    </a:solidFill>
                  </a:tcPr>
                </a:tc>
                <a:extLst>
                  <a:ext uri="{0D108BD9-81ED-4DB2-BD59-A6C34878D82A}">
                    <a16:rowId xmlns:a16="http://schemas.microsoft.com/office/drawing/2014/main" val="10007"/>
                  </a:ext>
                </a:extLst>
              </a:tr>
              <a:tr h="293914">
                <a:tc>
                  <a:txBody>
                    <a:bodyPr/>
                    <a:lstStyle/>
                    <a:p>
                      <a:r>
                        <a:t>Josh</a:t>
                      </a:r>
                    </a:p>
                  </a:txBody>
                  <a:tcPr>
                    <a:solidFill>
                      <a:srgbClr val="FF5B00"/>
                    </a:solidFill>
                  </a:tcPr>
                </a:tc>
                <a:tc>
                  <a:txBody>
                    <a:bodyPr/>
                    <a:lstStyle/>
                    <a:p>
                      <a:r>
                        <a:t>Saudi Arabia</a:t>
                      </a:r>
                    </a:p>
                  </a:txBody>
                  <a:tcPr>
                    <a:solidFill>
                      <a:srgbClr val="FF5B00"/>
                    </a:solidFill>
                  </a:tcPr>
                </a:tc>
                <a:tc>
                  <a:txBody>
                    <a:bodyPr/>
                    <a:lstStyle/>
                    <a:p>
                      <a:r>
                        <a:t>Monaco</a:t>
                      </a:r>
                    </a:p>
                  </a:txBody>
                  <a:tcPr>
                    <a:solidFill>
                      <a:srgbClr val="FF5B00"/>
                    </a:solidFill>
                  </a:tcPr>
                </a:tc>
                <a:tc>
                  <a:txBody>
                    <a:bodyPr/>
                    <a:lstStyle/>
                    <a:p>
                      <a:r>
                        <a:t>Las Vegas</a:t>
                      </a:r>
                    </a:p>
                  </a:txBody>
                  <a:tcPr>
                    <a:solidFill>
                      <a:srgbClr val="FF5B00"/>
                    </a:solidFill>
                  </a:tcPr>
                </a:tc>
                <a:tc>
                  <a:txBody>
                    <a:bodyPr/>
                    <a:lstStyle/>
                    <a:p>
                      <a:r>
                        <a:t>Qatar</a:t>
                      </a:r>
                    </a:p>
                  </a:txBody>
                  <a:tcPr>
                    <a:solidFill>
                      <a:srgbClr val="FF5B00"/>
                    </a:solidFill>
                  </a:tcPr>
                </a:tc>
                <a:tc>
                  <a:txBody>
                    <a:bodyPr/>
                    <a:lstStyle/>
                    <a:p>
                      <a:r>
                        <a:t>Abu Dhabi</a:t>
                      </a:r>
                    </a:p>
                  </a:txBody>
                  <a:tcPr>
                    <a:solidFill>
                      <a:srgbClr val="FF5B00"/>
                    </a:solidFill>
                  </a:tcPr>
                </a:tc>
                <a:extLst>
                  <a:ext uri="{0D108BD9-81ED-4DB2-BD59-A6C34878D82A}">
                    <a16:rowId xmlns:a16="http://schemas.microsoft.com/office/drawing/2014/main" val="10008"/>
                  </a:ext>
                </a:extLst>
              </a:tr>
              <a:tr h="293914">
                <a:tc>
                  <a:txBody>
                    <a:bodyPr/>
                    <a:lstStyle/>
                    <a:p>
                      <a:r>
                        <a:t>85</a:t>
                      </a:r>
                    </a:p>
                  </a:txBody>
                  <a:tcPr>
                    <a:solidFill>
                      <a:srgbClr val="FF5B00"/>
                    </a:solidFill>
                  </a:tcPr>
                </a:tc>
                <a:tc>
                  <a:txBody>
                    <a:bodyPr/>
                    <a:lstStyle/>
                    <a:p>
                      <a:r>
                        <a:t>10</a:t>
                      </a:r>
                    </a:p>
                  </a:txBody>
                  <a:tcPr>
                    <a:solidFill>
                      <a:srgbClr val="FF5B00"/>
                    </a:solidFill>
                  </a:tcPr>
                </a:tc>
                <a:tc>
                  <a:txBody>
                    <a:bodyPr/>
                    <a:lstStyle/>
                    <a:p>
                      <a:r>
                        <a:t>20</a:t>
                      </a:r>
                    </a:p>
                  </a:txBody>
                  <a:tcPr>
                    <a:solidFill>
                      <a:srgbClr val="FF5B00"/>
                    </a:solidFill>
                  </a:tcPr>
                </a:tc>
                <a:tc>
                  <a:txBody>
                    <a:bodyPr/>
                    <a:lstStyle/>
                    <a:p>
                      <a:r>
                        <a:t>10</a:t>
                      </a:r>
                    </a:p>
                  </a:txBody>
                  <a:tcPr>
                    <a:solidFill>
                      <a:srgbClr val="FF5B00"/>
                    </a:solidFill>
                  </a:tcPr>
                </a:tc>
                <a:tc>
                  <a:txBody>
                    <a:bodyPr/>
                    <a:lstStyle/>
                    <a:p>
                      <a:r>
                        <a:t>25</a:t>
                      </a:r>
                    </a:p>
                  </a:txBody>
                  <a:tcPr>
                    <a:solidFill>
                      <a:srgbClr val="FF5B00"/>
                    </a:solidFill>
                  </a:tcPr>
                </a:tc>
                <a:tc>
                  <a:txBody>
                    <a:bodyPr/>
                    <a:lstStyle/>
                    <a:p>
                      <a:r>
                        <a:t>20</a:t>
                      </a:r>
                    </a:p>
                  </a:txBody>
                  <a:tcPr>
                    <a:solidFill>
                      <a:srgbClr val="FF5B00"/>
                    </a:solidFill>
                  </a:tcPr>
                </a:tc>
                <a:extLst>
                  <a:ext uri="{0D108BD9-81ED-4DB2-BD59-A6C34878D82A}">
                    <a16:rowId xmlns:a16="http://schemas.microsoft.com/office/drawing/2014/main" val="10009"/>
                  </a:ext>
                </a:extLst>
              </a:tr>
              <a:tr h="293914">
                <a:tc>
                  <a:txBody>
                    <a:bodyPr/>
                    <a:lstStyle/>
                    <a:p>
                      <a:r>
                        <a:t>Kacper</a:t>
                      </a:r>
                    </a:p>
                  </a:txBody>
                  <a:tcPr>
                    <a:solidFill>
                      <a:srgbClr val="13EAC9"/>
                    </a:solidFill>
                  </a:tcPr>
                </a:tc>
                <a:tc>
                  <a:txBody>
                    <a:bodyPr/>
                    <a:lstStyle/>
                    <a:p>
                      <a:r>
                        <a:t>Spa</a:t>
                      </a:r>
                    </a:p>
                  </a:txBody>
                  <a:tcPr>
                    <a:solidFill>
                      <a:srgbClr val="13EAC9"/>
                    </a:solidFill>
                  </a:tcPr>
                </a:tc>
                <a:tc>
                  <a:txBody>
                    <a:bodyPr/>
                    <a:lstStyle/>
                    <a:p>
                      <a:r>
                        <a:t>Baku</a:t>
                      </a:r>
                    </a:p>
                  </a:txBody>
                  <a:tcPr>
                    <a:solidFill>
                      <a:srgbClr val="13EAC9"/>
                    </a:solidFill>
                  </a:tcPr>
                </a:tc>
                <a:tc>
                  <a:txBody>
                    <a:bodyPr/>
                    <a:lstStyle/>
                    <a:p>
                      <a:r>
                        <a:t>Singapore</a:t>
                      </a:r>
                    </a:p>
                  </a:txBody>
                  <a:tcPr>
                    <a:solidFill>
                      <a:srgbClr val="13EAC9"/>
                    </a:solidFill>
                  </a:tcPr>
                </a:tc>
                <a:tc>
                  <a:txBody>
                    <a:bodyPr/>
                    <a:lstStyle/>
                    <a:p>
                      <a:r>
                        <a:t>Las Vegas</a:t>
                      </a:r>
                    </a:p>
                  </a:txBody>
                  <a:tcPr>
                    <a:solidFill>
                      <a:srgbClr val="13EAC9"/>
                    </a:solidFill>
                  </a:tcPr>
                </a:tc>
                <a:tc>
                  <a:txBody>
                    <a:bodyPr/>
                    <a:lstStyle/>
                    <a:p>
                      <a:r>
                        <a:t>Abu Dhabi</a:t>
                      </a:r>
                    </a:p>
                  </a:txBody>
                  <a:tcPr>
                    <a:solidFill>
                      <a:srgbClr val="13EAC9"/>
                    </a:solidFill>
                  </a:tcPr>
                </a:tc>
                <a:extLst>
                  <a:ext uri="{0D108BD9-81ED-4DB2-BD59-A6C34878D82A}">
                    <a16:rowId xmlns:a16="http://schemas.microsoft.com/office/drawing/2014/main" val="10010"/>
                  </a:ext>
                </a:extLst>
              </a:tr>
              <a:tr h="293914">
                <a:tc>
                  <a:txBody>
                    <a:bodyPr/>
                    <a:lstStyle/>
                    <a:p>
                      <a:r>
                        <a:t>65</a:t>
                      </a:r>
                    </a:p>
                  </a:txBody>
                  <a:tcPr>
                    <a:solidFill>
                      <a:srgbClr val="13EAC9"/>
                    </a:solidFill>
                  </a:tcPr>
                </a:tc>
                <a:tc>
                  <a:txBody>
                    <a:bodyPr/>
                    <a:lstStyle/>
                    <a:p>
                      <a:r>
                        <a:t>5</a:t>
                      </a:r>
                    </a:p>
                  </a:txBody>
                  <a:tcPr>
                    <a:solidFill>
                      <a:srgbClr val="13EAC9"/>
                    </a:solidFill>
                  </a:tcPr>
                </a:tc>
                <a:tc>
                  <a:txBody>
                    <a:bodyPr/>
                    <a:lstStyle/>
                    <a:p>
                      <a:r>
                        <a:t>20</a:t>
                      </a:r>
                    </a:p>
                  </a:txBody>
                  <a:tcPr>
                    <a:solidFill>
                      <a:srgbClr val="13EAC9"/>
                    </a:solidFill>
                  </a:tcPr>
                </a:tc>
                <a:tc>
                  <a:txBody>
                    <a:bodyPr/>
                    <a:lstStyle/>
                    <a:p>
                      <a:r>
                        <a:t>10</a:t>
                      </a:r>
                    </a:p>
                  </a:txBody>
                  <a:tcPr>
                    <a:solidFill>
                      <a:srgbClr val="13EAC9"/>
                    </a:solidFill>
                  </a:tcPr>
                </a:tc>
                <a:tc>
                  <a:txBody>
                    <a:bodyPr/>
                    <a:lstStyle/>
                    <a:p>
                      <a:r>
                        <a:t>10</a:t>
                      </a:r>
                    </a:p>
                  </a:txBody>
                  <a:tcPr>
                    <a:solidFill>
                      <a:srgbClr val="13EAC9"/>
                    </a:solidFill>
                  </a:tcPr>
                </a:tc>
                <a:tc>
                  <a:txBody>
                    <a:bodyPr/>
                    <a:lstStyle/>
                    <a:p>
                      <a:r>
                        <a:t>20</a:t>
                      </a:r>
                    </a:p>
                  </a:txBody>
                  <a:tcPr>
                    <a:solidFill>
                      <a:srgbClr val="13EAC9"/>
                    </a:solidFill>
                  </a:tcPr>
                </a:tc>
                <a:extLst>
                  <a:ext uri="{0D108BD9-81ED-4DB2-BD59-A6C34878D82A}">
                    <a16:rowId xmlns:a16="http://schemas.microsoft.com/office/drawing/2014/main" val="10011"/>
                  </a:ext>
                </a:extLst>
              </a:tr>
              <a:tr h="293914">
                <a:tc>
                  <a:txBody>
                    <a:bodyPr/>
                    <a:lstStyle/>
                    <a:p>
                      <a:r>
                        <a:t>Suley</a:t>
                      </a:r>
                    </a:p>
                  </a:txBody>
                  <a:tcPr>
                    <a:solidFill>
                      <a:srgbClr val="9A0EEA"/>
                    </a:solidFill>
                  </a:tcPr>
                </a:tc>
                <a:tc>
                  <a:txBody>
                    <a:bodyPr/>
                    <a:lstStyle/>
                    <a:p>
                      <a:r>
                        <a:t>Saudi Arabia</a:t>
                      </a:r>
                    </a:p>
                  </a:txBody>
                  <a:tcPr>
                    <a:solidFill>
                      <a:srgbClr val="9A0EEA"/>
                    </a:solidFill>
                  </a:tcPr>
                </a:tc>
                <a:tc>
                  <a:txBody>
                    <a:bodyPr/>
                    <a:lstStyle/>
                    <a:p>
                      <a:r>
                        <a:t>Silverstone</a:t>
                      </a:r>
                    </a:p>
                  </a:txBody>
                  <a:tcPr>
                    <a:solidFill>
                      <a:srgbClr val="9A0EEA"/>
                    </a:solidFill>
                  </a:tcPr>
                </a:tc>
                <a:tc>
                  <a:txBody>
                    <a:bodyPr/>
                    <a:lstStyle/>
                    <a:p>
                      <a:r>
                        <a:t>Baku</a:t>
                      </a:r>
                    </a:p>
                  </a:txBody>
                  <a:tcPr>
                    <a:solidFill>
                      <a:srgbClr val="9A0EEA"/>
                    </a:solidFill>
                  </a:tcPr>
                </a:tc>
                <a:tc>
                  <a:txBody>
                    <a:bodyPr/>
                    <a:lstStyle/>
                    <a:p>
                      <a:r>
                        <a:t>Singapore</a:t>
                      </a:r>
                    </a:p>
                  </a:txBody>
                  <a:tcPr>
                    <a:solidFill>
                      <a:srgbClr val="9A0EEA"/>
                    </a:solidFill>
                  </a:tcPr>
                </a:tc>
                <a:tc>
                  <a:txBody>
                    <a:bodyPr/>
                    <a:lstStyle/>
                    <a:p>
                      <a:r>
                        <a:t>Brazil</a:t>
                      </a:r>
                    </a:p>
                  </a:txBody>
                  <a:tcPr>
                    <a:solidFill>
                      <a:srgbClr val="9A0EEA"/>
                    </a:solidFill>
                  </a:tcPr>
                </a:tc>
                <a:extLst>
                  <a:ext uri="{0D108BD9-81ED-4DB2-BD59-A6C34878D82A}">
                    <a16:rowId xmlns:a16="http://schemas.microsoft.com/office/drawing/2014/main" val="10012"/>
                  </a:ext>
                </a:extLst>
              </a:tr>
              <a:tr h="293918">
                <a:tc>
                  <a:txBody>
                    <a:bodyPr/>
                    <a:lstStyle/>
                    <a:p>
                      <a:r>
                        <a:t>70</a:t>
                      </a:r>
                    </a:p>
                  </a:txBody>
                  <a:tcPr>
                    <a:solidFill>
                      <a:srgbClr val="9A0EEA"/>
                    </a:solidFill>
                  </a:tcPr>
                </a:tc>
                <a:tc>
                  <a:txBody>
                    <a:bodyPr/>
                    <a:lstStyle/>
                    <a:p>
                      <a:r>
                        <a:t>10</a:t>
                      </a:r>
                    </a:p>
                  </a:txBody>
                  <a:tcPr>
                    <a:solidFill>
                      <a:srgbClr val="9A0EEA"/>
                    </a:solidFill>
                  </a:tcPr>
                </a:tc>
                <a:tc>
                  <a:txBody>
                    <a:bodyPr/>
                    <a:lstStyle/>
                    <a:p>
                      <a:r>
                        <a:t>10</a:t>
                      </a:r>
                    </a:p>
                  </a:txBody>
                  <a:tcPr>
                    <a:solidFill>
                      <a:srgbClr val="9A0EEA"/>
                    </a:solidFill>
                  </a:tcPr>
                </a:tc>
                <a:tc>
                  <a:txBody>
                    <a:bodyPr/>
                    <a:lstStyle/>
                    <a:p>
                      <a:r>
                        <a:t>20</a:t>
                      </a:r>
                    </a:p>
                  </a:txBody>
                  <a:tcPr>
                    <a:solidFill>
                      <a:srgbClr val="9A0EEA"/>
                    </a:solidFill>
                  </a:tcPr>
                </a:tc>
                <a:tc>
                  <a:txBody>
                    <a:bodyPr/>
                    <a:lstStyle/>
                    <a:p>
                      <a:r>
                        <a:t>10</a:t>
                      </a:r>
                    </a:p>
                  </a:txBody>
                  <a:tcPr>
                    <a:solidFill>
                      <a:srgbClr val="9A0EEA"/>
                    </a:solidFill>
                  </a:tcPr>
                </a:tc>
                <a:tc>
                  <a:txBody>
                    <a:bodyPr/>
                    <a:lstStyle/>
                    <a:p>
                      <a:r>
                        <a:t>20</a:t>
                      </a:r>
                    </a:p>
                  </a:txBody>
                  <a:tcPr>
                    <a:solidFill>
                      <a:srgbClr val="9A0EEA"/>
                    </a:solidFill>
                  </a:tcPr>
                </a:tc>
                <a:extLst>
                  <a:ext uri="{0D108BD9-81ED-4DB2-BD59-A6C34878D82A}">
                    <a16:rowId xmlns:a16="http://schemas.microsoft.com/office/drawing/2014/main" val="10013"/>
                  </a:ext>
                </a:extLst>
              </a:tr>
            </a:tbl>
          </a:graphicData>
        </a:graphic>
      </p:graphicFrame>
      <p:sp>
        <p:nvSpPr>
          <p:cNvPr id="4" name="Rectangle 3"/>
          <p:cNvSpPr/>
          <p:nvPr/>
        </p:nvSpPr>
        <p:spPr>
          <a:xfrm>
            <a:off x="9753600" y="1645920"/>
            <a:ext cx="1463040" cy="548640"/>
          </a:xfrm>
          <a:prstGeom prst="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709</a:t>
            </a:r>
          </a:p>
        </p:txBody>
      </p:sp>
      <p:sp>
        <p:nvSpPr>
          <p:cNvPr id="5" name="Rectangle 4"/>
          <p:cNvSpPr/>
          <p:nvPr/>
        </p:nvSpPr>
        <p:spPr>
          <a:xfrm>
            <a:off x="9753600" y="2331720"/>
            <a:ext cx="1463040" cy="548640"/>
          </a:xfrm>
          <a:prstGeom prst="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750</a:t>
            </a:r>
          </a:p>
        </p:txBody>
      </p:sp>
      <p:sp>
        <p:nvSpPr>
          <p:cNvPr id="6" name="Rectangle 5"/>
          <p:cNvSpPr/>
          <p:nvPr/>
        </p:nvSpPr>
        <p:spPr>
          <a:xfrm>
            <a:off x="9753600" y="3017520"/>
            <a:ext cx="1463040" cy="548640"/>
          </a:xfrm>
          <a:prstGeom prst="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694</a:t>
            </a:r>
          </a:p>
        </p:txBody>
      </p:sp>
      <p:sp>
        <p:nvSpPr>
          <p:cNvPr id="7" name="Rectangle 6"/>
          <p:cNvSpPr/>
          <p:nvPr/>
        </p:nvSpPr>
        <p:spPr>
          <a:xfrm>
            <a:off x="9753600" y="3703320"/>
            <a:ext cx="1463040" cy="548640"/>
          </a:xfrm>
          <a:prstGeom prst="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863</a:t>
            </a:r>
          </a:p>
        </p:txBody>
      </p:sp>
      <p:sp>
        <p:nvSpPr>
          <p:cNvPr id="8" name="Rectangle 7"/>
          <p:cNvSpPr/>
          <p:nvPr/>
        </p:nvSpPr>
        <p:spPr>
          <a:xfrm>
            <a:off x="9753600" y="4389120"/>
            <a:ext cx="1463040" cy="548640"/>
          </a:xfrm>
          <a:prstGeom prst="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693</a:t>
            </a:r>
          </a:p>
        </p:txBody>
      </p:sp>
      <p:sp>
        <p:nvSpPr>
          <p:cNvPr id="9" name="Rectangle 8"/>
          <p:cNvSpPr/>
          <p:nvPr/>
        </p:nvSpPr>
        <p:spPr>
          <a:xfrm>
            <a:off x="9753600" y="5074920"/>
            <a:ext cx="1463040" cy="548640"/>
          </a:xfrm>
          <a:prstGeom prst="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732</a:t>
            </a:r>
          </a:p>
        </p:txBody>
      </p:sp>
      <p:sp>
        <p:nvSpPr>
          <p:cNvPr id="10" name="Rectangle 9"/>
          <p:cNvSpPr/>
          <p:nvPr/>
        </p:nvSpPr>
        <p:spPr>
          <a:xfrm>
            <a:off x="9753600" y="5760720"/>
            <a:ext cx="1463040" cy="548640"/>
          </a:xfrm>
          <a:prstGeom prst="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617</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514863" y="3780270"/>
            <a:ext cx="1463040" cy="731520"/>
          </a:xfrm>
          <a:prstGeom prst="roundRect">
            <a:avLst/>
          </a:prstGeom>
          <a:solidFill>
            <a:srgbClr val="040273"/>
          </a:solidFill>
          <a:ln>
            <a:solidFill>
              <a:srgbClr val="030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Benedict
709</a:t>
            </a:r>
          </a:p>
        </p:txBody>
      </p:sp>
      <p:sp>
        <p:nvSpPr>
          <p:cNvPr id="3" name="Rounded Rectangle 2"/>
          <p:cNvSpPr/>
          <p:nvPr/>
        </p:nvSpPr>
        <p:spPr>
          <a:xfrm>
            <a:off x="3223279" y="3780270"/>
            <a:ext cx="1463040" cy="731520"/>
          </a:xfrm>
          <a:prstGeom prst="roundRect">
            <a:avLst/>
          </a:prstGeom>
          <a:solidFill>
            <a:srgbClr val="E8002D"/>
          </a:solidFill>
          <a:ln>
            <a:solidFill>
              <a:srgbClr val="B900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Carla
750</a:t>
            </a:r>
          </a:p>
        </p:txBody>
      </p:sp>
      <p:sp>
        <p:nvSpPr>
          <p:cNvPr id="4" name="Rounded Rectangle 3"/>
          <p:cNvSpPr/>
          <p:nvPr/>
        </p:nvSpPr>
        <p:spPr>
          <a:xfrm>
            <a:off x="2682240" y="5243310"/>
            <a:ext cx="1463040" cy="731520"/>
          </a:xfrm>
          <a:prstGeom prst="roundRect">
            <a:avLst/>
          </a:prstGeom>
          <a:solidFill>
            <a:srgbClr val="FAC205"/>
          </a:solidFill>
          <a:ln>
            <a:solidFill>
              <a:srgbClr val="C89B0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Damian
694</a:t>
            </a:r>
          </a:p>
        </p:txBody>
      </p:sp>
      <p:sp>
        <p:nvSpPr>
          <p:cNvPr id="5" name="Rounded Rectangle 4"/>
          <p:cNvSpPr/>
          <p:nvPr/>
        </p:nvSpPr>
        <p:spPr>
          <a:xfrm>
            <a:off x="4543391" y="1100452"/>
            <a:ext cx="3105218" cy="1948298"/>
          </a:xfrm>
          <a:prstGeom prst="roundRect">
            <a:avLst/>
          </a:prstGeom>
          <a:solidFill>
            <a:srgbClr val="028F1E"/>
          </a:solidFill>
          <a:ln>
            <a:solidFill>
              <a:srgbClr val="017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200" dirty="0"/>
              <a:t>Jarek
863</a:t>
            </a:r>
          </a:p>
        </p:txBody>
      </p:sp>
      <p:sp>
        <p:nvSpPr>
          <p:cNvPr id="6" name="Rounded Rectangle 5"/>
          <p:cNvSpPr/>
          <p:nvPr/>
        </p:nvSpPr>
        <p:spPr>
          <a:xfrm>
            <a:off x="5364480" y="5243310"/>
            <a:ext cx="1463040" cy="731520"/>
          </a:xfrm>
          <a:prstGeom prst="roundRect">
            <a:avLst/>
          </a:prstGeom>
          <a:solidFill>
            <a:srgbClr val="FF5B00"/>
          </a:solidFill>
          <a:ln>
            <a:solidFill>
              <a:srgbClr val="CC4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Josh
693</a:t>
            </a:r>
          </a:p>
        </p:txBody>
      </p:sp>
      <p:sp>
        <p:nvSpPr>
          <p:cNvPr id="7" name="Rounded Rectangle 6"/>
          <p:cNvSpPr/>
          <p:nvPr/>
        </p:nvSpPr>
        <p:spPr>
          <a:xfrm>
            <a:off x="5369071" y="3780270"/>
            <a:ext cx="1463040" cy="731520"/>
          </a:xfrm>
          <a:prstGeom prst="roundRect">
            <a:avLst/>
          </a:prstGeom>
          <a:solidFill>
            <a:srgbClr val="13EAC9"/>
          </a:solidFill>
          <a:ln>
            <a:solidFill>
              <a:srgbClr val="0FB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Kacper
732</a:t>
            </a:r>
          </a:p>
        </p:txBody>
      </p:sp>
      <p:sp>
        <p:nvSpPr>
          <p:cNvPr id="8" name="Rounded Rectangle 7"/>
          <p:cNvSpPr/>
          <p:nvPr/>
        </p:nvSpPr>
        <p:spPr>
          <a:xfrm>
            <a:off x="8046720" y="5243310"/>
            <a:ext cx="1463040" cy="731520"/>
          </a:xfrm>
          <a:prstGeom prst="roundRect">
            <a:avLst/>
          </a:prstGeom>
          <a:solidFill>
            <a:srgbClr val="9A0EEA"/>
          </a:solidFill>
          <a:ln>
            <a:solidFill>
              <a:srgbClr val="7B0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t>Suley
617</a:t>
            </a:r>
          </a:p>
        </p:txBody>
      </p:sp>
      <p:sp>
        <p:nvSpPr>
          <p:cNvPr id="10" name="Star: 4 Points 9">
            <a:extLst>
              <a:ext uri="{FF2B5EF4-FFF2-40B4-BE49-F238E27FC236}">
                <a16:creationId xmlns:a16="http://schemas.microsoft.com/office/drawing/2014/main" id="{568AE772-732B-B626-2950-61E78646DDAD}"/>
              </a:ext>
            </a:extLst>
          </p:cNvPr>
          <p:cNvSpPr/>
          <p:nvPr/>
        </p:nvSpPr>
        <p:spPr>
          <a:xfrm rot="2035749">
            <a:off x="6905983" y="742384"/>
            <a:ext cx="1140737" cy="1013988"/>
          </a:xfrm>
          <a:prstGeom prst="star4">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title="Chart">
            <a:extLst>
              <a:ext uri="{FF2B5EF4-FFF2-40B4-BE49-F238E27FC236}">
                <a16:creationId xmlns:a16="http://schemas.microsoft.com/office/drawing/2014/main" id="{00000000-0008-0000-1700-000002000000}"/>
              </a:ext>
            </a:extLst>
          </p:cNvPr>
          <p:cNvGraphicFramePr>
            <a:graphicFrameLocks/>
          </p:cNvGraphicFramePr>
          <p:nvPr>
            <p:extLst>
              <p:ext uri="{D42A27DB-BD31-4B8C-83A1-F6EECF244321}">
                <p14:modId xmlns:p14="http://schemas.microsoft.com/office/powerpoint/2010/main" val="1438236422"/>
              </p:ext>
            </p:extLst>
          </p:nvPr>
        </p:nvGraphicFramePr>
        <p:xfrm>
          <a:off x="291193" y="0"/>
          <a:ext cx="11609614" cy="6858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65130601"/>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title="Chart">
            <a:extLst>
              <a:ext uri="{FF2B5EF4-FFF2-40B4-BE49-F238E27FC236}">
                <a16:creationId xmlns:a16="http://schemas.microsoft.com/office/drawing/2014/main" id="{00000000-0008-0000-1900-000003000000}"/>
              </a:ext>
            </a:extLst>
          </p:cNvPr>
          <p:cNvGraphicFramePr>
            <a:graphicFrameLocks/>
          </p:cNvGraphicFramePr>
          <p:nvPr>
            <p:extLst>
              <p:ext uri="{D42A27DB-BD31-4B8C-83A1-F6EECF244321}">
                <p14:modId xmlns:p14="http://schemas.microsoft.com/office/powerpoint/2010/main" val="3751729216"/>
              </p:ext>
            </p:extLst>
          </p:nvPr>
        </p:nvGraphicFramePr>
        <p:xfrm>
          <a:off x="291193" y="0"/>
          <a:ext cx="11609614" cy="6858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48355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195</TotalTime>
  <Words>13953</Words>
  <Application>Microsoft Office PowerPoint</Application>
  <PresentationFormat>Widescreen</PresentationFormat>
  <Paragraphs>8107</Paragraphs>
  <Slides>162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162</vt:i4>
      </vt:variant>
    </vt:vector>
  </HeadingPairs>
  <TitlesOfParts>
    <vt:vector size="165" baseType="lpstr">
      <vt:lpstr>Arial</vt:lpstr>
      <vt:lpstr>Calibri</vt:lpstr>
      <vt:lpstr>Office Theme</vt:lpstr>
      <vt:lpstr>F1 Predictions Challenge 2025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Ciba, Jarek W</cp:lastModifiedBy>
  <cp:revision>8</cp:revision>
  <dcterms:created xsi:type="dcterms:W3CDTF">2013-01-27T09:14:16Z</dcterms:created>
  <dcterms:modified xsi:type="dcterms:W3CDTF">2024-12-22T18:17:48Z</dcterms:modified>
  <cp:category/>
</cp:coreProperties>
</file>